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notesSlides/notesSlide1.xml" ContentType="application/vnd.openxmlformats-officedocument.presentationml.notesSlide+xml"/>
  <Override PartName="/ppt/tags/tag34.xml" ContentType="application/vnd.openxmlformats-officedocument.presentationml.tags+xml"/>
  <Override PartName="/ppt/notesSlides/notesSlide2.xml" ContentType="application/vnd.openxmlformats-officedocument.presentationml.notesSlide+xml"/>
  <Override PartName="/ppt/tags/tag35.xml" ContentType="application/vnd.openxmlformats-officedocument.presentationml.tags+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028" r:id="rId5"/>
  </p:sldMasterIdLst>
  <p:notesMasterIdLst>
    <p:notesMasterId r:id="rId9"/>
  </p:notesMasterIdLst>
  <p:handoutMasterIdLst>
    <p:handoutMasterId r:id="rId10"/>
  </p:handoutMasterIdLst>
  <p:sldIdLst>
    <p:sldId id="635" r:id="rId6"/>
    <p:sldId id="640" r:id="rId7"/>
    <p:sldId id="641" r:id="rId8"/>
  </p:sldIdLst>
  <p:sldSz cx="12192000" cy="6858000"/>
  <p:notesSz cx="6858000" cy="91440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rse Conclusion" id="{92E674D4-0974-429B-ADE1-F4766CC2D39E}">
          <p14:sldIdLst>
            <p14:sldId id="635"/>
            <p14:sldId id="640"/>
            <p14:sldId id="641"/>
          </p14:sldIdLst>
        </p14:section>
      </p14:sectionLst>
    </p:ex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17"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8F1C"/>
    <a:srgbClr val="099E9C"/>
    <a:srgbClr val="C1EC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6C7243-41C9-4211-9611-1B92A8D95EC1}" v="20" dt="2024-12-10T15:40:52.5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772" autoAdjust="0"/>
    <p:restoredTop sz="91144" autoAdjust="0"/>
  </p:normalViewPr>
  <p:slideViewPr>
    <p:cSldViewPr snapToGrid="0" showGuides="1">
      <p:cViewPr varScale="1">
        <p:scale>
          <a:sx n="103" d="100"/>
          <a:sy n="103" d="100"/>
        </p:scale>
        <p:origin x="408" y="102"/>
      </p:cViewPr>
      <p:guideLst>
        <p:guide orient="horz" pos="2184"/>
        <p:guide pos="3840"/>
      </p:guideLst>
    </p:cSldViewPr>
  </p:slideViewPr>
  <p:outlineViewPr>
    <p:cViewPr>
      <p:scale>
        <a:sx n="33" d="100"/>
        <a:sy n="33" d="100"/>
      </p:scale>
      <p:origin x="0" y="-2160"/>
    </p:cViewPr>
  </p:outlineViewPr>
  <p:notesTextViewPr>
    <p:cViewPr>
      <p:scale>
        <a:sx n="1" d="1"/>
        <a:sy n="1" d="1"/>
      </p:scale>
      <p:origin x="0" y="0"/>
    </p:cViewPr>
  </p:notesTextViewPr>
  <p:sorterViewPr>
    <p:cViewPr>
      <p:scale>
        <a:sx n="66" d="100"/>
        <a:sy n="66" d="100"/>
      </p:scale>
      <p:origin x="0" y="0"/>
    </p:cViewPr>
  </p:sorterViewPr>
  <p:notesViewPr>
    <p:cSldViewPr snapToGrid="0" showGuides="1">
      <p:cViewPr varScale="1">
        <p:scale>
          <a:sx n="59" d="100"/>
          <a:sy n="59" d="100"/>
        </p:scale>
        <p:origin x="322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commentAuthors" Target="commentAuthors.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gs" Target="tags/tag1.xml"/><Relationship Id="rId5" Type="http://schemas.openxmlformats.org/officeDocument/2006/relationships/slideMaster" Target="slideMasters/slideMaster1.xml"/><Relationship Id="rId15" Type="http://schemas.openxmlformats.org/officeDocument/2006/relationships/theme" Target="theme/theme1.xml"/><Relationship Id="rId10"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notesMaster" Target="notesMasters/notesMaster1.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tags" Target="../tags/tag32.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TextBox 5"/>
          <p:cNvSpPr txBox="1"/>
          <p:nvPr/>
        </p:nvSpPr>
        <p:spPr bwMode="gray">
          <a:xfrm>
            <a:off x="107140" y="8757395"/>
            <a:ext cx="347445" cy="238400"/>
          </a:xfrm>
          <a:prstGeom prst="rect">
            <a:avLst/>
          </a:prstGeom>
          <a:noFill/>
        </p:spPr>
        <p:txBody>
          <a:bodyPr wrap="none" lIns="95610" tIns="47805" rIns="95610" bIns="47805" rtlCol="0">
            <a:spAutoFit/>
          </a:bodyPr>
          <a:lstStyle/>
          <a:p>
            <a:pPr algn="r"/>
            <a:fld id="{2B7AF141-2B95-496E-A444-1A6308939B01}" type="slidenum">
              <a:rPr lang="en-US" sz="900">
                <a:solidFill>
                  <a:schemeClr val="accent3"/>
                </a:solidFill>
              </a:rPr>
              <a:pPr algn="r"/>
              <a:t>‹#›</a:t>
            </a:fld>
            <a:endParaRPr lang="en-US" sz="900" dirty="0">
              <a:solidFill>
                <a:schemeClr val="accent3"/>
              </a:solidFill>
            </a:endParaRPr>
          </a:p>
        </p:txBody>
      </p:sp>
      <p:sp>
        <p:nvSpPr>
          <p:cNvPr id="7" name="TextBox 6"/>
          <p:cNvSpPr txBox="1"/>
          <p:nvPr/>
        </p:nvSpPr>
        <p:spPr bwMode="gray">
          <a:xfrm>
            <a:off x="378553" y="8757395"/>
            <a:ext cx="3163452" cy="235043"/>
          </a:xfrm>
          <a:prstGeom prst="rect">
            <a:avLst/>
          </a:prstGeom>
          <a:noFill/>
        </p:spPr>
        <p:txBody>
          <a:bodyPr wrap="none" lIns="95610" tIns="47805" rIns="95610" bIns="47805" rtlCol="0">
            <a:spAutoFit/>
          </a:bodyPr>
          <a:lstStyle/>
          <a:p>
            <a:pPr fontAlgn="base">
              <a:spcBef>
                <a:spcPct val="0"/>
              </a:spcBef>
              <a:spcAft>
                <a:spcPct val="0"/>
              </a:spcAft>
              <a:defRPr/>
            </a:pPr>
            <a:r>
              <a:rPr lang="en-US" sz="900" dirty="0">
                <a:solidFill>
                  <a:schemeClr val="bg1">
                    <a:lumMod val="75000"/>
                  </a:schemeClr>
                </a:solidFill>
                <a:latin typeface="Arial" charset="0"/>
              </a:rPr>
              <a:t>© 2018 Cadence Design Systems, Inc. All rights reserved.</a:t>
            </a:r>
          </a:p>
        </p:txBody>
      </p:sp>
      <p:pic>
        <p:nvPicPr>
          <p:cNvPr id="8" name="Picture 7"/>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428713" y="8718965"/>
            <a:ext cx="1234884" cy="226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2"/>
    </p:custDataLst>
    <p:extLst>
      <p:ext uri="{BB962C8B-B14F-4D97-AF65-F5344CB8AC3E}">
        <p14:creationId xmlns:p14="http://schemas.microsoft.com/office/powerpoint/2010/main" val="118355638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26845" y="319033"/>
            <a:ext cx="6583680" cy="3703320"/>
          </a:xfrm>
          <a:prstGeom prst="rect">
            <a:avLst/>
          </a:prstGeom>
          <a:noFill/>
          <a:ln w="12700">
            <a:solidFill>
              <a:prstClr val="black"/>
            </a:solidFill>
          </a:ln>
        </p:spPr>
        <p:txBody>
          <a:bodyPr vert="horz" lIns="91440" tIns="45720" rIns="91440" bIns="45720" rtlCol="0" anchor="ctr"/>
          <a:lstStyle/>
          <a:p>
            <a:endParaRPr lang="en-US" dirty="0"/>
          </a:p>
        </p:txBody>
      </p:sp>
      <p:sp>
        <p:nvSpPr>
          <p:cNvPr id="2" name="Notes Placeholder 1">
            <a:extLst>
              <a:ext uri="{FF2B5EF4-FFF2-40B4-BE49-F238E27FC236}">
                <a16:creationId xmlns:a16="http://schemas.microsoft.com/office/drawing/2014/main" id="{081B8930-285E-41FC-B02D-7062FFD84DC2}"/>
              </a:ext>
            </a:extLst>
          </p:cNvPr>
          <p:cNvSpPr>
            <a:spLocks noGrp="1"/>
          </p:cNvSpPr>
          <p:nvPr>
            <p:ph type="body" sz="quarter" idx="3"/>
          </p:nvPr>
        </p:nvSpPr>
        <p:spPr>
          <a:xfrm>
            <a:off x="128016" y="4224528"/>
            <a:ext cx="6583680" cy="443484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5A92EB0D-DD2B-4AC1-B6A6-BB58E73165B3}"/>
              </a:ext>
            </a:extLst>
          </p:cNvPr>
          <p:cNvSpPr>
            <a:spLocks noGrp="1"/>
          </p:cNvSpPr>
          <p:nvPr>
            <p:ph type="sldNum" sz="quarter" idx="5"/>
          </p:nvPr>
        </p:nvSpPr>
        <p:spPr>
          <a:xfrm>
            <a:off x="6291072" y="8823960"/>
            <a:ext cx="420624" cy="182880"/>
          </a:xfrm>
          <a:prstGeom prst="rect">
            <a:avLst/>
          </a:prstGeom>
        </p:spPr>
        <p:txBody>
          <a:bodyPr vert="horz" lIns="91440" tIns="45720" rIns="91440" bIns="45720" rtlCol="0" anchor="b"/>
          <a:lstStyle>
            <a:lvl1pPr algn="r">
              <a:defRPr sz="900">
                <a:solidFill>
                  <a:schemeClr val="tx1"/>
                </a:solidFill>
                <a:latin typeface="Times New Roman" panose="02020603050405020304" pitchFamily="18" charset="0"/>
                <a:cs typeface="Times New Roman" panose="02020603050405020304" pitchFamily="18" charset="0"/>
              </a:defRPr>
            </a:lvl1pPr>
          </a:lstStyle>
          <a:p>
            <a:fld id="{2F4CA936-69E1-45F3-BD71-82E340229D81}" type="slidenum">
              <a:rPr lang="en-US" smtClean="0"/>
              <a:pPr/>
              <a:t>‹#›</a:t>
            </a:fld>
            <a:endParaRPr lang="en-US" dirty="0"/>
          </a:p>
        </p:txBody>
      </p:sp>
      <p:sp>
        <p:nvSpPr>
          <p:cNvPr id="6" name="Footer Placeholder 5">
            <a:extLst>
              <a:ext uri="{FF2B5EF4-FFF2-40B4-BE49-F238E27FC236}">
                <a16:creationId xmlns:a16="http://schemas.microsoft.com/office/drawing/2014/main" id="{3C24A2D5-71BF-46E1-9F5D-A4182E7E8C60}"/>
              </a:ext>
            </a:extLst>
          </p:cNvPr>
          <p:cNvSpPr>
            <a:spLocks noGrp="1"/>
          </p:cNvSpPr>
          <p:nvPr>
            <p:ph type="ftr" sz="quarter" idx="4"/>
          </p:nvPr>
        </p:nvSpPr>
        <p:spPr>
          <a:xfrm>
            <a:off x="128016" y="8823960"/>
            <a:ext cx="3200400" cy="182880"/>
          </a:xfrm>
          <a:prstGeom prst="rect">
            <a:avLst/>
          </a:prstGeom>
        </p:spPr>
        <p:txBody>
          <a:bodyPr vert="horz" lIns="91440" tIns="45720" rIns="91440" bIns="45720" rtlCol="0" anchor="b"/>
          <a:lstStyle>
            <a:lvl1pPr algn="l">
              <a:defRPr sz="900">
                <a:latin typeface="Times New Roman" panose="02020603050405020304" pitchFamily="18" charset="0"/>
                <a:cs typeface="Times New Roman" panose="02020603050405020304" pitchFamily="18" charset="0"/>
              </a:defRPr>
            </a:lvl1pPr>
          </a:lstStyle>
          <a:p>
            <a:r>
              <a:rPr lang="en-US" dirty="0"/>
              <a:t>© Cadence Design Systems, Inc. All rights reserved.</a:t>
            </a:r>
          </a:p>
        </p:txBody>
      </p:sp>
    </p:spTree>
    <p:extLst>
      <p:ext uri="{BB962C8B-B14F-4D97-AF65-F5344CB8AC3E}">
        <p14:creationId xmlns:p14="http://schemas.microsoft.com/office/powerpoint/2010/main" val="1051570949"/>
      </p:ext>
    </p:extLst>
  </p:cSld>
  <p:clrMap bg1="lt1" tx1="dk1" bg2="lt2" tx2="dk2" accent1="accent1" accent2="accent2" accent3="accent3" accent4="accent4" accent5="accent5" accent6="accent6" hlink="hlink" folHlink="folHlink"/>
  <p:hf hdr="0" dt="0"/>
  <p:notesStyle>
    <a:lvl1pPr marL="0" marR="0" indent="0" algn="l" defTabSz="914400" rtl="0" eaLnBrk="1" fontAlgn="base" latinLnBrk="0" hangingPunct="1">
      <a:lnSpc>
        <a:spcPct val="100000"/>
      </a:lnSpc>
      <a:spcBef>
        <a:spcPts val="800"/>
      </a:spcBef>
      <a:spcAft>
        <a:spcPct val="0"/>
      </a:spcAft>
      <a:buClrTx/>
      <a:buSzTx/>
      <a:buFont typeface="Arial" pitchFamily="34" charset="0"/>
      <a:buNone/>
      <a:tabLst/>
      <a:defRPr sz="1200" kern="1200">
        <a:solidFill>
          <a:schemeClr val="tx1"/>
        </a:solidFill>
        <a:latin typeface="Times New Roman" panose="02020603050405020304" pitchFamily="18" charset="0"/>
        <a:ea typeface="+mn-ea"/>
        <a:cs typeface="Times New Roman" panose="02020603050405020304" pitchFamily="18" charset="0"/>
      </a:defRPr>
    </a:lvl1pPr>
    <a:lvl2pPr marL="233363" marR="0" indent="-122238" algn="l" defTabSz="914400" rtl="0" eaLnBrk="1" fontAlgn="base" latinLnBrk="0" hangingPunct="1">
      <a:lnSpc>
        <a:spcPct val="100000"/>
      </a:lnSpc>
      <a:spcBef>
        <a:spcPts val="400"/>
      </a:spcBef>
      <a:spcAft>
        <a:spcPct val="0"/>
      </a:spcAft>
      <a:buClrTx/>
      <a:buSzTx/>
      <a:buFont typeface="Wingdings" panose="05000000000000000000" pitchFamily="2" charset="2"/>
      <a:buChar char="§"/>
      <a:tabLst/>
      <a:defRPr sz="1200" kern="1200">
        <a:solidFill>
          <a:schemeClr val="tx1"/>
        </a:solidFill>
        <a:latin typeface="Times New Roman" panose="02020603050405020304" pitchFamily="18" charset="0"/>
        <a:ea typeface="+mn-ea"/>
        <a:cs typeface="Times New Roman" panose="02020603050405020304" pitchFamily="18" charset="0"/>
      </a:defRPr>
    </a:lvl2pPr>
    <a:lvl3pPr marL="396875" marR="0" indent="-112713"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sz="1200" kern="1200">
        <a:solidFill>
          <a:schemeClr val="tx1"/>
        </a:solidFill>
        <a:latin typeface="Times New Roman" panose="02020603050405020304" pitchFamily="18" charset="0"/>
        <a:ea typeface="+mn-ea"/>
        <a:cs typeface="Times New Roman" panose="02020603050405020304" pitchFamily="18" charset="0"/>
      </a:defRPr>
    </a:lvl3pPr>
    <a:lvl4pPr marL="568325" marR="0" indent="-112713" algn="l" defTabSz="914400" rtl="0" eaLnBrk="1" fontAlgn="base" latinLnBrk="0" hangingPunct="1">
      <a:lnSpc>
        <a:spcPct val="100000"/>
      </a:lnSpc>
      <a:spcBef>
        <a:spcPts val="300"/>
      </a:spcBef>
      <a:spcAft>
        <a:spcPct val="0"/>
      </a:spcAft>
      <a:buClrTx/>
      <a:buSzTx/>
      <a:buFont typeface="Courier New" panose="02070309020205020404" pitchFamily="49" charset="0"/>
      <a:buChar char="o"/>
      <a:tabLst/>
      <a:defRPr sz="1200" kern="1200">
        <a:solidFill>
          <a:schemeClr val="tx1"/>
        </a:solidFill>
        <a:latin typeface="Times New Roman" panose="02020603050405020304" pitchFamily="18" charset="0"/>
        <a:ea typeface="+mn-ea"/>
        <a:cs typeface="Times New Roman" panose="02020603050405020304" pitchFamily="18" charset="0"/>
      </a:defRPr>
    </a:lvl4pPr>
    <a:lvl5pPr marL="741363" marR="0" indent="-112713" algn="l" defTabSz="914400" rtl="0" eaLnBrk="1" fontAlgn="base" latinLnBrk="0" hangingPunct="1">
      <a:lnSpc>
        <a:spcPct val="100000"/>
      </a:lnSpc>
      <a:spcBef>
        <a:spcPts val="300"/>
      </a:spcBef>
      <a:spcAft>
        <a:spcPct val="0"/>
      </a:spcAft>
      <a:buClrTx/>
      <a:buSzTx/>
      <a:buFont typeface="Arial" pitchFamily="34" charset="0"/>
      <a:buChar char="-"/>
      <a:tabLst/>
      <a:defRPr sz="1200" kern="1200">
        <a:solidFill>
          <a:schemeClr val="tx1"/>
        </a:solidFill>
        <a:latin typeface="Times New Roman" panose="02020603050405020304" pitchFamily="18" charset="0"/>
        <a:ea typeface="+mn-ea"/>
        <a:cs typeface="Times New Roman" panose="02020603050405020304"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r>
              <a:rPr lang="en-US" i="1" dirty="0"/>
              <a:t>This page does not contain notes.</a:t>
            </a:r>
          </a:p>
        </p:txBody>
      </p:sp>
      <p:sp>
        <p:nvSpPr>
          <p:cNvPr id="12" name="Slide Image Placeholder 11">
            <a:extLst>
              <a:ext uri="{FF2B5EF4-FFF2-40B4-BE49-F238E27FC236}">
                <a16:creationId xmlns:a16="http://schemas.microsoft.com/office/drawing/2014/main" id="{DE2B73FC-871C-430A-8827-CAA42ABEC1CA}"/>
              </a:ext>
            </a:extLst>
          </p:cNvPr>
          <p:cNvSpPr>
            <a:spLocks noGrp="1" noRot="1" noChangeAspect="1"/>
          </p:cNvSpPr>
          <p:nvPr>
            <p:ph type="sldImg"/>
          </p:nvPr>
        </p:nvSpPr>
        <p:spPr>
          <a:xfrm>
            <a:off x="127000" y="319088"/>
            <a:ext cx="6583363" cy="3703637"/>
          </a:xfrm>
        </p:spPr>
      </p:sp>
      <p:sp>
        <p:nvSpPr>
          <p:cNvPr id="13" name="Footer Placeholder 12">
            <a:extLst>
              <a:ext uri="{FF2B5EF4-FFF2-40B4-BE49-F238E27FC236}">
                <a16:creationId xmlns:a16="http://schemas.microsoft.com/office/drawing/2014/main" id="{8BBF74C2-8C94-4EAA-A6FB-BD1A707E9967}"/>
              </a:ext>
            </a:extLst>
          </p:cNvPr>
          <p:cNvSpPr>
            <a:spLocks noGrp="1"/>
          </p:cNvSpPr>
          <p:nvPr>
            <p:ph type="ftr" sz="quarter" idx="4"/>
          </p:nvPr>
        </p:nvSpPr>
        <p:spPr/>
        <p:txBody>
          <a:bodyPr/>
          <a:lstStyle/>
          <a:p>
            <a:r>
              <a:rPr lang="en-US"/>
              <a:t>© Cadence Design Systems, Inc. All rights reserved.</a:t>
            </a:r>
            <a:endParaRPr lang="en-US" dirty="0"/>
          </a:p>
        </p:txBody>
      </p:sp>
      <p:sp>
        <p:nvSpPr>
          <p:cNvPr id="14" name="Slide Number Placeholder 13">
            <a:extLst>
              <a:ext uri="{FF2B5EF4-FFF2-40B4-BE49-F238E27FC236}">
                <a16:creationId xmlns:a16="http://schemas.microsoft.com/office/drawing/2014/main" id="{FB8273E9-D5BA-4694-89DC-0CE731DCCA5F}"/>
              </a:ext>
            </a:extLst>
          </p:cNvPr>
          <p:cNvSpPr>
            <a:spLocks noGrp="1"/>
          </p:cNvSpPr>
          <p:nvPr>
            <p:ph type="sldNum" sz="quarter" idx="5"/>
          </p:nvPr>
        </p:nvSpPr>
        <p:spPr/>
        <p:txBody>
          <a:bodyPr/>
          <a:lstStyle/>
          <a:p>
            <a:fld id="{2F4CA936-69E1-45F3-BD71-82E340229D81}" type="slidenum">
              <a:rPr lang="en-US" smtClean="0"/>
              <a:pPr/>
              <a:t>1</a:t>
            </a:fld>
            <a:endParaRPr lang="en-US" dirty="0"/>
          </a:p>
        </p:txBody>
      </p:sp>
    </p:spTree>
    <p:extLst>
      <p:ext uri="{BB962C8B-B14F-4D97-AF65-F5344CB8AC3E}">
        <p14:creationId xmlns:p14="http://schemas.microsoft.com/office/powerpoint/2010/main" val="10796645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a:xfrm>
            <a:off x="190500" y="4267200"/>
            <a:ext cx="6583680" cy="4434840"/>
          </a:xfrm>
        </p:spPr>
        <p:txBody>
          <a:bodyPr>
            <a:normAutofit/>
          </a:bodyPr>
          <a:lstStyle/>
          <a:p>
            <a:r>
              <a:rPr lang="en-US" i="1" dirty="0"/>
              <a:t>This page does not contain notes.</a:t>
            </a:r>
          </a:p>
        </p:txBody>
      </p:sp>
      <p:sp>
        <p:nvSpPr>
          <p:cNvPr id="12" name="Slide Image Placeholder 11">
            <a:extLst>
              <a:ext uri="{FF2B5EF4-FFF2-40B4-BE49-F238E27FC236}">
                <a16:creationId xmlns:a16="http://schemas.microsoft.com/office/drawing/2014/main" id="{50BE6A47-8699-4305-803B-3FBD11424137}"/>
              </a:ext>
            </a:extLst>
          </p:cNvPr>
          <p:cNvSpPr>
            <a:spLocks noGrp="1" noRot="1" noChangeAspect="1"/>
          </p:cNvSpPr>
          <p:nvPr>
            <p:ph type="sldImg"/>
          </p:nvPr>
        </p:nvSpPr>
        <p:spPr>
          <a:xfrm>
            <a:off x="190500" y="381000"/>
            <a:ext cx="6583363" cy="3703638"/>
          </a:xfrm>
        </p:spPr>
      </p:sp>
      <p:sp>
        <p:nvSpPr>
          <p:cNvPr id="2" name="Footer Placeholder 1">
            <a:extLst>
              <a:ext uri="{FF2B5EF4-FFF2-40B4-BE49-F238E27FC236}">
                <a16:creationId xmlns:a16="http://schemas.microsoft.com/office/drawing/2014/main" id="{6CE0181B-C448-E18A-D11A-126086136A80}"/>
              </a:ext>
            </a:extLst>
          </p:cNvPr>
          <p:cNvSpPr>
            <a:spLocks noGrp="1"/>
          </p:cNvSpPr>
          <p:nvPr>
            <p:ph type="ftr" sz="quarter" idx="4"/>
          </p:nvPr>
        </p:nvSpPr>
        <p:spPr/>
        <p:txBody>
          <a:bodyPr/>
          <a:lstStyle/>
          <a:p>
            <a:r>
              <a:rPr lang="en-US"/>
              <a:t>© Cadence Design Systems, Inc. All rights reserved.</a:t>
            </a:r>
            <a:endParaRPr lang="en-US" dirty="0"/>
          </a:p>
        </p:txBody>
      </p:sp>
      <p:sp>
        <p:nvSpPr>
          <p:cNvPr id="4" name="Slide Number Placeholder 3">
            <a:extLst>
              <a:ext uri="{FF2B5EF4-FFF2-40B4-BE49-F238E27FC236}">
                <a16:creationId xmlns:a16="http://schemas.microsoft.com/office/drawing/2014/main" id="{9AD77FBB-8A38-E6C7-2039-2125288C2A1B}"/>
              </a:ext>
            </a:extLst>
          </p:cNvPr>
          <p:cNvSpPr>
            <a:spLocks noGrp="1"/>
          </p:cNvSpPr>
          <p:nvPr>
            <p:ph type="sldNum" sz="quarter" idx="5"/>
          </p:nvPr>
        </p:nvSpPr>
        <p:spPr/>
        <p:txBody>
          <a:bodyPr/>
          <a:lstStyle/>
          <a:p>
            <a:fld id="{2F4CA936-69E1-45F3-BD71-82E340229D81}" type="slidenum">
              <a:rPr lang="en-US" smtClean="0"/>
              <a:pPr/>
              <a:t>2</a:t>
            </a:fld>
            <a:endParaRPr lang="en-US" dirty="0"/>
          </a:p>
        </p:txBody>
      </p:sp>
    </p:spTree>
    <p:extLst>
      <p:ext uri="{BB962C8B-B14F-4D97-AF65-F5344CB8AC3E}">
        <p14:creationId xmlns:p14="http://schemas.microsoft.com/office/powerpoint/2010/main" val="571240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a:xfrm>
            <a:off x="190500" y="4267200"/>
            <a:ext cx="6583680" cy="4434840"/>
          </a:xfrm>
        </p:spPr>
        <p:txBody>
          <a:bodyPr>
            <a:normAutofit/>
          </a:bodyPr>
          <a:lstStyle/>
          <a:p>
            <a:r>
              <a:rPr lang="en-US" i="1" dirty="0"/>
              <a:t>This page does not contain notes.</a:t>
            </a:r>
          </a:p>
        </p:txBody>
      </p:sp>
      <p:sp>
        <p:nvSpPr>
          <p:cNvPr id="12" name="Slide Image Placeholder 11">
            <a:extLst>
              <a:ext uri="{FF2B5EF4-FFF2-40B4-BE49-F238E27FC236}">
                <a16:creationId xmlns:a16="http://schemas.microsoft.com/office/drawing/2014/main" id="{1BE94FC3-675E-47B6-9679-11E74E36395D}"/>
              </a:ext>
            </a:extLst>
          </p:cNvPr>
          <p:cNvSpPr>
            <a:spLocks noGrp="1" noRot="1" noChangeAspect="1"/>
          </p:cNvSpPr>
          <p:nvPr>
            <p:ph type="sldImg"/>
          </p:nvPr>
        </p:nvSpPr>
        <p:spPr>
          <a:xfrm>
            <a:off x="190500" y="381000"/>
            <a:ext cx="6583363" cy="3703638"/>
          </a:xfrm>
        </p:spPr>
      </p:sp>
      <p:sp>
        <p:nvSpPr>
          <p:cNvPr id="2" name="Footer Placeholder 1">
            <a:extLst>
              <a:ext uri="{FF2B5EF4-FFF2-40B4-BE49-F238E27FC236}">
                <a16:creationId xmlns:a16="http://schemas.microsoft.com/office/drawing/2014/main" id="{3D8006DE-CBD0-03F7-84FA-67DBC6E98970}"/>
              </a:ext>
            </a:extLst>
          </p:cNvPr>
          <p:cNvSpPr>
            <a:spLocks noGrp="1"/>
          </p:cNvSpPr>
          <p:nvPr>
            <p:ph type="ftr" sz="quarter" idx="4"/>
          </p:nvPr>
        </p:nvSpPr>
        <p:spPr/>
        <p:txBody>
          <a:bodyPr/>
          <a:lstStyle/>
          <a:p>
            <a:r>
              <a:rPr lang="en-US"/>
              <a:t>© Cadence Design Systems, Inc. All rights reserved.</a:t>
            </a:r>
            <a:endParaRPr lang="en-US" dirty="0"/>
          </a:p>
        </p:txBody>
      </p:sp>
      <p:sp>
        <p:nvSpPr>
          <p:cNvPr id="4" name="Slide Number Placeholder 3">
            <a:extLst>
              <a:ext uri="{FF2B5EF4-FFF2-40B4-BE49-F238E27FC236}">
                <a16:creationId xmlns:a16="http://schemas.microsoft.com/office/drawing/2014/main" id="{4713C573-DFCD-7CF3-051C-8FE3149468E8}"/>
              </a:ext>
            </a:extLst>
          </p:cNvPr>
          <p:cNvSpPr>
            <a:spLocks noGrp="1"/>
          </p:cNvSpPr>
          <p:nvPr>
            <p:ph type="sldNum" sz="quarter" idx="5"/>
          </p:nvPr>
        </p:nvSpPr>
        <p:spPr/>
        <p:txBody>
          <a:bodyPr/>
          <a:lstStyle/>
          <a:p>
            <a:fld id="{2F4CA936-69E1-45F3-BD71-82E340229D81}" type="slidenum">
              <a:rPr lang="en-US" smtClean="0"/>
              <a:pPr/>
              <a:t>3</a:t>
            </a:fld>
            <a:endParaRPr lang="en-US" dirty="0"/>
          </a:p>
        </p:txBody>
      </p:sp>
    </p:spTree>
    <p:extLst>
      <p:ext uri="{BB962C8B-B14F-4D97-AF65-F5344CB8AC3E}">
        <p14:creationId xmlns:p14="http://schemas.microsoft.com/office/powerpoint/2010/main" val="27560381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31.xml"/><Relationship Id="rId5" Type="http://schemas.openxmlformats.org/officeDocument/2006/relationships/image" Target="../media/image7.png"/><Relationship Id="rId4" Type="http://schemas.openxmlformats.org/officeDocument/2006/relationships/hyperlink" Target="https://www.cadence.com/go/trademarks"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4114800"/>
            <a:ext cx="10972800" cy="1371600"/>
          </a:xfrm>
          <a:prstGeom prst="rect">
            <a:avLst/>
          </a:prstGeom>
        </p:spPr>
        <p:txBody>
          <a:bodyPr anchor="ctr">
            <a:normAutofit/>
          </a:bodyPr>
          <a:lstStyle>
            <a:lvl1pPr marL="0" indent="0" algn="l">
              <a:defRPr lang="en-US" sz="3600" b="0" kern="1200" dirty="0">
                <a:solidFill>
                  <a:srgbClr val="333333"/>
                </a:solidFill>
                <a:latin typeface="+mj-lt"/>
                <a:ea typeface="+mj-ea"/>
                <a:cs typeface="Arial" panose="020B0604020202020204" pitchFamily="34" charset="0"/>
              </a:defRPr>
            </a:lvl1pPr>
          </a:lstStyle>
          <a:p>
            <a:pPr marL="0" lvl="0" indent="-228600" algn="l" defTabSz="914400" rtl="0" eaLnBrk="1" latinLnBrk="0" hangingPunct="1">
              <a:lnSpc>
                <a:spcPct val="90000"/>
              </a:lnSpc>
              <a:spcBef>
                <a:spcPct val="0"/>
              </a:spcBef>
              <a:buFont typeface="Arial" panose="020B0604020202020204" pitchFamily="34" charset="0"/>
              <a:buNone/>
            </a:pPr>
            <a:r>
              <a:rPr lang="en-US" dirty="0"/>
              <a:t>Click to Enter Title</a:t>
            </a:r>
          </a:p>
        </p:txBody>
      </p:sp>
      <p:sp>
        <p:nvSpPr>
          <p:cNvPr id="3" name="Subtitle 2"/>
          <p:cNvSpPr>
            <a:spLocks noGrp="1"/>
          </p:cNvSpPr>
          <p:nvPr>
            <p:ph type="subTitle" idx="1" hasCustomPrompt="1"/>
          </p:nvPr>
        </p:nvSpPr>
        <p:spPr>
          <a:xfrm>
            <a:off x="1828800" y="5494867"/>
            <a:ext cx="2286000" cy="365760"/>
          </a:xfrm>
          <a:prstGeom prst="rect">
            <a:avLst/>
          </a:prstGeom>
        </p:spPr>
        <p:txBody>
          <a:bodyPr wrap="none" lIns="91440" tIns="91440" rIns="91440" bIns="91440" anchor="ctr">
            <a:noAutofit/>
          </a:bodyPr>
          <a:lstStyle>
            <a:lvl1pPr marL="0" indent="0" algn="l" defTabSz="914400" rtl="0" eaLnBrk="1" latinLnBrk="0" hangingPunct="1">
              <a:lnSpc>
                <a:spcPct val="100000"/>
              </a:lnSpc>
              <a:spcBef>
                <a:spcPts val="0"/>
              </a:spcBef>
              <a:buFontTx/>
              <a:buNone/>
              <a:defRPr lang="en-US" sz="2000" b="0" kern="1200" baseline="0" dirty="0">
                <a:solidFill>
                  <a:srgbClr val="333333"/>
                </a:solidFill>
                <a:latin typeface="+mn-lt"/>
                <a:ea typeface="+mn-ea"/>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X.X</a:t>
            </a:r>
          </a:p>
        </p:txBody>
      </p:sp>
      <p:sp>
        <p:nvSpPr>
          <p:cNvPr id="13" name="Subtitle 2"/>
          <p:cNvSpPr txBox="1">
            <a:spLocks/>
          </p:cNvSpPr>
          <p:nvPr/>
        </p:nvSpPr>
        <p:spPr bwMode="gray">
          <a:xfrm>
            <a:off x="457200" y="6339357"/>
            <a:ext cx="1119575" cy="175098"/>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defPPr>
              <a:defRPr lang="en-US"/>
            </a:defPPr>
            <a:lvl1pPr marR="0" lvl="0" indent="0" fontAlgn="base">
              <a:lnSpc>
                <a:spcPct val="100000"/>
              </a:lnSpc>
              <a:spcBef>
                <a:spcPct val="50000"/>
              </a:spcBef>
              <a:spcAft>
                <a:spcPct val="0"/>
              </a:spcAft>
              <a:buClrTx/>
              <a:buSzTx/>
              <a:buFontTx/>
              <a:buNone/>
              <a:tabLst/>
              <a:defRPr kumimoji="0" sz="1000" b="1" i="0" u="none" strike="noStrike" kern="0" cap="none" spc="0" normalizeH="0" baseline="0">
                <a:ln>
                  <a:noFill/>
                </a:ln>
                <a:solidFill>
                  <a:srgbClr val="333333"/>
                </a:solidFill>
                <a:effectLst/>
                <a:uLnTx/>
                <a:uFillTx/>
              </a:defRPr>
            </a:lvl1pPr>
          </a:lstStyle>
          <a:p>
            <a:pPr lvl="0"/>
            <a:r>
              <a:rPr lang="en-US" noProof="0" dirty="0"/>
              <a:t>Estimated time:</a:t>
            </a:r>
          </a:p>
        </p:txBody>
      </p:sp>
      <p:sp>
        <p:nvSpPr>
          <p:cNvPr id="14" name="Text Placeholder 27"/>
          <p:cNvSpPr>
            <a:spLocks noGrp="1"/>
          </p:cNvSpPr>
          <p:nvPr>
            <p:ph type="body" sz="quarter" idx="14" hasCustomPrompt="1"/>
          </p:nvPr>
        </p:nvSpPr>
        <p:spPr bwMode="gray">
          <a:xfrm>
            <a:off x="1828800" y="6330890"/>
            <a:ext cx="2286000" cy="182880"/>
          </a:xfrm>
          <a:prstGeom prst="rect">
            <a:avLst/>
          </a:prstGeom>
          <a:noFill/>
        </p:spPr>
        <p:txBody>
          <a:bodyPr vert="horz" wrap="none" lIns="91440" tIns="45720" rIns="91440" bIns="45720" rtlCol="0" anchor="ctr" anchorCtr="0">
            <a:noAutofit/>
          </a:bodyPr>
          <a:lstStyle>
            <a:lvl1pPr>
              <a:spcBef>
                <a:spcPts val="0"/>
              </a:spcBef>
              <a:defRPr lang="en-US" sz="1000" b="1" baseline="0" dirty="0">
                <a:solidFill>
                  <a:srgbClr val="333333"/>
                </a:solidFill>
              </a:defRPr>
            </a:lvl1pPr>
          </a:lstStyle>
          <a:p>
            <a:pPr lvl="0"/>
            <a:r>
              <a:rPr lang="en-US" dirty="0"/>
              <a:t>__ Days </a:t>
            </a:r>
          </a:p>
        </p:txBody>
      </p:sp>
      <p:sp>
        <p:nvSpPr>
          <p:cNvPr id="15" name="Rectangle 14"/>
          <p:cNvSpPr/>
          <p:nvPr/>
        </p:nvSpPr>
        <p:spPr bwMode="auto">
          <a:xfrm>
            <a:off x="457200" y="5494867"/>
            <a:ext cx="1115568" cy="36576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lvl="0"/>
            <a:r>
              <a:rPr lang="en-US" sz="2000" b="0" dirty="0">
                <a:solidFill>
                  <a:srgbClr val="333333"/>
                </a:solidFill>
                <a:latin typeface="+mn-lt"/>
              </a:rPr>
              <a:t>Version</a:t>
            </a:r>
          </a:p>
        </p:txBody>
      </p:sp>
      <p:pic>
        <p:nvPicPr>
          <p:cNvPr id="16" name="Picture 15" descr="A picture containing television, dark, monitor, drawing&#10;&#10;Description automatically generated">
            <a:extLst>
              <a:ext uri="{FF2B5EF4-FFF2-40B4-BE49-F238E27FC236}">
                <a16:creationId xmlns:a16="http://schemas.microsoft.com/office/drawing/2014/main" id="{DB1FECBE-C5B5-4E72-B014-6EBEB00AE21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10" name="Rectangle 9">
            <a:extLst>
              <a:ext uri="{FF2B5EF4-FFF2-40B4-BE49-F238E27FC236}">
                <a16:creationId xmlns:a16="http://schemas.microsoft.com/office/drawing/2014/main" id="{2A72C6F2-E20D-4D97-8B93-751CC2E7ABDB}"/>
              </a:ext>
            </a:extLst>
          </p:cNvPr>
          <p:cNvSpPr/>
          <p:nvPr userDrawn="1"/>
        </p:nvSpPr>
        <p:spPr bwMode="auto">
          <a:xfrm>
            <a:off x="457200" y="6035650"/>
            <a:ext cx="1115568" cy="173736"/>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lvl="0"/>
            <a:r>
              <a:rPr lang="en-US" sz="1000" b="1" dirty="0">
                <a:solidFill>
                  <a:srgbClr val="333333"/>
                </a:solidFill>
                <a:latin typeface="+mn-lt"/>
              </a:rPr>
              <a:t>Revision</a:t>
            </a:r>
          </a:p>
        </p:txBody>
      </p:sp>
      <p:sp>
        <p:nvSpPr>
          <p:cNvPr id="11" name="Text Placeholder 24">
            <a:extLst>
              <a:ext uri="{FF2B5EF4-FFF2-40B4-BE49-F238E27FC236}">
                <a16:creationId xmlns:a16="http://schemas.microsoft.com/office/drawing/2014/main" id="{E5A274E0-38C2-4FB1-BB84-8A540D186057}"/>
              </a:ext>
            </a:extLst>
          </p:cNvPr>
          <p:cNvSpPr>
            <a:spLocks noGrp="1"/>
          </p:cNvSpPr>
          <p:nvPr>
            <p:ph type="body" sz="quarter" idx="15" hasCustomPrompt="1"/>
          </p:nvPr>
        </p:nvSpPr>
        <p:spPr>
          <a:xfrm>
            <a:off x="1828800" y="6025486"/>
            <a:ext cx="2286000" cy="182880"/>
          </a:xfrm>
        </p:spPr>
        <p:txBody>
          <a:bodyPr anchor="ctr" anchorCtr="0">
            <a:noAutofit/>
          </a:bodyPr>
          <a:lstStyle>
            <a:lvl1pPr>
              <a:spcBef>
                <a:spcPts val="0"/>
              </a:spcBef>
              <a:defRPr sz="1000" b="1"/>
            </a:lvl1pPr>
          </a:lstStyle>
          <a:p>
            <a:pPr lvl="0"/>
            <a:r>
              <a:rPr lang="en-US" dirty="0"/>
              <a:t>X.X</a:t>
            </a:r>
          </a:p>
        </p:txBody>
      </p:sp>
    </p:spTree>
    <p:custDataLst>
      <p:tags r:id="rId1"/>
    </p:custDataLst>
    <p:extLst>
      <p:ext uri="{BB962C8B-B14F-4D97-AF65-F5344CB8AC3E}">
        <p14:creationId xmlns:p14="http://schemas.microsoft.com/office/powerpoint/2010/main" val="2845065265"/>
      </p:ext>
    </p:extLst>
  </p:cSld>
  <p:clrMapOvr>
    <a:masterClrMapping/>
  </p:clrMapOvr>
  <p:extLst>
    <p:ext uri="{DCECCB84-F9BA-43D5-87BE-67443E8EF086}">
      <p15:sldGuideLst xmlns:p15="http://schemas.microsoft.com/office/powerpoint/2012/main">
        <p15:guide id="1" orient="horz" pos="2160">
          <p15:clr>
            <a:srgbClr val="FBAE40"/>
          </p15:clr>
        </p15:guide>
        <p15:guide id="2" pos="288">
          <p15:clr>
            <a:srgbClr val="FBAE40"/>
          </p15:clr>
        </p15:guide>
        <p15:guide id="3" pos="3744">
          <p15:clr>
            <a:srgbClr val="FBAE40"/>
          </p15:clr>
        </p15:guide>
        <p15:guide id="5" pos="3624">
          <p15:clr>
            <a:srgbClr val="FBAE40"/>
          </p15:clr>
        </p15:guide>
        <p15:guide id="6" pos="3844">
          <p15:clr>
            <a:srgbClr val="FBAE40"/>
          </p15:clr>
        </p15:guide>
        <p15:guide id="7" orient="horz" pos="3696">
          <p15:clr>
            <a:srgbClr val="FBAE40"/>
          </p15:clr>
        </p15:guide>
        <p15:guide id="8" orient="horz" pos="3456">
          <p15:clr>
            <a:srgbClr val="FBAE40"/>
          </p15:clr>
        </p15:guide>
        <p15:guide id="9" pos="1152">
          <p15:clr>
            <a:srgbClr val="FBAE40"/>
          </p15:clr>
        </p15:guide>
        <p15:guide id="10" orient="horz" pos="4104">
          <p15:clr>
            <a:srgbClr val="FBAE40"/>
          </p15:clr>
        </p15:guide>
        <p15:guide id="11" orient="horz" pos="391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38949"/>
            <a:ext cx="10972800" cy="1379579"/>
          </a:xfrm>
          <a:prstGeom prst="rect">
            <a:avLst/>
          </a:prstGeom>
        </p:spPr>
        <p:txBody>
          <a:bodyPr wrap="square" lIns="91440" tIns="182880" rIns="91440" anchor="t" anchorCtr="0">
            <a:normAutofit/>
          </a:bodyPr>
          <a:lstStyle>
            <a:lvl1pPr>
              <a:defRPr sz="3200" b="0" baseline="0">
                <a:solidFill>
                  <a:srgbClr val="005968"/>
                </a:solidFill>
              </a:defRPr>
            </a:lvl1pPr>
          </a:lstStyle>
          <a:p>
            <a:r>
              <a:rPr lang="en-US" dirty="0"/>
              <a:t>Click to Enter Module Title</a:t>
            </a:r>
          </a:p>
        </p:txBody>
      </p:sp>
      <p:sp>
        <p:nvSpPr>
          <p:cNvPr id="21" name="Subtitle 2"/>
          <p:cNvSpPr txBox="1">
            <a:spLocks noChangeAspect="1"/>
          </p:cNvSpPr>
          <p:nvPr/>
        </p:nvSpPr>
        <p:spPr bwMode="auto">
          <a:xfrm>
            <a:off x="612648" y="4911793"/>
            <a:ext cx="1485850" cy="392347"/>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lvl1pPr>
              <a:defRPr b="1">
                <a:solidFill>
                  <a:schemeClr val="accent1"/>
                </a:solidFill>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2800" b="1" i="0" u="none" strike="noStrike" kern="0" cap="none" spc="0" normalizeH="0" baseline="0" noProof="0" dirty="0">
                <a:ln>
                  <a:noFill/>
                </a:ln>
                <a:solidFill>
                  <a:srgbClr val="005968"/>
                </a:solidFill>
                <a:effectLst/>
                <a:uLnTx/>
                <a:uFillTx/>
                <a:latin typeface="+mn-lt"/>
                <a:ea typeface="+mn-ea"/>
                <a:cs typeface="Arial" panose="020B0604020202020204" pitchFamily="34" charset="0"/>
              </a:rPr>
              <a:t>Module</a:t>
            </a:r>
          </a:p>
        </p:txBody>
      </p:sp>
      <p:pic>
        <p:nvPicPr>
          <p:cNvPr id="22" name="Picture 21" descr="A picture containing television, dark, monitor, drawing&#10;&#10;Description automatically generated">
            <a:extLst>
              <a:ext uri="{FF2B5EF4-FFF2-40B4-BE49-F238E27FC236}">
                <a16:creationId xmlns:a16="http://schemas.microsoft.com/office/drawing/2014/main" id="{D7172F31-5BC1-47D9-A7DD-8FE70FC2B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6" name="Text Placeholder 5">
            <a:extLst>
              <a:ext uri="{FF2B5EF4-FFF2-40B4-BE49-F238E27FC236}">
                <a16:creationId xmlns:a16="http://schemas.microsoft.com/office/drawing/2014/main" id="{32224124-FC9F-4349-B8DB-54054127E7BF}"/>
              </a:ext>
            </a:extLst>
          </p:cNvPr>
          <p:cNvSpPr>
            <a:spLocks noGrp="1" noChangeAspect="1"/>
          </p:cNvSpPr>
          <p:nvPr>
            <p:ph type="body" sz="quarter" idx="10" hasCustomPrompt="1"/>
          </p:nvPr>
        </p:nvSpPr>
        <p:spPr>
          <a:xfrm>
            <a:off x="2219500" y="4914900"/>
            <a:ext cx="1490472" cy="388619"/>
          </a:xfrm>
        </p:spPr>
        <p:txBody>
          <a:bodyPr tIns="45720" bIns="45720" anchor="ctr" anchorCtr="0">
            <a:noAutofit/>
          </a:bodyPr>
          <a:lstStyle>
            <a:lvl1pPr>
              <a:spcBef>
                <a:spcPts val="0"/>
              </a:spcBef>
              <a:defRPr sz="2800" b="1">
                <a:solidFill>
                  <a:srgbClr val="005968"/>
                </a:solidFill>
              </a:defRPr>
            </a:lvl1pPr>
          </a:lstStyle>
          <a:p>
            <a:pPr lvl="0"/>
            <a:r>
              <a:rPr lang="en-US" dirty="0"/>
              <a:t>X.X</a:t>
            </a:r>
          </a:p>
        </p:txBody>
      </p:sp>
    </p:spTree>
    <p:custDataLst>
      <p:tags r:id="rId1"/>
    </p:custDataLst>
    <p:extLst>
      <p:ext uri="{BB962C8B-B14F-4D97-AF65-F5344CB8AC3E}">
        <p14:creationId xmlns:p14="http://schemas.microsoft.com/office/powerpoint/2010/main" val="3934988019"/>
      </p:ext>
    </p:extLst>
  </p:cSld>
  <p:clrMapOvr>
    <a:masterClrMapping/>
  </p:clrMapOvr>
  <p:extLst>
    <p:ext uri="{DCECCB84-F9BA-43D5-87BE-67443E8EF086}">
      <p15:sldGuideLst xmlns:p15="http://schemas.microsoft.com/office/powerpoint/2012/main">
        <p15:guide id="1" orient="horz" pos="2160">
          <p15:clr>
            <a:srgbClr val="FBAE40"/>
          </p15:clr>
        </p15:guide>
        <p15:guide id="2" pos="1320">
          <p15:clr>
            <a:srgbClr val="FBAE40"/>
          </p15:clr>
        </p15:guide>
        <p15:guide id="3" orient="horz" pos="3096">
          <p15:clr>
            <a:srgbClr val="FBAE40"/>
          </p15:clr>
        </p15:guide>
        <p15:guide id="4" orient="horz" pos="3336">
          <p15:clr>
            <a:srgbClr val="FBAE40"/>
          </p15:clr>
        </p15:guide>
        <p15:guide id="5" pos="384">
          <p15:clr>
            <a:srgbClr val="FBAE40"/>
          </p15:clr>
        </p15:guide>
        <p15:guide id="6" pos="13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ubmodul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40096"/>
            <a:ext cx="10972800" cy="1379579"/>
          </a:xfrm>
          <a:prstGeom prst="rect">
            <a:avLst/>
          </a:prstGeom>
        </p:spPr>
        <p:txBody>
          <a:bodyPr wrap="square" tIns="182880" anchor="t" anchorCtr="0">
            <a:normAutofit/>
          </a:bodyPr>
          <a:lstStyle>
            <a:lvl1pPr>
              <a:defRPr sz="3200" b="0" baseline="0">
                <a:solidFill>
                  <a:srgbClr val="005968"/>
                </a:solidFill>
              </a:defRPr>
            </a:lvl1pPr>
          </a:lstStyle>
          <a:p>
            <a:r>
              <a:rPr lang="en-US" dirty="0"/>
              <a:t>Click to Enter Module Title</a:t>
            </a:r>
          </a:p>
        </p:txBody>
      </p:sp>
      <p:sp>
        <p:nvSpPr>
          <p:cNvPr id="21" name="Subtitle 2"/>
          <p:cNvSpPr txBox="1">
            <a:spLocks noChangeAspect="1"/>
          </p:cNvSpPr>
          <p:nvPr/>
        </p:nvSpPr>
        <p:spPr bwMode="auto">
          <a:xfrm>
            <a:off x="609650" y="4911793"/>
            <a:ext cx="2175114" cy="392347"/>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lvl1pPr>
              <a:defRPr b="1">
                <a:solidFill>
                  <a:schemeClr val="accent1"/>
                </a:solidFill>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2800" b="1" i="0" u="none" strike="noStrike" kern="0" cap="none" spc="0" normalizeH="0" baseline="0" noProof="0" dirty="0">
                <a:ln>
                  <a:noFill/>
                </a:ln>
                <a:solidFill>
                  <a:srgbClr val="005968"/>
                </a:solidFill>
                <a:effectLst/>
                <a:uLnTx/>
                <a:uFillTx/>
                <a:latin typeface="+mn-lt"/>
                <a:ea typeface="+mn-ea"/>
                <a:cs typeface="Arial" panose="020B0604020202020204" pitchFamily="34" charset="0"/>
              </a:rPr>
              <a:t>Submodule</a:t>
            </a:r>
          </a:p>
        </p:txBody>
      </p:sp>
      <p:pic>
        <p:nvPicPr>
          <p:cNvPr id="22" name="Picture 21" descr="A picture containing television, dark, monitor, drawing&#10;&#10;Description automatically generated">
            <a:extLst>
              <a:ext uri="{FF2B5EF4-FFF2-40B4-BE49-F238E27FC236}">
                <a16:creationId xmlns:a16="http://schemas.microsoft.com/office/drawing/2014/main" id="{D7172F31-5BC1-47D9-A7DD-8FE70FC2B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7" name="Text Placeholder 5">
            <a:extLst>
              <a:ext uri="{FF2B5EF4-FFF2-40B4-BE49-F238E27FC236}">
                <a16:creationId xmlns:a16="http://schemas.microsoft.com/office/drawing/2014/main" id="{7493ACD8-FB25-4370-8D30-3C25C7B42FE3}"/>
              </a:ext>
            </a:extLst>
          </p:cNvPr>
          <p:cNvSpPr>
            <a:spLocks noGrp="1" noChangeAspect="1"/>
          </p:cNvSpPr>
          <p:nvPr>
            <p:ph type="body" sz="quarter" idx="10" hasCustomPrompt="1"/>
          </p:nvPr>
        </p:nvSpPr>
        <p:spPr>
          <a:xfrm>
            <a:off x="2897927" y="4921624"/>
            <a:ext cx="1490472" cy="381895"/>
          </a:xfrm>
        </p:spPr>
        <p:txBody>
          <a:bodyPr tIns="45720" bIns="45720" anchor="ctr" anchorCtr="0">
            <a:noAutofit/>
          </a:bodyPr>
          <a:lstStyle>
            <a:lvl1pPr>
              <a:spcBef>
                <a:spcPts val="0"/>
              </a:spcBef>
              <a:defRPr sz="2800" b="1">
                <a:solidFill>
                  <a:srgbClr val="005968"/>
                </a:solidFill>
              </a:defRPr>
            </a:lvl1pPr>
          </a:lstStyle>
          <a:p>
            <a:pPr lvl="0"/>
            <a:r>
              <a:rPr lang="en-US" dirty="0"/>
              <a:t>X.X</a:t>
            </a:r>
          </a:p>
        </p:txBody>
      </p:sp>
    </p:spTree>
    <p:custDataLst>
      <p:tags r:id="rId1"/>
    </p:custDataLst>
    <p:extLst>
      <p:ext uri="{BB962C8B-B14F-4D97-AF65-F5344CB8AC3E}">
        <p14:creationId xmlns:p14="http://schemas.microsoft.com/office/powerpoint/2010/main" val="2389366527"/>
      </p:ext>
    </p:extLst>
  </p:cSld>
  <p:clrMapOvr>
    <a:masterClrMapping/>
  </p:clrMapOvr>
  <p:extLst>
    <p:ext uri="{DCECCB84-F9BA-43D5-87BE-67443E8EF086}">
      <p15:sldGuideLst xmlns:p15="http://schemas.microsoft.com/office/powerpoint/2012/main">
        <p15:guide id="1" orient="horz" pos="2160">
          <p15:clr>
            <a:srgbClr val="FBAE40"/>
          </p15:clr>
        </p15:guide>
        <p15:guide id="2" pos="1752">
          <p15:clr>
            <a:srgbClr val="FBAE40"/>
          </p15:clr>
        </p15:guide>
        <p15:guide id="3" orient="horz" pos="3096">
          <p15:clr>
            <a:srgbClr val="FBAE40"/>
          </p15:clr>
        </p15:guide>
        <p15:guide id="4" orient="horz" pos="3336">
          <p15:clr>
            <a:srgbClr val="FBAE40"/>
          </p15:clr>
        </p15:guide>
        <p15:guide id="5" pos="384">
          <p15:clr>
            <a:srgbClr val="FBAE40"/>
          </p15:clr>
        </p15:guide>
        <p15:guide id="6" pos="182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ppendix">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40096"/>
            <a:ext cx="10972800" cy="1379579"/>
          </a:xfrm>
          <a:prstGeom prst="rect">
            <a:avLst/>
          </a:prstGeom>
        </p:spPr>
        <p:txBody>
          <a:bodyPr wrap="square" tIns="182880" anchor="t" anchorCtr="0">
            <a:normAutofit/>
          </a:bodyPr>
          <a:lstStyle>
            <a:lvl1pPr>
              <a:defRPr sz="3200" b="0" baseline="0">
                <a:solidFill>
                  <a:srgbClr val="005968"/>
                </a:solidFill>
              </a:defRPr>
            </a:lvl1pPr>
          </a:lstStyle>
          <a:p>
            <a:r>
              <a:rPr lang="en-US" dirty="0"/>
              <a:t>Click to Enter Module Title</a:t>
            </a:r>
          </a:p>
        </p:txBody>
      </p:sp>
      <p:sp>
        <p:nvSpPr>
          <p:cNvPr id="21" name="Subtitle 2"/>
          <p:cNvSpPr txBox="1">
            <a:spLocks noChangeAspect="1"/>
          </p:cNvSpPr>
          <p:nvPr/>
        </p:nvSpPr>
        <p:spPr bwMode="auto">
          <a:xfrm>
            <a:off x="609600" y="4910328"/>
            <a:ext cx="1882790" cy="393192"/>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lvl1pPr>
              <a:defRPr b="1">
                <a:solidFill>
                  <a:schemeClr val="accent1"/>
                </a:solidFill>
              </a:defRPr>
            </a:lvl1pPr>
          </a:lstStyle>
          <a:p>
            <a:pPr marL="0" marR="0" lvl="0" indent="0" algn="l" defTabSz="914400" rtl="0" eaLnBrk="1" fontAlgn="base" latinLnBrk="0" hangingPunct="1">
              <a:lnSpc>
                <a:spcPct val="100000"/>
              </a:lnSpc>
              <a:spcBef>
                <a:spcPts val="1000"/>
              </a:spcBef>
              <a:spcAft>
                <a:spcPct val="0"/>
              </a:spcAft>
              <a:buClrTx/>
              <a:buSzTx/>
              <a:buFontTx/>
              <a:buNone/>
              <a:tabLst/>
              <a:defRPr/>
            </a:pPr>
            <a:r>
              <a:rPr kumimoji="0" lang="en-US" sz="2800" b="1" i="0" u="none" strike="noStrike" kern="0" cap="none" spc="0" normalizeH="0" baseline="0" noProof="0" dirty="0">
                <a:ln>
                  <a:noFill/>
                </a:ln>
                <a:solidFill>
                  <a:srgbClr val="005968"/>
                </a:solidFill>
                <a:effectLst/>
                <a:uLnTx/>
                <a:uFillTx/>
                <a:latin typeface="+mn-lt"/>
                <a:ea typeface="+mn-ea"/>
                <a:cs typeface="Arial" panose="020B0604020202020204" pitchFamily="34" charset="0"/>
              </a:rPr>
              <a:t>Appendix</a:t>
            </a:r>
          </a:p>
        </p:txBody>
      </p:sp>
      <p:pic>
        <p:nvPicPr>
          <p:cNvPr id="22" name="Picture 21" descr="A picture containing television, dark, monitor, drawing&#10;&#10;Description automatically generated">
            <a:extLst>
              <a:ext uri="{FF2B5EF4-FFF2-40B4-BE49-F238E27FC236}">
                <a16:creationId xmlns:a16="http://schemas.microsoft.com/office/drawing/2014/main" id="{D7172F31-5BC1-47D9-A7DD-8FE70FC2B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7" name="Text Placeholder 5">
            <a:extLst>
              <a:ext uri="{FF2B5EF4-FFF2-40B4-BE49-F238E27FC236}">
                <a16:creationId xmlns:a16="http://schemas.microsoft.com/office/drawing/2014/main" id="{7493ACD8-FB25-4370-8D30-3C25C7B42FE3}"/>
              </a:ext>
            </a:extLst>
          </p:cNvPr>
          <p:cNvSpPr>
            <a:spLocks noGrp="1" noChangeAspect="1"/>
          </p:cNvSpPr>
          <p:nvPr>
            <p:ph type="body" sz="quarter" idx="10" hasCustomPrompt="1"/>
          </p:nvPr>
        </p:nvSpPr>
        <p:spPr>
          <a:xfrm>
            <a:off x="2561377" y="4921624"/>
            <a:ext cx="1490472" cy="381895"/>
          </a:xfrm>
        </p:spPr>
        <p:txBody>
          <a:bodyPr tIns="45720" bIns="45720" anchor="ctr" anchorCtr="0">
            <a:noAutofit/>
          </a:bodyPr>
          <a:lstStyle>
            <a:lvl1pPr>
              <a:spcBef>
                <a:spcPts val="0"/>
              </a:spcBef>
              <a:defRPr sz="2800" b="1">
                <a:solidFill>
                  <a:srgbClr val="005968"/>
                </a:solidFill>
              </a:defRPr>
            </a:lvl1pPr>
          </a:lstStyle>
          <a:p>
            <a:pPr lvl="0"/>
            <a:r>
              <a:rPr lang="en-US" dirty="0"/>
              <a:t>X.X</a:t>
            </a:r>
          </a:p>
        </p:txBody>
      </p:sp>
    </p:spTree>
    <p:custDataLst>
      <p:tags r:id="rId1"/>
    </p:custDataLst>
    <p:extLst>
      <p:ext uri="{BB962C8B-B14F-4D97-AF65-F5344CB8AC3E}">
        <p14:creationId xmlns:p14="http://schemas.microsoft.com/office/powerpoint/2010/main" val="738055837"/>
      </p:ext>
    </p:extLst>
  </p:cSld>
  <p:clrMapOvr>
    <a:masterClrMapping/>
  </p:clrMapOvr>
  <p:extLst>
    <p:ext uri="{DCECCB84-F9BA-43D5-87BE-67443E8EF086}">
      <p15:sldGuideLst xmlns:p15="http://schemas.microsoft.com/office/powerpoint/2012/main">
        <p15:guide id="1" orient="horz" pos="2160">
          <p15:clr>
            <a:srgbClr val="FBAE40"/>
          </p15:clr>
        </p15:guide>
        <p15:guide id="2" pos="1536">
          <p15:clr>
            <a:srgbClr val="FBAE40"/>
          </p15:clr>
        </p15:guide>
        <p15:guide id="3" orient="horz" pos="3096">
          <p15:clr>
            <a:srgbClr val="FBAE40"/>
          </p15:clr>
        </p15:guide>
        <p15:guide id="4" orient="horz" pos="3336">
          <p15:clr>
            <a:srgbClr val="FBAE40"/>
          </p15:clr>
        </p15:guide>
        <p15:guide id="5" pos="384">
          <p15:clr>
            <a:srgbClr val="FBAE40"/>
          </p15:clr>
        </p15:guide>
        <p15:guide id="6" pos="160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ubappendix">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40096"/>
            <a:ext cx="10972800" cy="1379579"/>
          </a:xfrm>
          <a:prstGeom prst="rect">
            <a:avLst/>
          </a:prstGeom>
        </p:spPr>
        <p:txBody>
          <a:bodyPr wrap="square" tIns="182880" anchor="t" anchorCtr="0">
            <a:normAutofit/>
          </a:bodyPr>
          <a:lstStyle>
            <a:lvl1pPr>
              <a:defRPr sz="3200" b="0" baseline="0">
                <a:solidFill>
                  <a:srgbClr val="005968"/>
                </a:solidFill>
              </a:defRPr>
            </a:lvl1pPr>
          </a:lstStyle>
          <a:p>
            <a:r>
              <a:rPr lang="en-US" dirty="0"/>
              <a:t>Click to Enter Module Title</a:t>
            </a:r>
          </a:p>
        </p:txBody>
      </p:sp>
      <p:sp>
        <p:nvSpPr>
          <p:cNvPr id="21" name="Subtitle 2"/>
          <p:cNvSpPr txBox="1">
            <a:spLocks noChangeAspect="1"/>
          </p:cNvSpPr>
          <p:nvPr/>
        </p:nvSpPr>
        <p:spPr bwMode="auto">
          <a:xfrm>
            <a:off x="609650" y="4914900"/>
            <a:ext cx="2395728" cy="389240"/>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lvl1pPr>
              <a:defRPr b="1">
                <a:solidFill>
                  <a:schemeClr val="accent1"/>
                </a:solidFill>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2800" b="1" i="0" u="none" strike="noStrike" kern="0" cap="none" spc="0" normalizeH="0" baseline="0" noProof="0" dirty="0" err="1">
                <a:ln>
                  <a:noFill/>
                </a:ln>
                <a:solidFill>
                  <a:srgbClr val="005968"/>
                </a:solidFill>
                <a:effectLst/>
                <a:uLnTx/>
                <a:uFillTx/>
                <a:latin typeface="+mn-lt"/>
                <a:ea typeface="+mn-ea"/>
                <a:cs typeface="Arial" panose="020B0604020202020204" pitchFamily="34" charset="0"/>
              </a:rPr>
              <a:t>Subappendix</a:t>
            </a:r>
            <a:endParaRPr kumimoji="0" lang="en-US" sz="2800" b="1" i="0" u="none" strike="noStrike" kern="0" cap="none" spc="0" normalizeH="0" baseline="0" noProof="0" dirty="0">
              <a:ln>
                <a:noFill/>
              </a:ln>
              <a:solidFill>
                <a:srgbClr val="005968"/>
              </a:solidFill>
              <a:effectLst/>
              <a:uLnTx/>
              <a:uFillTx/>
              <a:latin typeface="+mn-lt"/>
              <a:ea typeface="+mn-ea"/>
              <a:cs typeface="Arial" panose="020B0604020202020204" pitchFamily="34" charset="0"/>
            </a:endParaRPr>
          </a:p>
        </p:txBody>
      </p:sp>
      <p:pic>
        <p:nvPicPr>
          <p:cNvPr id="22" name="Picture 21" descr="A picture containing television, dark, monitor, drawing&#10;&#10;Description automatically generated">
            <a:extLst>
              <a:ext uri="{FF2B5EF4-FFF2-40B4-BE49-F238E27FC236}">
                <a16:creationId xmlns:a16="http://schemas.microsoft.com/office/drawing/2014/main" id="{D7172F31-5BC1-47D9-A7DD-8FE70FC2B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7" name="Text Placeholder 5">
            <a:extLst>
              <a:ext uri="{FF2B5EF4-FFF2-40B4-BE49-F238E27FC236}">
                <a16:creationId xmlns:a16="http://schemas.microsoft.com/office/drawing/2014/main" id="{7493ACD8-FB25-4370-8D30-3C25C7B42FE3}"/>
              </a:ext>
            </a:extLst>
          </p:cNvPr>
          <p:cNvSpPr>
            <a:spLocks noGrp="1" noChangeAspect="1"/>
          </p:cNvSpPr>
          <p:nvPr>
            <p:ph type="body" sz="quarter" idx="10" hasCustomPrompt="1"/>
          </p:nvPr>
        </p:nvSpPr>
        <p:spPr>
          <a:xfrm>
            <a:off x="3129200" y="4921624"/>
            <a:ext cx="1490472" cy="381895"/>
          </a:xfrm>
        </p:spPr>
        <p:txBody>
          <a:bodyPr tIns="45720" bIns="45720" anchor="ctr" anchorCtr="0">
            <a:noAutofit/>
          </a:bodyPr>
          <a:lstStyle>
            <a:lvl1pPr>
              <a:spcBef>
                <a:spcPts val="0"/>
              </a:spcBef>
              <a:defRPr sz="2800" b="1">
                <a:solidFill>
                  <a:srgbClr val="005968"/>
                </a:solidFill>
              </a:defRPr>
            </a:lvl1pPr>
          </a:lstStyle>
          <a:p>
            <a:pPr lvl="0"/>
            <a:r>
              <a:rPr lang="en-US" dirty="0"/>
              <a:t>X.X</a:t>
            </a:r>
          </a:p>
        </p:txBody>
      </p:sp>
    </p:spTree>
    <p:custDataLst>
      <p:tags r:id="rId1"/>
    </p:custDataLst>
    <p:extLst>
      <p:ext uri="{BB962C8B-B14F-4D97-AF65-F5344CB8AC3E}">
        <p14:creationId xmlns:p14="http://schemas.microsoft.com/office/powerpoint/2010/main" val="476183578"/>
      </p:ext>
    </p:extLst>
  </p:cSld>
  <p:clrMapOvr>
    <a:masterClrMapping/>
  </p:clrMapOvr>
  <p:extLst>
    <p:ext uri="{DCECCB84-F9BA-43D5-87BE-67443E8EF086}">
      <p15:sldGuideLst xmlns:p15="http://schemas.microsoft.com/office/powerpoint/2012/main">
        <p15:guide id="1" orient="horz" pos="2160">
          <p15:clr>
            <a:srgbClr val="FBAE40"/>
          </p15:clr>
        </p15:guide>
        <p15:guide id="2" pos="1896">
          <p15:clr>
            <a:srgbClr val="FBAE40"/>
          </p15:clr>
        </p15:guide>
        <p15:guide id="3" orient="horz" pos="3096">
          <p15:clr>
            <a:srgbClr val="FBAE40"/>
          </p15:clr>
        </p15:guide>
        <p15:guide id="4" orient="horz" pos="3336">
          <p15:clr>
            <a:srgbClr val="FBAE40"/>
          </p15:clr>
        </p15:guide>
        <p15:guide id="5" pos="384">
          <p15:clr>
            <a:srgbClr val="FBAE40"/>
          </p15:clr>
        </p15:guide>
        <p15:guide id="6" pos="196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8782D-D8DF-4AD0-968E-7626FE55431E}"/>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EE47DA59-F255-4CF7-A18F-6BE07FEA75C7}"/>
              </a:ext>
            </a:extLst>
          </p:cNvPr>
          <p:cNvSpPr>
            <a:spLocks noGrp="1"/>
          </p:cNvSpPr>
          <p:nvPr>
            <p:ph type="ftr" sz="quarter" idx="10"/>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4" name="Slide Number Placeholder 3">
            <a:extLst>
              <a:ext uri="{FF2B5EF4-FFF2-40B4-BE49-F238E27FC236}">
                <a16:creationId xmlns:a16="http://schemas.microsoft.com/office/drawing/2014/main" id="{D560DF50-F903-4C80-9643-85E90D07E97C}"/>
              </a:ext>
            </a:extLst>
          </p:cNvPr>
          <p:cNvSpPr>
            <a:spLocks noGrp="1"/>
          </p:cNvSpPr>
          <p:nvPr>
            <p:ph type="sldNum" sz="quarter" idx="11"/>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3485362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274320" y="1005840"/>
            <a:ext cx="11612880" cy="5486400"/>
          </a:xfrm>
          <a:prstGeom prst="rect">
            <a:avLst/>
          </a:prstGeom>
        </p:spPr>
        <p:txBody>
          <a:bodyPr vert="horz" lIns="91440" tIns="91440" rIns="91440" bIns="91440" rtlCol="0">
            <a:normAutofit/>
          </a:bodyPr>
          <a:lstStyle>
            <a:lvl1pPr>
              <a:defRPr lang="en-US" dirty="0"/>
            </a:lvl1pPr>
            <a:lvl2pPr marL="378460" indent="-285750">
              <a:defRPr lang="en-US" sz="1800" kern="1200" dirty="0">
                <a:solidFill>
                  <a:schemeClr val="tx1"/>
                </a:solidFill>
                <a:latin typeface="+mn-lt"/>
                <a:ea typeface="+mn-ea"/>
                <a:cs typeface="+mn-cs"/>
              </a:defRPr>
            </a:lvl2pPr>
            <a:lvl3pPr>
              <a:defRPr lang="en-US" dirty="0"/>
            </a:lvl3pPr>
            <a:lvl4pPr>
              <a:defRPr lang="en-US" dirty="0"/>
            </a:lvl4pPr>
          </a:lstStyle>
          <a:p>
            <a:pPr lvl="0"/>
            <a:r>
              <a:rPr lang="en-US" dirty="0"/>
              <a:t>Click to add text</a:t>
            </a:r>
          </a:p>
          <a:p>
            <a:pPr marL="365760" marR="0" lvl="1" indent="-273050" algn="l" defTabSz="457200" rtl="0" eaLnBrk="1" fontAlgn="auto" latinLnBrk="0" hangingPunct="1">
              <a:lnSpc>
                <a:spcPct val="100000"/>
              </a:lnSpc>
              <a:spcBef>
                <a:spcPts val="1200"/>
              </a:spcBef>
              <a:spcAft>
                <a:spcPts val="0"/>
              </a:spcAft>
              <a:buClr>
                <a:srgbClr val="147BD1"/>
              </a:buClr>
              <a:buSzTx/>
              <a:buFont typeface="Arial" panose="020B0604020202020204" pitchFamily="34" charset="0"/>
              <a:buChar char="●"/>
              <a:tabLst/>
            </a:pPr>
            <a:r>
              <a:rPr lang="en-US" dirty="0"/>
              <a:t>Second level</a:t>
            </a:r>
          </a:p>
          <a:p>
            <a:pPr marR="0" lvl="2" defTabSz="457200" fontAlgn="auto">
              <a:spcAft>
                <a:spcPts val="0"/>
              </a:spcAft>
              <a:buClr>
                <a:srgbClr val="147BD1"/>
              </a:buClr>
              <a:buSzPct val="100000"/>
              <a:tabLst/>
            </a:pPr>
            <a:r>
              <a:rPr lang="en-US" dirty="0"/>
              <a:t>Third level</a:t>
            </a:r>
          </a:p>
          <a:p>
            <a:pPr marR="0" lvl="3" defTabSz="457200" fontAlgn="auto">
              <a:spcAft>
                <a:spcPts val="0"/>
              </a:spcAft>
              <a:buClr>
                <a:srgbClr val="147BD1"/>
              </a:buClr>
              <a:buSzTx/>
              <a:tabLst/>
            </a:pPr>
            <a:r>
              <a:rPr lang="en-US" dirty="0"/>
              <a:t>Fourth level</a:t>
            </a:r>
          </a:p>
        </p:txBody>
      </p:sp>
      <p:sp>
        <p:nvSpPr>
          <p:cNvPr id="4" name="Title 3"/>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3FD51F43-20C7-46B2-A15C-A4E517BA5F0F}"/>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3" name="Slide Number Placeholder 2">
            <a:extLst>
              <a:ext uri="{FF2B5EF4-FFF2-40B4-BE49-F238E27FC236}">
                <a16:creationId xmlns:a16="http://schemas.microsoft.com/office/drawing/2014/main" id="{F351F311-4F16-4FCA-A90A-74174536F021}"/>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937227914"/>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Image">
    <p:spTree>
      <p:nvGrpSpPr>
        <p:cNvPr id="1" name=""/>
        <p:cNvGrpSpPr/>
        <p:nvPr/>
      </p:nvGrpSpPr>
      <p:grpSpPr>
        <a:xfrm>
          <a:off x="0" y="0"/>
          <a:ext cx="0" cy="0"/>
          <a:chOff x="0" y="0"/>
          <a:chExt cx="0" cy="0"/>
        </a:xfrm>
      </p:grpSpPr>
      <p:sp>
        <p:nvSpPr>
          <p:cNvPr id="9" name="Content Placeholder 9"/>
          <p:cNvSpPr>
            <a:spLocks noGrp="1"/>
          </p:cNvSpPr>
          <p:nvPr>
            <p:ph sz="quarter" idx="14" hasCustomPrompt="1"/>
          </p:nvPr>
        </p:nvSpPr>
        <p:spPr>
          <a:xfrm>
            <a:off x="274320" y="1005840"/>
            <a:ext cx="5760720" cy="548640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Click to add text</a:t>
            </a:r>
          </a:p>
          <a:p>
            <a:pPr marL="365760" marR="0" lvl="1" indent="-273050" defTabSz="457200" fontAlgn="auto">
              <a:spcAft>
                <a:spcPts val="0"/>
              </a:spcAft>
              <a:buClr>
                <a:srgbClr val="147BD1"/>
              </a:buClr>
              <a:buSzTx/>
              <a:tabLst/>
            </a:pPr>
            <a:r>
              <a:rPr lang="en-US" dirty="0"/>
              <a:t>Second level</a:t>
            </a:r>
          </a:p>
          <a:p>
            <a:pPr marR="0" lvl="2" defTabSz="457200" fontAlgn="auto">
              <a:spcAft>
                <a:spcPts val="0"/>
              </a:spcAft>
              <a:buClr>
                <a:srgbClr val="147BD1"/>
              </a:buClr>
              <a:buSzPct val="100000"/>
              <a:tabLst/>
            </a:pPr>
            <a:r>
              <a:rPr lang="en-US" dirty="0"/>
              <a:t>Third level</a:t>
            </a:r>
          </a:p>
          <a:p>
            <a:pPr marR="0" lvl="3" defTabSz="457200" fontAlgn="auto">
              <a:spcAft>
                <a:spcPts val="0"/>
              </a:spcAft>
              <a:buClr>
                <a:srgbClr val="147BD1"/>
              </a:buClr>
              <a:buSzTx/>
              <a:tabLst/>
            </a:pPr>
            <a:r>
              <a:rPr lang="en-US" dirty="0"/>
              <a:t>Fourth level</a:t>
            </a:r>
          </a:p>
        </p:txBody>
      </p:sp>
      <p:sp>
        <p:nvSpPr>
          <p:cNvPr id="3" name="Title 2"/>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D59C1225-192F-4DD2-98BC-9A62A05A8BD0}"/>
              </a:ext>
            </a:extLst>
          </p:cNvPr>
          <p:cNvSpPr>
            <a:spLocks noGrp="1"/>
          </p:cNvSpPr>
          <p:nvPr>
            <p:ph type="ftr" sz="quarter" idx="15"/>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4" name="Slide Number Placeholder 3">
            <a:extLst>
              <a:ext uri="{FF2B5EF4-FFF2-40B4-BE49-F238E27FC236}">
                <a16:creationId xmlns:a16="http://schemas.microsoft.com/office/drawing/2014/main" id="{2F81FD5B-3C38-4D0B-8C5E-46A5A57FA8F1}"/>
              </a:ext>
            </a:extLst>
          </p:cNvPr>
          <p:cNvSpPr>
            <a:spLocks noGrp="1"/>
          </p:cNvSpPr>
          <p:nvPr>
            <p:ph type="sldNum" sz="quarter" idx="16"/>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3600301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 name="Content Placeholder 9"/>
          <p:cNvSpPr>
            <a:spLocks noGrp="1"/>
          </p:cNvSpPr>
          <p:nvPr>
            <p:ph sz="quarter" idx="13" hasCustomPrompt="1"/>
          </p:nvPr>
        </p:nvSpPr>
        <p:spPr>
          <a:xfrm>
            <a:off x="6126480" y="1005840"/>
            <a:ext cx="5760720" cy="5486400"/>
          </a:xfrm>
          <a:prstGeom prst="rect">
            <a:avLst/>
          </a:prstGeom>
        </p:spPr>
        <p:txBody>
          <a:bodyPr vert="horz" lIns="91440" tIns="91440" rIns="91440" bIns="91440" rtlCol="0">
            <a:normAutofit/>
          </a:bodyPr>
          <a:lstStyle>
            <a:lvl1pPr>
              <a:defRPr lang="en-US" noProof="0" dirty="0"/>
            </a:lvl1pPr>
            <a:lvl2pPr>
              <a:defRPr lang="en-US" noProof="0" dirty="0"/>
            </a:lvl2pPr>
            <a:lvl3pPr>
              <a:defRPr lang="en-US" noProof="0" dirty="0"/>
            </a:lvl3pPr>
            <a:lvl4pPr>
              <a:defRPr lang="en-US" dirty="0"/>
            </a:lvl4pPr>
          </a:lstStyle>
          <a:p>
            <a:pPr lvl="0"/>
            <a:r>
              <a:rPr kumimoji="0" lang="en-US" sz="2000" b="0" i="0" u="none" strike="noStrike" kern="1200" cap="none" spc="0" normalizeH="0" baseline="0" noProof="0" dirty="0">
                <a:ln>
                  <a:noFill/>
                </a:ln>
                <a:solidFill>
                  <a:srgbClr val="000000"/>
                </a:solidFill>
                <a:effectLst/>
                <a:uLnTx/>
                <a:uFillTx/>
                <a:latin typeface="+mn-lt"/>
                <a:ea typeface="+mn-ea"/>
                <a:cs typeface="+mn-cs"/>
              </a:rPr>
              <a:t>Click to add text</a:t>
            </a:r>
          </a:p>
          <a:p>
            <a:pPr marL="365760" marR="0" lvl="1" indent="-273050" defTabSz="457200" fontAlgn="auto">
              <a:spcAft>
                <a:spcPts val="0"/>
              </a:spcAft>
              <a:buClr>
                <a:srgbClr val="147BD1"/>
              </a:buClr>
              <a:buSzTx/>
              <a:tabLst/>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R="0" lvl="2" defTabSz="457200" fontAlgn="auto">
              <a:spcAft>
                <a:spcPts val="0"/>
              </a:spcAft>
              <a:buClr>
                <a:srgbClr val="147BD1"/>
              </a:buClr>
              <a:buSzPct val="100000"/>
              <a:tabLst/>
            </a:pPr>
            <a:r>
              <a:rPr kumimoji="0" lang="en-US" sz="1600" b="0" i="0" u="none" strike="noStrike" kern="1200" cap="none" spc="0" normalizeH="0" baseline="0" noProof="0" dirty="0">
                <a:ln>
                  <a:noFill/>
                </a:ln>
                <a:solidFill>
                  <a:srgbClr val="000000"/>
                </a:solidFill>
                <a:effectLst/>
                <a:uLnTx/>
                <a:uFillTx/>
                <a:latin typeface="+mn-lt"/>
                <a:ea typeface="+mn-ea"/>
                <a:cs typeface="+mn-cs"/>
              </a:rPr>
              <a:t>Third level</a:t>
            </a:r>
          </a:p>
          <a:p>
            <a:pPr marR="0" lvl="3" defTabSz="457200" fontAlgn="auto">
              <a:spcAft>
                <a:spcPts val="0"/>
              </a:spcAft>
              <a:buClr>
                <a:srgbClr val="147BD1"/>
              </a:buClr>
              <a:buSzTx/>
              <a:tabLst/>
            </a:pPr>
            <a:r>
              <a:rPr kumimoji="0" lang="en-US" sz="1400" b="0" i="0" u="none" strike="noStrike" kern="1200" cap="none" spc="0" normalizeH="0" baseline="0" noProof="0" dirty="0">
                <a:ln>
                  <a:noFill/>
                </a:ln>
                <a:solidFill>
                  <a:srgbClr val="000000"/>
                </a:solidFill>
                <a:effectLst/>
                <a:uLnTx/>
                <a:uFillTx/>
                <a:latin typeface="+mn-lt"/>
                <a:ea typeface="+mn-ea"/>
                <a:cs typeface="+mn-cs"/>
              </a:rPr>
              <a:t>Fourth level</a:t>
            </a:r>
            <a:endParaRPr lang="en-US" dirty="0"/>
          </a:p>
        </p:txBody>
      </p:sp>
      <p:sp>
        <p:nvSpPr>
          <p:cNvPr id="9" name="Content Placeholder 9"/>
          <p:cNvSpPr>
            <a:spLocks noGrp="1"/>
          </p:cNvSpPr>
          <p:nvPr>
            <p:ph sz="quarter" idx="14" hasCustomPrompt="1"/>
          </p:nvPr>
        </p:nvSpPr>
        <p:spPr>
          <a:xfrm>
            <a:off x="274320" y="1005840"/>
            <a:ext cx="5760720" cy="548640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Click to add text</a:t>
            </a:r>
          </a:p>
          <a:p>
            <a:pPr marL="365760" marR="0" lvl="1" indent="-273050" defTabSz="457200" fontAlgn="auto">
              <a:spcAft>
                <a:spcPts val="0"/>
              </a:spcAft>
              <a:buClr>
                <a:srgbClr val="147BD1"/>
              </a:buClr>
              <a:buSzTx/>
              <a:tabLst/>
            </a:pPr>
            <a:r>
              <a:rPr lang="en-US" dirty="0"/>
              <a:t>Second level</a:t>
            </a:r>
          </a:p>
          <a:p>
            <a:pPr marR="0" lvl="2" defTabSz="457200" fontAlgn="auto">
              <a:spcAft>
                <a:spcPts val="0"/>
              </a:spcAft>
              <a:buClr>
                <a:srgbClr val="147BD1"/>
              </a:buClr>
              <a:buSzPct val="100000"/>
              <a:tabLst/>
            </a:pPr>
            <a:r>
              <a:rPr lang="en-US" dirty="0"/>
              <a:t>Third level</a:t>
            </a:r>
          </a:p>
          <a:p>
            <a:pPr marR="0" lvl="3" defTabSz="457200" fontAlgn="auto">
              <a:spcAft>
                <a:spcPts val="0"/>
              </a:spcAft>
              <a:buClr>
                <a:srgbClr val="147BD1"/>
              </a:buClr>
              <a:buSzTx/>
              <a:tabLst/>
            </a:pPr>
            <a:r>
              <a:rPr lang="en-US" dirty="0"/>
              <a:t>Fourth level</a:t>
            </a:r>
          </a:p>
        </p:txBody>
      </p:sp>
      <p:sp>
        <p:nvSpPr>
          <p:cNvPr id="5" name="Title 4"/>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F6F84875-A15D-498A-8E18-279A5175E36D}"/>
              </a:ext>
            </a:extLst>
          </p:cNvPr>
          <p:cNvSpPr>
            <a:spLocks noGrp="1"/>
          </p:cNvSpPr>
          <p:nvPr>
            <p:ph type="ftr" sz="quarter" idx="15"/>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3" name="Slide Number Placeholder 2">
            <a:extLst>
              <a:ext uri="{FF2B5EF4-FFF2-40B4-BE49-F238E27FC236}">
                <a16:creationId xmlns:a16="http://schemas.microsoft.com/office/drawing/2014/main" id="{BC0EC008-9ABE-4AD0-959E-5FFE1BC0D8BA}"/>
              </a:ext>
            </a:extLst>
          </p:cNvPr>
          <p:cNvSpPr>
            <a:spLocks noGrp="1"/>
          </p:cNvSpPr>
          <p:nvPr>
            <p:ph type="sldNum" sz="quarter" idx="16"/>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2184340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ar Only">
    <p:spTree>
      <p:nvGrpSpPr>
        <p:cNvPr id="1" name=""/>
        <p:cNvGrpSpPr/>
        <p:nvPr/>
      </p:nvGrpSpPr>
      <p:grpSpPr>
        <a:xfrm>
          <a:off x="0" y="0"/>
          <a:ext cx="0" cy="0"/>
          <a:chOff x="0" y="0"/>
          <a:chExt cx="0" cy="0"/>
        </a:xfrm>
      </p:grpSpPr>
      <p:sp>
        <p:nvSpPr>
          <p:cNvPr id="9" name="Content Placeholder 1"/>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dirty="0"/>
              <a:t>First level 20pt (insert: a brief intro that gives context when and where to apply procedure)</a:t>
            </a:r>
          </a:p>
          <a:p>
            <a:pPr marL="365760" lvl="1" indent="-274320">
              <a:buClr>
                <a:srgbClr val="147BD1"/>
              </a:buClr>
            </a:pPr>
            <a:r>
              <a:rPr lang="en-US" dirty="0"/>
              <a:t>Second level 18pt</a:t>
            </a:r>
          </a:p>
        </p:txBody>
      </p:sp>
      <p:sp>
        <p:nvSpPr>
          <p:cNvPr id="7" name="Title 6"/>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377EE016-AA7A-42D7-872B-183780FE8893}"/>
              </a:ext>
            </a:extLst>
          </p:cNvPr>
          <p:cNvSpPr>
            <a:spLocks noGrp="1"/>
          </p:cNvSpPr>
          <p:nvPr>
            <p:ph type="ftr" sz="quarter" idx="11"/>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5" name="Slide Number Placeholder 4">
            <a:extLst>
              <a:ext uri="{FF2B5EF4-FFF2-40B4-BE49-F238E27FC236}">
                <a16:creationId xmlns:a16="http://schemas.microsoft.com/office/drawing/2014/main" id="{5DFCB953-C5A3-4F66-A9D7-692AD9F737C8}"/>
              </a:ext>
            </a:extLst>
          </p:cNvPr>
          <p:cNvSpPr>
            <a:spLocks noGrp="1"/>
          </p:cNvSpPr>
          <p:nvPr>
            <p:ph type="sldNum" sz="quarter" idx="12"/>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2509374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ar and Content">
    <p:spTree>
      <p:nvGrpSpPr>
        <p:cNvPr id="1" name=""/>
        <p:cNvGrpSpPr/>
        <p:nvPr/>
      </p:nvGrpSpPr>
      <p:grpSpPr>
        <a:xfrm>
          <a:off x="0" y="0"/>
          <a:ext cx="0" cy="0"/>
          <a:chOff x="0" y="0"/>
          <a:chExt cx="0" cy="0"/>
        </a:xfrm>
      </p:grpSpPr>
      <p:sp>
        <p:nvSpPr>
          <p:cNvPr id="11" name="Content Placeholder 3"/>
          <p:cNvSpPr>
            <a:spLocks noGrp="1"/>
          </p:cNvSpPr>
          <p:nvPr>
            <p:ph idx="11" hasCustomPrompt="1"/>
          </p:nvPr>
        </p:nvSpPr>
        <p:spPr>
          <a:xfrm>
            <a:off x="274320" y="2468880"/>
            <a:ext cx="11612880" cy="402336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guideline, context, steps, solution, explanation  – with either: static image, table, video - For videos, or when it doesn’t fit here, add a separate Title Only slide)</a:t>
            </a:r>
          </a:p>
          <a:p>
            <a:pPr marL="365760" marR="0" lvl="1" indent="-273050" defTabSz="457200" fontAlgn="auto">
              <a:spcAft>
                <a:spcPts val="0"/>
              </a:spcAft>
              <a:buClr>
                <a:srgbClr val="147BD1"/>
              </a:buClr>
              <a:buSzTx/>
              <a:tabLst/>
            </a:pPr>
            <a:r>
              <a:rPr lang="en-US" dirty="0"/>
              <a:t>Second level 18pt</a:t>
            </a:r>
          </a:p>
          <a:p>
            <a:pPr marR="0" lvl="2" defTabSz="457200" fontAlgn="auto">
              <a:spcAft>
                <a:spcPts val="0"/>
              </a:spcAft>
              <a:buClr>
                <a:srgbClr val="147BD1"/>
              </a:buClr>
              <a:buSzPct val="100000"/>
              <a:tabLst/>
            </a:pPr>
            <a:r>
              <a:rPr lang="en-US" dirty="0"/>
              <a:t>Third level 16pt</a:t>
            </a:r>
          </a:p>
          <a:p>
            <a:pPr marR="0" lvl="3" defTabSz="457200" fontAlgn="auto">
              <a:spcAft>
                <a:spcPts val="0"/>
              </a:spcAft>
              <a:buClr>
                <a:srgbClr val="147BD1"/>
              </a:buClr>
              <a:buSzTx/>
              <a:tabLst/>
            </a:pPr>
            <a:r>
              <a:rPr lang="en-US" dirty="0"/>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dirty="0"/>
              <a:t>First level 20pt (insert either: best practice scenario, concept definition, tool breadcrumb, how to context, problem, command syntax)</a:t>
            </a:r>
          </a:p>
          <a:p>
            <a:pPr marL="365760" lvl="1" indent="-274320">
              <a:buClr>
                <a:srgbClr val="147BD1"/>
              </a:buClr>
            </a:pPr>
            <a:r>
              <a:rPr lang="en-US" dirty="0"/>
              <a:t>Second level 18pt</a:t>
            </a:r>
          </a:p>
        </p:txBody>
      </p:sp>
      <p:sp>
        <p:nvSpPr>
          <p:cNvPr id="12" name="Title 11"/>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C939D4E1-0DF6-4EF2-B523-D82DE6DC3353}"/>
              </a:ext>
            </a:extLst>
          </p:cNvPr>
          <p:cNvSpPr>
            <a:spLocks noGrp="1"/>
          </p:cNvSpPr>
          <p:nvPr>
            <p:ph type="ftr" sz="quarter" idx="12"/>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5" name="Slide Number Placeholder 4">
            <a:extLst>
              <a:ext uri="{FF2B5EF4-FFF2-40B4-BE49-F238E27FC236}">
                <a16:creationId xmlns:a16="http://schemas.microsoft.com/office/drawing/2014/main" id="{C0E0DCDB-B57E-4ECD-9E58-F6568DA9D975}"/>
              </a:ext>
            </a:extLst>
          </p:cNvPr>
          <p:cNvSpPr>
            <a:spLocks noGrp="1"/>
          </p:cNvSpPr>
          <p:nvPr>
            <p:ph type="sldNum" sz="quarter" idx="13"/>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5181986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ar">
    <p:spTree>
      <p:nvGrpSpPr>
        <p:cNvPr id="1" name=""/>
        <p:cNvGrpSpPr/>
        <p:nvPr/>
      </p:nvGrpSpPr>
      <p:grpSpPr>
        <a:xfrm>
          <a:off x="0" y="0"/>
          <a:ext cx="0" cy="0"/>
          <a:chOff x="0" y="0"/>
          <a:chExt cx="0" cy="0"/>
        </a:xfrm>
      </p:grpSpPr>
      <p:sp>
        <p:nvSpPr>
          <p:cNvPr id="3" name="Content Placeholder 4"/>
          <p:cNvSpPr>
            <a:spLocks noGrp="1"/>
          </p:cNvSpPr>
          <p:nvPr>
            <p:ph idx="1" hasCustomPrompt="1"/>
          </p:nvPr>
        </p:nvSpPr>
        <p:spPr>
          <a:xfrm>
            <a:off x="274320" y="4480560"/>
            <a:ext cx="11612880" cy="20116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static image, table, video – For videos, or when it doesn’t fit here, add a separate Title Only slide)</a:t>
            </a:r>
          </a:p>
          <a:p>
            <a:pPr marL="365760" marR="0" lvl="1" indent="-273050" defTabSz="457200" fontAlgn="auto">
              <a:spcAft>
                <a:spcPts val="0"/>
              </a:spcAft>
              <a:buClr>
                <a:srgbClr val="147BD1"/>
              </a:buClr>
              <a:buSzTx/>
              <a:tabLst/>
            </a:pPr>
            <a:r>
              <a:rPr lang="en-US" dirty="0"/>
              <a:t>Second level 18pt</a:t>
            </a:r>
          </a:p>
          <a:p>
            <a:pPr marR="0" lvl="2" defTabSz="457200" fontAlgn="auto">
              <a:spcAft>
                <a:spcPts val="0"/>
              </a:spcAft>
              <a:buClr>
                <a:srgbClr val="147BD1"/>
              </a:buClr>
              <a:buSzPct val="100000"/>
              <a:tabLst/>
            </a:pPr>
            <a:r>
              <a:rPr lang="en-US" dirty="0"/>
              <a:t>Third level 16pt</a:t>
            </a:r>
          </a:p>
          <a:p>
            <a:pPr marR="0" lvl="3" defTabSz="457200" fontAlgn="auto">
              <a:spcAft>
                <a:spcPts val="0"/>
              </a:spcAft>
              <a:buClr>
                <a:srgbClr val="147BD1"/>
              </a:buClr>
              <a:buSzTx/>
              <a:tabLst/>
            </a:pPr>
            <a:r>
              <a:rPr kumimoji="0" lang="en-US" sz="1400" b="0" i="0" u="none" strike="noStrike" kern="1200" cap="none" spc="0" normalizeH="0" baseline="0" noProof="0" dirty="0">
                <a:ln>
                  <a:noFill/>
                </a:ln>
                <a:solidFill>
                  <a:srgbClr val="000000"/>
                </a:solidFill>
                <a:effectLst/>
                <a:uLnTx/>
                <a:uFillTx/>
                <a:latin typeface="+mn-lt"/>
                <a:ea typeface="+mn-ea"/>
                <a:cs typeface="+mn-cs"/>
              </a:rPr>
              <a:t>Fourth level 14pt</a:t>
            </a:r>
            <a:endParaRPr lang="en-US" dirty="0"/>
          </a:p>
        </p:txBody>
      </p:sp>
      <p:sp>
        <p:nvSpPr>
          <p:cNvPr id="11" name="Content Placeholder 3"/>
          <p:cNvSpPr>
            <a:spLocks noGrp="1"/>
          </p:cNvSpPr>
          <p:nvPr>
            <p:ph idx="11" hasCustomPrompt="1"/>
          </p:nvPr>
        </p:nvSpPr>
        <p:spPr>
          <a:xfrm>
            <a:off x="274320" y="2468880"/>
            <a:ext cx="1161288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guideline, context, steps, solution, explanation)</a:t>
            </a:r>
          </a:p>
          <a:p>
            <a:pPr marL="365760" marR="0" lvl="1" indent="-273050" defTabSz="457200" fontAlgn="auto">
              <a:spcAft>
                <a:spcPts val="0"/>
              </a:spcAft>
              <a:buClr>
                <a:srgbClr val="147BD1"/>
              </a:buClr>
              <a:buSzTx/>
              <a:tabLst/>
            </a:pPr>
            <a:r>
              <a:rPr lang="en-US" dirty="0"/>
              <a:t>Second level 18pt</a:t>
            </a:r>
          </a:p>
          <a:p>
            <a:pPr marR="0" lvl="2" defTabSz="457200" fontAlgn="auto">
              <a:spcAft>
                <a:spcPts val="0"/>
              </a:spcAft>
              <a:buClr>
                <a:srgbClr val="147BD1"/>
              </a:buClr>
              <a:buSzPct val="100000"/>
              <a:tabLst/>
            </a:pPr>
            <a:r>
              <a:rPr lang="en-US" dirty="0"/>
              <a:t>Third level 16pt</a:t>
            </a:r>
          </a:p>
          <a:p>
            <a:pPr marR="0" lvl="3" defTabSz="457200" fontAlgn="auto">
              <a:spcAft>
                <a:spcPts val="0"/>
              </a:spcAft>
              <a:buClr>
                <a:srgbClr val="147BD1"/>
              </a:buClr>
              <a:buSzTx/>
              <a:tabLst/>
            </a:pPr>
            <a:r>
              <a:rPr lang="en-US" dirty="0"/>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dirty="0"/>
              <a:t>First level 20pt (insert either: best practice scenario, concept definition, tool breadcrumb, how to context, problem, command syntax)</a:t>
            </a:r>
          </a:p>
          <a:p>
            <a:pPr marL="365760" lvl="1" indent="-274320">
              <a:buClr>
                <a:srgbClr val="147BD1"/>
              </a:buClr>
            </a:pPr>
            <a:r>
              <a:rPr lang="en-US" dirty="0"/>
              <a:t>Second level 18pt</a:t>
            </a:r>
          </a:p>
        </p:txBody>
      </p:sp>
      <p:sp>
        <p:nvSpPr>
          <p:cNvPr id="12" name="Title 11"/>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8981B8EB-35A0-4720-BA0B-2DBA337B4FE4}"/>
              </a:ext>
            </a:extLst>
          </p:cNvPr>
          <p:cNvSpPr>
            <a:spLocks noGrp="1"/>
          </p:cNvSpPr>
          <p:nvPr>
            <p:ph type="ftr" sz="quarter" idx="12"/>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4" name="Slide Number Placeholder 3">
            <a:extLst>
              <a:ext uri="{FF2B5EF4-FFF2-40B4-BE49-F238E27FC236}">
                <a16:creationId xmlns:a16="http://schemas.microsoft.com/office/drawing/2014/main" id="{0591A286-1505-4FF0-8F20-4CF88366AB56}"/>
              </a:ext>
            </a:extLst>
          </p:cNvPr>
          <p:cNvSpPr>
            <a:spLocks noGrp="1"/>
          </p:cNvSpPr>
          <p:nvPr>
            <p:ph type="sldNum" sz="quarter" idx="13"/>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23056203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ars">
    <p:spTree>
      <p:nvGrpSpPr>
        <p:cNvPr id="1" name=""/>
        <p:cNvGrpSpPr/>
        <p:nvPr/>
      </p:nvGrpSpPr>
      <p:grpSpPr>
        <a:xfrm>
          <a:off x="0" y="0"/>
          <a:ext cx="0" cy="0"/>
          <a:chOff x="0" y="0"/>
          <a:chExt cx="0" cy="0"/>
        </a:xfrm>
      </p:grpSpPr>
      <p:sp>
        <p:nvSpPr>
          <p:cNvPr id="7" name="Content Placeholder 2"/>
          <p:cNvSpPr>
            <a:spLocks noGrp="1"/>
          </p:cNvSpPr>
          <p:nvPr>
            <p:ph idx="12" hasCustomPrompt="1"/>
          </p:nvPr>
        </p:nvSpPr>
        <p:spPr>
          <a:xfrm>
            <a:off x="274320" y="5120640"/>
            <a:ext cx="11612880" cy="1371600"/>
          </a:xfrm>
          <a:prstGeom prst="rect">
            <a:avLst/>
          </a:prstGeom>
          <a:noFill/>
        </p:spPr>
        <p:txBody>
          <a:bodyPr lIns="91440" tIns="91440" rIns="91440" bIns="91440" anchor="t" anchorCtr="0">
            <a:normAutofit/>
          </a:bodyPr>
          <a:lstStyle>
            <a:lvl1pPr marL="0" indent="0">
              <a:buNone/>
              <a:defRPr sz="2000" baseline="0">
                <a:solidFill>
                  <a:schemeClr val="tx1"/>
                </a:solidFill>
              </a:defRPr>
            </a:lvl1pPr>
          </a:lstStyle>
          <a:p>
            <a:r>
              <a:rPr lang="en-US" dirty="0"/>
              <a:t>First level 20pt (insert either: detailed solution, guideline, answer, or definition)</a:t>
            </a:r>
          </a:p>
          <a:p>
            <a:pPr lvl="1"/>
            <a:r>
              <a:rPr lang="en-US" dirty="0"/>
              <a:t>Second level 18pt</a:t>
            </a:r>
          </a:p>
          <a:p>
            <a:pPr lvl="2"/>
            <a:r>
              <a:rPr lang="en-US" dirty="0"/>
              <a:t>Third level 16pt</a:t>
            </a:r>
          </a:p>
        </p:txBody>
      </p:sp>
      <p:sp>
        <p:nvSpPr>
          <p:cNvPr id="12"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First level 20pt (insert either: description of problem, scenario, question, or glossary term)</a:t>
            </a:r>
          </a:p>
          <a:p>
            <a:pPr marL="365760" lvl="1" indent="-274320">
              <a:buClr>
                <a:srgbClr val="147BD1"/>
              </a:buClr>
            </a:pPr>
            <a:r>
              <a:rPr lang="en-US" dirty="0"/>
              <a:t>Second level 18pt</a:t>
            </a:r>
          </a:p>
          <a:p>
            <a:pPr lvl="2">
              <a:buClr>
                <a:srgbClr val="147BD1"/>
              </a:buClr>
              <a:buSzPct val="100000"/>
            </a:pPr>
            <a:r>
              <a:rPr lang="en-US" dirty="0"/>
              <a:t>Third level 16pt</a:t>
            </a:r>
          </a:p>
        </p:txBody>
      </p:sp>
      <p:sp>
        <p:nvSpPr>
          <p:cNvPr id="13" name="Content Placeholder 2"/>
          <p:cNvSpPr>
            <a:spLocks noGrp="1"/>
          </p:cNvSpPr>
          <p:nvPr>
            <p:ph idx="13" hasCustomPrompt="1"/>
          </p:nvPr>
        </p:nvSpPr>
        <p:spPr>
          <a:xfrm>
            <a:off x="640080" y="37490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First level 20pt (insert either: description of problem, scenario, question, or glossary term)</a:t>
            </a:r>
          </a:p>
          <a:p>
            <a:pPr marL="365760" lvl="1" indent="-274320">
              <a:buClr>
                <a:srgbClr val="147BD1"/>
              </a:buClr>
            </a:pPr>
            <a:r>
              <a:rPr lang="en-US" dirty="0"/>
              <a:t>Second level 18pt</a:t>
            </a:r>
          </a:p>
          <a:p>
            <a:pPr lvl="2">
              <a:buClr>
                <a:srgbClr val="147BD1"/>
              </a:buClr>
              <a:buSzPct val="100000"/>
            </a:pPr>
            <a:r>
              <a:rPr lang="en-US" dirty="0"/>
              <a:t>Third level 16pt</a:t>
            </a:r>
          </a:p>
        </p:txBody>
      </p:sp>
      <p:sp>
        <p:nvSpPr>
          <p:cNvPr id="5" name="Title 4"/>
          <p:cNvSpPr>
            <a:spLocks noGrp="1"/>
          </p:cNvSpPr>
          <p:nvPr>
            <p:ph type="title"/>
          </p:nvPr>
        </p:nvSpPr>
        <p:spPr/>
        <p:txBody>
          <a:bodyPr/>
          <a:lstStyle/>
          <a:p>
            <a:r>
              <a:rPr lang="en-US"/>
              <a:t>Click to edit Master title style</a:t>
            </a:r>
          </a:p>
        </p:txBody>
      </p:sp>
      <p:sp>
        <p:nvSpPr>
          <p:cNvPr id="6" name="Footer Placeholder 5">
            <a:extLst>
              <a:ext uri="{FF2B5EF4-FFF2-40B4-BE49-F238E27FC236}">
                <a16:creationId xmlns:a16="http://schemas.microsoft.com/office/drawing/2014/main" id="{40220F37-9518-4251-B3C2-FC5942379D76}"/>
              </a:ext>
            </a:extLst>
          </p:cNvPr>
          <p:cNvSpPr>
            <a:spLocks noGrp="1"/>
          </p:cNvSpPr>
          <p:nvPr>
            <p:ph type="ftr"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8" name="Slide Number Placeholder 7">
            <a:extLst>
              <a:ext uri="{FF2B5EF4-FFF2-40B4-BE49-F238E27FC236}">
                <a16:creationId xmlns:a16="http://schemas.microsoft.com/office/drawing/2014/main" id="{DFD7B36B-8CE4-4D2F-94B8-62B2DFCB66DA}"/>
              </a:ext>
            </a:extLst>
          </p:cNvPr>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4" name="Content Placeholder 3">
            <a:extLst>
              <a:ext uri="{FF2B5EF4-FFF2-40B4-BE49-F238E27FC236}">
                <a16:creationId xmlns:a16="http://schemas.microsoft.com/office/drawing/2014/main" id="{E38576B7-B4DB-4985-BAC7-5EE503A9D029}"/>
              </a:ext>
            </a:extLst>
          </p:cNvPr>
          <p:cNvSpPr>
            <a:spLocks noGrp="1"/>
          </p:cNvSpPr>
          <p:nvPr>
            <p:ph sz="quarter" idx="16" hasCustomPrompt="1"/>
          </p:nvPr>
        </p:nvSpPr>
        <p:spPr>
          <a:xfrm>
            <a:off x="274320" y="2400300"/>
            <a:ext cx="11612880" cy="1371600"/>
          </a:xfrm>
        </p:spPr>
        <p:txBody>
          <a:bodyPr/>
          <a:lstStyle>
            <a:lvl2pPr>
              <a:defRPr/>
            </a:lvl2pPr>
            <a:lvl3pPr>
              <a:defRPr/>
            </a:lvl3pPr>
          </a:lstStyle>
          <a:p>
            <a:pPr lvl="0"/>
            <a:r>
              <a:rPr lang="en-US" dirty="0"/>
              <a:t>First level 20pt (insert either: detailed solution, guideline, answer, or definition)</a:t>
            </a:r>
          </a:p>
          <a:p>
            <a:pPr lvl="1"/>
            <a:r>
              <a:rPr lang="en-US" dirty="0"/>
              <a:t>Second level 18pt</a:t>
            </a:r>
          </a:p>
          <a:p>
            <a:pPr lvl="2"/>
            <a:r>
              <a:rPr lang="en-US" dirty="0"/>
              <a:t>Third level 16pt</a:t>
            </a:r>
          </a:p>
        </p:txBody>
      </p:sp>
    </p:spTree>
    <p:custDataLst>
      <p:tags r:id="rId1"/>
    </p:custDataLst>
    <p:extLst>
      <p:ext uri="{BB962C8B-B14F-4D97-AF65-F5344CB8AC3E}">
        <p14:creationId xmlns:p14="http://schemas.microsoft.com/office/powerpoint/2010/main" val="721553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ar Compare">
    <p:spTree>
      <p:nvGrpSpPr>
        <p:cNvPr id="1" name=""/>
        <p:cNvGrpSpPr/>
        <p:nvPr/>
      </p:nvGrpSpPr>
      <p:grpSpPr>
        <a:xfrm>
          <a:off x="0" y="0"/>
          <a:ext cx="0" cy="0"/>
          <a:chOff x="0" y="0"/>
          <a:chExt cx="0" cy="0"/>
        </a:xfrm>
      </p:grpSpPr>
      <p:sp>
        <p:nvSpPr>
          <p:cNvPr id="13" name="Content Placeholder 4"/>
          <p:cNvSpPr>
            <a:spLocks noGrp="1"/>
          </p:cNvSpPr>
          <p:nvPr>
            <p:ph idx="1" hasCustomPrompt="1"/>
          </p:nvPr>
        </p:nvSpPr>
        <p:spPr>
          <a:xfrm>
            <a:off x="6126480" y="2468880"/>
            <a:ext cx="5760720" cy="4023360"/>
          </a:xfrm>
          <a:prstGeom prst="rect">
            <a:avLst/>
          </a:prstGeom>
        </p:spPr>
        <p:txBody>
          <a:bodyPr vert="horz" lIns="91440" tIns="45720" rIns="91440" bIns="45720" rtlCol="0">
            <a:normAutofit/>
          </a:bodyPr>
          <a:lstStyle>
            <a:lvl1pPr>
              <a:defRPr lang="en-US" dirty="0"/>
            </a:lvl1pPr>
            <a:lvl2pPr>
              <a:defRPr lang="en-US" noProof="0" dirty="0"/>
            </a:lvl2pPr>
            <a:lvl3pPr>
              <a:defRPr lang="en-US" noProof="0" dirty="0"/>
            </a:lvl3pPr>
            <a:lvl4pPr>
              <a:defRPr lang="en-US" dirty="0"/>
            </a:lvl4pPr>
          </a:lstStyle>
          <a:p>
            <a:pPr lvl="0"/>
            <a:r>
              <a:rPr lang="en-US" dirty="0"/>
              <a:t>First level 20pt (insert either: static image, table, video – For videos, or when it doesn’t fit here, add a separate Title Only slide)</a:t>
            </a:r>
          </a:p>
          <a:p>
            <a:pPr marL="365760" marR="0" lvl="1" indent="-273050" defTabSz="457200" fontAlgn="auto">
              <a:spcAft>
                <a:spcPts val="0"/>
              </a:spcAft>
              <a:buSzTx/>
              <a:tabLst/>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 18pt</a:t>
            </a:r>
          </a:p>
          <a:p>
            <a:pPr marR="0" lvl="2" defTabSz="457200" fontAlgn="auto">
              <a:spcAft>
                <a:spcPts val="0"/>
              </a:spcAft>
              <a:buSzPct val="100000"/>
              <a:tabLst/>
            </a:pPr>
            <a:r>
              <a:rPr kumimoji="0" lang="en-US" sz="1600" b="0" i="0" u="none" strike="noStrike" kern="1200" cap="none" spc="0" normalizeH="0" baseline="0" noProof="0" dirty="0">
                <a:ln>
                  <a:noFill/>
                </a:ln>
                <a:solidFill>
                  <a:srgbClr val="000000"/>
                </a:solidFill>
                <a:effectLst/>
                <a:uLnTx/>
                <a:uFillTx/>
                <a:latin typeface="+mn-lt"/>
                <a:ea typeface="+mn-ea"/>
                <a:cs typeface="+mn-cs"/>
              </a:rPr>
              <a:t>Third level 16pt</a:t>
            </a:r>
          </a:p>
          <a:p>
            <a:pPr marR="0" lvl="3" defTabSz="457200" fontAlgn="auto">
              <a:spcAft>
                <a:spcPts val="0"/>
              </a:spcAft>
              <a:buSzTx/>
              <a:tabLst/>
            </a:pPr>
            <a:r>
              <a:rPr kumimoji="0" lang="en-US" sz="1400" b="0" i="0" u="none" strike="noStrike" kern="1200" cap="none" spc="0" normalizeH="0" baseline="0" noProof="0" dirty="0">
                <a:ln>
                  <a:noFill/>
                </a:ln>
                <a:solidFill>
                  <a:srgbClr val="000000"/>
                </a:solidFill>
                <a:effectLst/>
                <a:uLnTx/>
                <a:uFillTx/>
                <a:latin typeface="+mn-lt"/>
                <a:ea typeface="+mn-ea"/>
                <a:cs typeface="+mn-cs"/>
              </a:rPr>
              <a:t>Fourth level 14pt</a:t>
            </a:r>
            <a:endParaRPr lang="en-US" dirty="0"/>
          </a:p>
        </p:txBody>
      </p:sp>
      <p:sp>
        <p:nvSpPr>
          <p:cNvPr id="10" name="Content Placeholder 3"/>
          <p:cNvSpPr>
            <a:spLocks noGrp="1"/>
          </p:cNvSpPr>
          <p:nvPr>
            <p:ph idx="13" hasCustomPrompt="1"/>
          </p:nvPr>
        </p:nvSpPr>
        <p:spPr>
          <a:xfrm>
            <a:off x="274320" y="2468880"/>
            <a:ext cx="5760720" cy="402336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guideline, context, steps, solution, explanation)</a:t>
            </a:r>
          </a:p>
          <a:p>
            <a:pPr marL="365760" marR="0" lvl="1" indent="-273050" defTabSz="457200" fontAlgn="auto">
              <a:spcAft>
                <a:spcPts val="0"/>
              </a:spcAft>
              <a:buSzTx/>
              <a:tabLst/>
            </a:pPr>
            <a:r>
              <a:rPr lang="en-US" dirty="0"/>
              <a:t>Second level 18pt</a:t>
            </a:r>
          </a:p>
          <a:p>
            <a:pPr marR="0" lvl="2" defTabSz="457200" fontAlgn="auto">
              <a:spcAft>
                <a:spcPts val="0"/>
              </a:spcAft>
              <a:buSzPct val="100000"/>
              <a:tabLst/>
            </a:pPr>
            <a:r>
              <a:rPr lang="en-US" dirty="0"/>
              <a:t>Third level 16pt</a:t>
            </a:r>
          </a:p>
          <a:p>
            <a:pPr marR="0" lvl="3" defTabSz="457200" fontAlgn="auto">
              <a:spcAft>
                <a:spcPts val="0"/>
              </a:spcAft>
              <a:buSzTx/>
              <a:tabLst/>
            </a:pPr>
            <a:r>
              <a:rPr lang="en-US" dirty="0"/>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dirty="0"/>
              <a:t>First level 20pt (insert either: best practice scenario, concept definition, tool breadcrumb, how to context, problem, command syntax)</a:t>
            </a:r>
          </a:p>
          <a:p>
            <a:pPr marL="365760" lvl="1" indent="-274320"/>
            <a:r>
              <a:rPr lang="en-US" dirty="0"/>
              <a:t>Second level 18pt</a:t>
            </a:r>
          </a:p>
        </p:txBody>
      </p:sp>
      <p:sp>
        <p:nvSpPr>
          <p:cNvPr id="5" name="Title 4"/>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7C6565F7-10BC-4F90-AFB7-9BC557BA1573}"/>
              </a:ext>
            </a:extLst>
          </p:cNvPr>
          <p:cNvSpPr>
            <a:spLocks noGrp="1"/>
          </p:cNvSpPr>
          <p:nvPr>
            <p:ph type="ftr" sz="quarter" idx="14"/>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6" name="Slide Number Placeholder 5">
            <a:extLst>
              <a:ext uri="{FF2B5EF4-FFF2-40B4-BE49-F238E27FC236}">
                <a16:creationId xmlns:a16="http://schemas.microsoft.com/office/drawing/2014/main" id="{61F539B4-B62E-450B-8A1E-91E4BC0CFF2A}"/>
              </a:ext>
            </a:extLst>
          </p:cNvPr>
          <p:cNvSpPr>
            <a:spLocks noGrp="1"/>
          </p:cNvSpPr>
          <p:nvPr>
            <p:ph type="sldNum" sz="quarter" idx="15"/>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29378449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x Only">
    <p:spTree>
      <p:nvGrpSpPr>
        <p:cNvPr id="1" name=""/>
        <p:cNvGrpSpPr/>
        <p:nvPr/>
      </p:nvGrpSpPr>
      <p:grpSpPr>
        <a:xfrm>
          <a:off x="0" y="0"/>
          <a:ext cx="0" cy="0"/>
          <a:chOff x="0" y="0"/>
          <a:chExt cx="0" cy="0"/>
        </a:xfrm>
      </p:grpSpPr>
      <p:sp>
        <p:nvSpPr>
          <p:cNvPr id="9" name="Content Placeholder 2"/>
          <p:cNvSpPr>
            <a:spLocks noGrp="1"/>
          </p:cNvSpPr>
          <p:nvPr>
            <p:ph idx="10" hasCustomPrompt="1"/>
          </p:nvPr>
        </p:nvSpPr>
        <p:spPr>
          <a:xfrm>
            <a:off x="640080" y="1005840"/>
            <a:ext cx="5120640" cy="27432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First level 20pt (insert: a brief intro that gives context when and where to apply procedure)</a:t>
            </a:r>
          </a:p>
          <a:p>
            <a:pPr marL="365760" lvl="1" indent="-274320">
              <a:buClr>
                <a:srgbClr val="147BD1"/>
              </a:buClr>
            </a:pPr>
            <a:r>
              <a:rPr lang="en-US" dirty="0"/>
              <a:t>Second level 18pt</a:t>
            </a:r>
          </a:p>
          <a:p>
            <a:pPr lvl="2">
              <a:buClr>
                <a:srgbClr val="147BD1"/>
              </a:buClr>
              <a:buSzPct val="100000"/>
            </a:pPr>
            <a:r>
              <a:rPr lang="en-US" dirty="0"/>
              <a:t>Third level 16pt</a:t>
            </a:r>
          </a:p>
        </p:txBody>
      </p:sp>
      <p:sp>
        <p:nvSpPr>
          <p:cNvPr id="4" name="Title 3"/>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23478DC9-5E4C-4C9B-8157-E7D3C3316F94}"/>
              </a:ext>
            </a:extLst>
          </p:cNvPr>
          <p:cNvSpPr>
            <a:spLocks noGrp="1"/>
          </p:cNvSpPr>
          <p:nvPr>
            <p:ph type="ftr" sz="quarter" idx="11"/>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6" name="Slide Number Placeholder 5">
            <a:extLst>
              <a:ext uri="{FF2B5EF4-FFF2-40B4-BE49-F238E27FC236}">
                <a16:creationId xmlns:a16="http://schemas.microsoft.com/office/drawing/2014/main" id="{C5803C82-9158-4E23-9E4A-F2D03FF73E73}"/>
              </a:ext>
            </a:extLst>
          </p:cNvPr>
          <p:cNvSpPr>
            <a:spLocks noGrp="1"/>
          </p:cNvSpPr>
          <p:nvPr>
            <p:ph type="sldNum" sz="quarter" idx="12"/>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20371161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ox">
    <p:spTree>
      <p:nvGrpSpPr>
        <p:cNvPr id="1" name=""/>
        <p:cNvGrpSpPr/>
        <p:nvPr/>
      </p:nvGrpSpPr>
      <p:grpSpPr>
        <a:xfrm>
          <a:off x="0" y="0"/>
          <a:ext cx="0" cy="0"/>
          <a:chOff x="0" y="0"/>
          <a:chExt cx="0" cy="0"/>
        </a:xfrm>
      </p:grpSpPr>
      <p:sp>
        <p:nvSpPr>
          <p:cNvPr id="14" name="Content Placeholder 4">
            <a:extLst>
              <a:ext uri="{FF2B5EF4-FFF2-40B4-BE49-F238E27FC236}">
                <a16:creationId xmlns:a16="http://schemas.microsoft.com/office/drawing/2014/main" id="{DF84C0E8-A906-441E-92E6-9B935620E63F}"/>
              </a:ext>
            </a:extLst>
          </p:cNvPr>
          <p:cNvSpPr>
            <a:spLocks noGrp="1"/>
          </p:cNvSpPr>
          <p:nvPr>
            <p:ph idx="1" hasCustomPrompt="1"/>
          </p:nvPr>
        </p:nvSpPr>
        <p:spPr>
          <a:xfrm>
            <a:off x="5943600" y="1009356"/>
            <a:ext cx="5943600" cy="5486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static image, table, video – For videos, or when it doesn’t fit here, add a separate Title Only slide)</a:t>
            </a:r>
          </a:p>
          <a:p>
            <a:pPr lvl="1"/>
            <a:r>
              <a:rPr lang="en-US" dirty="0"/>
              <a:t>Second level 18pt</a:t>
            </a:r>
          </a:p>
          <a:p>
            <a:pPr lvl="2"/>
            <a:r>
              <a:rPr lang="en-US" dirty="0"/>
              <a:t>Third level 16pt</a:t>
            </a:r>
          </a:p>
          <a:p>
            <a:pPr lvl="3"/>
            <a:r>
              <a:rPr lang="en-US" dirty="0"/>
              <a:t>Fourth level 14pt</a:t>
            </a:r>
          </a:p>
        </p:txBody>
      </p:sp>
      <p:sp>
        <p:nvSpPr>
          <p:cNvPr id="15" name="Content Placeholder 3">
            <a:extLst>
              <a:ext uri="{FF2B5EF4-FFF2-40B4-BE49-F238E27FC236}">
                <a16:creationId xmlns:a16="http://schemas.microsoft.com/office/drawing/2014/main" id="{A731B7C3-130F-46CD-8A0C-EF412D94C096}"/>
              </a:ext>
            </a:extLst>
          </p:cNvPr>
          <p:cNvSpPr>
            <a:spLocks noGrp="1"/>
          </p:cNvSpPr>
          <p:nvPr>
            <p:ph idx="11" hasCustomPrompt="1"/>
          </p:nvPr>
        </p:nvSpPr>
        <p:spPr>
          <a:xfrm>
            <a:off x="274320" y="2468880"/>
            <a:ext cx="5577840" cy="402336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stStyle>
          <a:p>
            <a:pPr lvl="0"/>
            <a:r>
              <a:rPr lang="en-US" dirty="0"/>
              <a:t>First level 20pt (insert either: guideline, context, steps, solution, explanation)</a:t>
            </a:r>
          </a:p>
          <a:p>
            <a:pPr lvl="1"/>
            <a:r>
              <a:rPr lang="en-US" dirty="0"/>
              <a:t>Second level 18pt</a:t>
            </a:r>
          </a:p>
          <a:p>
            <a:pPr lvl="2"/>
            <a:r>
              <a:rPr lang="en-US" dirty="0"/>
              <a:t>Third level 16pt</a:t>
            </a:r>
          </a:p>
        </p:txBody>
      </p:sp>
      <p:sp>
        <p:nvSpPr>
          <p:cNvPr id="16" name="Content Placeholder 2">
            <a:extLst>
              <a:ext uri="{FF2B5EF4-FFF2-40B4-BE49-F238E27FC236}">
                <a16:creationId xmlns:a16="http://schemas.microsoft.com/office/drawing/2014/main" id="{E191D080-9783-4FA7-8BF7-A18F4AFB21C0}"/>
              </a:ext>
            </a:extLst>
          </p:cNvPr>
          <p:cNvSpPr>
            <a:spLocks noGrp="1"/>
          </p:cNvSpPr>
          <p:nvPr>
            <p:ph idx="10" hasCustomPrompt="1"/>
          </p:nvPr>
        </p:nvSpPr>
        <p:spPr>
          <a:xfrm>
            <a:off x="640080" y="1005840"/>
            <a:ext cx="521208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marL="182880" indent="-182880">
              <a:spcBef>
                <a:spcPts val="600"/>
              </a:spcBef>
              <a:defRPr lang="en-US" baseline="0" dirty="0">
                <a:solidFill>
                  <a:srgbClr val="333333"/>
                </a:solidFill>
              </a:defRPr>
            </a:lvl2pPr>
            <a:lvl3pPr>
              <a:defRPr lang="en-US" baseline="0" dirty="0">
                <a:solidFill>
                  <a:srgbClr val="333333"/>
                </a:solidFill>
              </a:defRPr>
            </a:lvl3pPr>
          </a:lstStyle>
          <a:p>
            <a:pPr lvl="0"/>
            <a:r>
              <a:rPr lang="en-US" dirty="0"/>
              <a:t>First level 20pt (add: scenario, definition, breadcrumb, context, problem, syntax)</a:t>
            </a:r>
          </a:p>
          <a:p>
            <a:pPr marL="365760" lvl="1" indent="-274320"/>
            <a:r>
              <a:rPr lang="en-US" dirty="0"/>
              <a:t>Second level 18pt</a:t>
            </a:r>
          </a:p>
        </p:txBody>
      </p:sp>
      <p:sp>
        <p:nvSpPr>
          <p:cNvPr id="19" name="Title 3">
            <a:extLst>
              <a:ext uri="{FF2B5EF4-FFF2-40B4-BE49-F238E27FC236}">
                <a16:creationId xmlns:a16="http://schemas.microsoft.com/office/drawing/2014/main" id="{7B8C9E1D-196B-4CA2-9A61-1678C01CA0E2}"/>
              </a:ext>
            </a:extLst>
          </p:cNvPr>
          <p:cNvSpPr>
            <a:spLocks noGrp="1"/>
          </p:cNvSpPr>
          <p:nvPr>
            <p:ph type="title"/>
          </p:nvPr>
        </p:nvSpPr>
        <p:spPr>
          <a:xfrm>
            <a:off x="274320" y="91440"/>
            <a:ext cx="11612880" cy="868680"/>
          </a:xfrm>
        </p:spPr>
        <p:txBody>
          <a:bodyPr/>
          <a:lstStyle/>
          <a:p>
            <a:r>
              <a:rPr lang="en-US"/>
              <a:t>Click to edit Master title style</a:t>
            </a:r>
          </a:p>
        </p:txBody>
      </p:sp>
      <p:sp>
        <p:nvSpPr>
          <p:cNvPr id="2" name="Footer Placeholder 1">
            <a:extLst>
              <a:ext uri="{FF2B5EF4-FFF2-40B4-BE49-F238E27FC236}">
                <a16:creationId xmlns:a16="http://schemas.microsoft.com/office/drawing/2014/main" id="{1EE7643B-8695-405A-BF19-FEC0A2ED9259}"/>
              </a:ext>
            </a:extLst>
          </p:cNvPr>
          <p:cNvSpPr>
            <a:spLocks noGrp="1"/>
          </p:cNvSpPr>
          <p:nvPr>
            <p:ph type="ftr" sz="quarter" idx="12"/>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3" name="Slide Number Placeholder 2">
            <a:extLst>
              <a:ext uri="{FF2B5EF4-FFF2-40B4-BE49-F238E27FC236}">
                <a16:creationId xmlns:a16="http://schemas.microsoft.com/office/drawing/2014/main" id="{11177E20-32E7-4629-9984-E538F6962752}"/>
              </a:ext>
            </a:extLst>
          </p:cNvPr>
          <p:cNvSpPr>
            <a:spLocks noGrp="1"/>
          </p:cNvSpPr>
          <p:nvPr>
            <p:ph type="sldNum" sz="quarter" idx="13"/>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2287611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oxes">
    <p:spTree>
      <p:nvGrpSpPr>
        <p:cNvPr id="1" name=""/>
        <p:cNvGrpSpPr/>
        <p:nvPr/>
      </p:nvGrpSpPr>
      <p:grpSpPr>
        <a:xfrm>
          <a:off x="0" y="0"/>
          <a:ext cx="0" cy="0"/>
          <a:chOff x="0" y="0"/>
          <a:chExt cx="0" cy="0"/>
        </a:xfrm>
      </p:grpSpPr>
      <p:sp>
        <p:nvSpPr>
          <p:cNvPr id="11" name="Content Placeholder 2"/>
          <p:cNvSpPr>
            <a:spLocks noGrp="1"/>
          </p:cNvSpPr>
          <p:nvPr>
            <p:ph idx="11" hasCustomPrompt="1"/>
          </p:nvPr>
        </p:nvSpPr>
        <p:spPr>
          <a:xfrm>
            <a:off x="276128" y="2468880"/>
            <a:ext cx="5760720" cy="4023360"/>
          </a:xfrm>
          <a:prstGeom prst="rect">
            <a:avLst/>
          </a:prstGeom>
        </p:spPr>
        <p:txBody>
          <a:bodyPr vert="horz" lIns="91440" tIns="91440" rIns="91440" bIns="91440" rtlCol="0">
            <a:normAutofit/>
          </a:bodyPr>
          <a:lstStyle>
            <a:lvl1pPr>
              <a:defRPr lang="en-US" dirty="0"/>
            </a:lvl1pPr>
            <a:lvl2pPr>
              <a:defRPr/>
            </a:lvl2pPr>
          </a:lstStyle>
          <a:p>
            <a:pPr lvl="0"/>
            <a:r>
              <a:rPr lang="en-US" dirty="0"/>
              <a:t>First level 20pt (insert either: guideline, context, solution, answer)</a:t>
            </a:r>
          </a:p>
          <a:p>
            <a:pPr lvl="1"/>
            <a:r>
              <a:rPr lang="en-US" dirty="0"/>
              <a:t>Second level 18pt</a:t>
            </a:r>
          </a:p>
          <a:p>
            <a:pPr lvl="2"/>
            <a:r>
              <a:rPr lang="en-US" dirty="0"/>
              <a:t>Third level 16pt</a:t>
            </a:r>
          </a:p>
        </p:txBody>
      </p:sp>
      <p:sp>
        <p:nvSpPr>
          <p:cNvPr id="9" name="Content Placeholder 2"/>
          <p:cNvSpPr>
            <a:spLocks noGrp="1"/>
          </p:cNvSpPr>
          <p:nvPr>
            <p:ph idx="10" hasCustomPrompt="1"/>
          </p:nvPr>
        </p:nvSpPr>
        <p:spPr>
          <a:xfrm>
            <a:off x="64008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First level 20pt (insert either: scenario, definition, problem, question)</a:t>
            </a:r>
          </a:p>
          <a:p>
            <a:pPr marL="365760" lvl="1" indent="-274320">
              <a:buClr>
                <a:srgbClr val="147BD1"/>
              </a:buClr>
            </a:pPr>
            <a:r>
              <a:rPr lang="en-US" dirty="0"/>
              <a:t>Second level 18pt</a:t>
            </a:r>
          </a:p>
        </p:txBody>
      </p:sp>
      <p:sp>
        <p:nvSpPr>
          <p:cNvPr id="15" name="Content Placeholder 2"/>
          <p:cNvSpPr>
            <a:spLocks noGrp="1"/>
          </p:cNvSpPr>
          <p:nvPr>
            <p:ph idx="12" hasCustomPrompt="1"/>
          </p:nvPr>
        </p:nvSpPr>
        <p:spPr>
          <a:xfrm>
            <a:off x="6126480" y="2468880"/>
            <a:ext cx="5760720" cy="4023360"/>
          </a:xfrm>
          <a:prstGeom prst="rect">
            <a:avLst/>
          </a:prstGeom>
        </p:spPr>
        <p:txBody>
          <a:bodyPr vert="horz" lIns="91440" tIns="91440" rIns="91440" bIns="91440" rtlCol="0">
            <a:normAutofit/>
          </a:bodyPr>
          <a:lstStyle>
            <a:lvl1pPr>
              <a:defRPr lang="en-US" dirty="0"/>
            </a:lvl1pPr>
            <a:lvl2pPr>
              <a:defRPr/>
            </a:lvl2pPr>
          </a:lstStyle>
          <a:p>
            <a:pPr lvl="0"/>
            <a:r>
              <a:rPr lang="en-US" dirty="0"/>
              <a:t>First level 20pt (insert either: guideline, context, solution, answer)</a:t>
            </a:r>
          </a:p>
          <a:p>
            <a:pPr lvl="1"/>
            <a:r>
              <a:rPr lang="en-US" dirty="0"/>
              <a:t>Second level 18pt</a:t>
            </a:r>
          </a:p>
          <a:p>
            <a:pPr lvl="2"/>
            <a:r>
              <a:rPr lang="en-US" dirty="0"/>
              <a:t>Third level 16pt</a:t>
            </a:r>
          </a:p>
        </p:txBody>
      </p:sp>
      <p:sp>
        <p:nvSpPr>
          <p:cNvPr id="16" name="Content Placeholder 2"/>
          <p:cNvSpPr>
            <a:spLocks noGrp="1"/>
          </p:cNvSpPr>
          <p:nvPr>
            <p:ph idx="13" hasCustomPrompt="1"/>
          </p:nvPr>
        </p:nvSpPr>
        <p:spPr>
          <a:xfrm>
            <a:off x="649224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First level 20pt (insert either: scenario, definition, problem, question)</a:t>
            </a:r>
          </a:p>
          <a:p>
            <a:pPr marL="365760" lvl="1" indent="-274320">
              <a:buClr>
                <a:srgbClr val="147BD1"/>
              </a:buClr>
            </a:pPr>
            <a:r>
              <a:rPr lang="en-US" dirty="0"/>
              <a:t>Second level 18pt</a:t>
            </a:r>
          </a:p>
        </p:txBody>
      </p:sp>
      <p:sp>
        <p:nvSpPr>
          <p:cNvPr id="4" name="Title 3"/>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37018B6B-921D-42B5-86E6-04F914D96B06}"/>
              </a:ext>
            </a:extLst>
          </p:cNvPr>
          <p:cNvSpPr>
            <a:spLocks noGrp="1"/>
          </p:cNvSpPr>
          <p:nvPr>
            <p:ph type="ftr" sz="quarter" idx="14"/>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6" name="Slide Number Placeholder 5">
            <a:extLst>
              <a:ext uri="{FF2B5EF4-FFF2-40B4-BE49-F238E27FC236}">
                <a16:creationId xmlns:a16="http://schemas.microsoft.com/office/drawing/2014/main" id="{E26CB714-7EB5-487D-AAAC-F387F48C5FDD}"/>
              </a:ext>
            </a:extLst>
          </p:cNvPr>
          <p:cNvSpPr>
            <a:spLocks noGrp="1"/>
          </p:cNvSpPr>
          <p:nvPr>
            <p:ph type="sldNum" sz="quarter" idx="15"/>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9465385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xes_Combined">
    <p:spTree>
      <p:nvGrpSpPr>
        <p:cNvPr id="1" name=""/>
        <p:cNvGrpSpPr/>
        <p:nvPr/>
      </p:nvGrpSpPr>
      <p:grpSpPr>
        <a:xfrm>
          <a:off x="0" y="0"/>
          <a:ext cx="0" cy="0"/>
          <a:chOff x="0" y="0"/>
          <a:chExt cx="0" cy="0"/>
        </a:xfrm>
      </p:grpSpPr>
      <p:sp>
        <p:nvSpPr>
          <p:cNvPr id="11" name="Content Placeholder 2"/>
          <p:cNvSpPr>
            <a:spLocks noGrp="1"/>
          </p:cNvSpPr>
          <p:nvPr>
            <p:ph idx="11" hasCustomPrompt="1"/>
          </p:nvPr>
        </p:nvSpPr>
        <p:spPr>
          <a:xfrm>
            <a:off x="276128" y="4480560"/>
            <a:ext cx="5760720" cy="2011680"/>
          </a:xfrm>
          <a:prstGeom prst="rect">
            <a:avLst/>
          </a:prstGeom>
        </p:spPr>
        <p:txBody>
          <a:bodyPr vert="horz" lIns="91440" tIns="91440" rIns="91440" bIns="91440" rtlCol="0">
            <a:normAutofit/>
          </a:bodyPr>
          <a:lstStyle>
            <a:lvl1pPr>
              <a:defRPr lang="en-US" dirty="0"/>
            </a:lvl1pPr>
            <a:lvl2pPr>
              <a:defRPr/>
            </a:lvl2pPr>
          </a:lstStyle>
          <a:p>
            <a:pPr lvl="0"/>
            <a:r>
              <a:rPr lang="en-US" dirty="0"/>
              <a:t>First level 20pt (insert: visual)</a:t>
            </a:r>
          </a:p>
          <a:p>
            <a:pPr lvl="1"/>
            <a:r>
              <a:rPr lang="en-US" dirty="0"/>
              <a:t>Second level 18pt</a:t>
            </a:r>
          </a:p>
          <a:p>
            <a:pPr lvl="2"/>
            <a:r>
              <a:rPr lang="en-US" dirty="0"/>
              <a:t>Third level 16pt</a:t>
            </a:r>
          </a:p>
        </p:txBody>
      </p:sp>
      <p:sp>
        <p:nvSpPr>
          <p:cNvPr id="9" name="Content Placeholder 2"/>
          <p:cNvSpPr>
            <a:spLocks noGrp="1"/>
          </p:cNvSpPr>
          <p:nvPr>
            <p:ph idx="10" hasCustomPrompt="1"/>
          </p:nvPr>
        </p:nvSpPr>
        <p:spPr>
          <a:xfrm>
            <a:off x="64008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20pt (insert: tool menu bread crumbs)</a:t>
            </a:r>
          </a:p>
        </p:txBody>
      </p:sp>
      <p:sp>
        <p:nvSpPr>
          <p:cNvPr id="16" name="Content Placeholder 2"/>
          <p:cNvSpPr>
            <a:spLocks noGrp="1"/>
          </p:cNvSpPr>
          <p:nvPr>
            <p:ph idx="13" hasCustomPrompt="1"/>
          </p:nvPr>
        </p:nvSpPr>
        <p:spPr>
          <a:xfrm>
            <a:off x="649224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marL="91440" indent="0">
              <a:buNone/>
              <a:defRPr lang="en-US" sz="1600" b="1" baseline="0" dirty="0">
                <a:solidFill>
                  <a:srgbClr val="333333"/>
                </a:solidFill>
                <a:latin typeface="Courier New" panose="02070309020205020404" pitchFamily="49" charset="0"/>
                <a:cs typeface="Courier New" panose="02070309020205020404" pitchFamily="49" charset="0"/>
              </a:defRPr>
            </a:lvl2pPr>
            <a:lvl3pPr marL="365760" indent="0">
              <a:buNone/>
              <a:defRPr lang="en-US" sz="1400" baseline="0" dirty="0">
                <a:solidFill>
                  <a:srgbClr val="333333"/>
                </a:solidFill>
                <a:latin typeface="Courier New" panose="02070309020205020404" pitchFamily="49" charset="0"/>
                <a:cs typeface="Courier New" panose="02070309020205020404" pitchFamily="49" charset="0"/>
              </a:defRPr>
            </a:lvl3pPr>
          </a:lstStyle>
          <a:p>
            <a:pPr lvl="0"/>
            <a:r>
              <a:rPr lang="en-US" dirty="0"/>
              <a:t>18pt (insert: command syntax)</a:t>
            </a:r>
          </a:p>
          <a:p>
            <a:pPr marL="365760" lvl="1" indent="-274320">
              <a:buClr>
                <a:srgbClr val="147BD1"/>
              </a:buClr>
            </a:pPr>
            <a:r>
              <a:rPr lang="en-US" dirty="0"/>
              <a:t>Second level 16pt</a:t>
            </a:r>
          </a:p>
          <a:p>
            <a:pPr lvl="2">
              <a:buClr>
                <a:srgbClr val="147BD1"/>
              </a:buClr>
              <a:buSzPct val="100000"/>
            </a:pPr>
            <a:r>
              <a:rPr lang="en-US" dirty="0"/>
              <a:t>Third level 14t</a:t>
            </a:r>
          </a:p>
        </p:txBody>
      </p:sp>
      <p:sp>
        <p:nvSpPr>
          <p:cNvPr id="4" name="Title 3"/>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37018B6B-921D-42B5-86E6-04F914D96B06}"/>
              </a:ext>
            </a:extLst>
          </p:cNvPr>
          <p:cNvSpPr>
            <a:spLocks noGrp="1"/>
          </p:cNvSpPr>
          <p:nvPr>
            <p:ph type="ftr"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E26CB714-7EB5-487D-AAAC-F387F48C5FDD}"/>
              </a:ext>
            </a:extLst>
          </p:cNvPr>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6B64A980-B508-4E30-A950-8C5F31936D59}"/>
              </a:ext>
            </a:extLst>
          </p:cNvPr>
          <p:cNvSpPr>
            <a:spLocks noGrp="1"/>
          </p:cNvSpPr>
          <p:nvPr>
            <p:ph idx="16" hasCustomPrompt="1"/>
          </p:nvPr>
        </p:nvSpPr>
        <p:spPr>
          <a:xfrm>
            <a:off x="274319" y="2468880"/>
            <a:ext cx="11612879" cy="2011680"/>
          </a:xfrm>
          <a:prstGeom prst="rect">
            <a:avLst/>
          </a:prstGeom>
        </p:spPr>
        <p:txBody>
          <a:bodyPr vert="horz" lIns="91440" tIns="91440" rIns="91440" bIns="91440" rtlCol="0">
            <a:normAutofit/>
          </a:bodyPr>
          <a:lstStyle>
            <a:lvl1pPr>
              <a:defRPr lang="en-US" dirty="0"/>
            </a:lvl1pPr>
            <a:lvl2pPr>
              <a:defRPr/>
            </a:lvl2pPr>
          </a:lstStyle>
          <a:p>
            <a:pPr lvl="0"/>
            <a:r>
              <a:rPr lang="en-US" dirty="0"/>
              <a:t>First level 20pt (insert: guidelines, explanation, or usage)</a:t>
            </a:r>
          </a:p>
          <a:p>
            <a:pPr lvl="1"/>
            <a:r>
              <a:rPr lang="en-US" dirty="0"/>
              <a:t>Second level 18pt</a:t>
            </a:r>
          </a:p>
          <a:p>
            <a:pPr lvl="2"/>
            <a:r>
              <a:rPr lang="en-US" dirty="0"/>
              <a:t>Third level 16pt</a:t>
            </a:r>
          </a:p>
        </p:txBody>
      </p:sp>
      <p:sp>
        <p:nvSpPr>
          <p:cNvPr id="12" name="Content Placeholder 2">
            <a:extLst>
              <a:ext uri="{FF2B5EF4-FFF2-40B4-BE49-F238E27FC236}">
                <a16:creationId xmlns:a16="http://schemas.microsoft.com/office/drawing/2014/main" id="{C49B4D86-75D2-4B6E-9DDF-044A0D74A18D}"/>
              </a:ext>
            </a:extLst>
          </p:cNvPr>
          <p:cNvSpPr>
            <a:spLocks noGrp="1"/>
          </p:cNvSpPr>
          <p:nvPr>
            <p:ph idx="17" hasCustomPrompt="1"/>
          </p:nvPr>
        </p:nvSpPr>
        <p:spPr>
          <a:xfrm>
            <a:off x="6126478" y="4480560"/>
            <a:ext cx="5760720" cy="2011680"/>
          </a:xfrm>
          <a:prstGeom prst="rect">
            <a:avLst/>
          </a:prstGeom>
          <a:noFill/>
        </p:spPr>
        <p:txBody>
          <a:bodyPr>
            <a:normAutofit/>
          </a:bodyPr>
          <a:lstStyle>
            <a:lvl1pPr marL="0" indent="0">
              <a:buClr>
                <a:srgbClr val="E31837"/>
              </a:buClr>
              <a:buNone/>
              <a:defRPr sz="1800" b="1" i="0" baseline="0">
                <a:solidFill>
                  <a:srgbClr val="147BD1"/>
                </a:solidFill>
                <a:latin typeface="Courier New" charset="0"/>
                <a:ea typeface="Courier New" charset="0"/>
                <a:cs typeface="Courier New" charset="0"/>
              </a:defRPr>
            </a:lvl1pPr>
            <a:lvl2pPr marL="365760" indent="-274320">
              <a:spcBef>
                <a:spcPts val="600"/>
              </a:spcBef>
              <a:buFont typeface="Arial" panose="020B0604020202020204" pitchFamily="34" charset="0"/>
              <a:buNone/>
              <a:defRPr sz="1600" b="1" i="0">
                <a:solidFill>
                  <a:srgbClr val="147BD1"/>
                </a:solidFill>
                <a:latin typeface="Courier New" charset="0"/>
                <a:ea typeface="Courier New" charset="0"/>
                <a:cs typeface="Courier New" charset="0"/>
              </a:defRPr>
            </a:lvl2pPr>
            <a:lvl3pPr marL="640080" indent="-274320">
              <a:spcBef>
                <a:spcPts val="600"/>
              </a:spcBef>
              <a:buFont typeface="Arial" panose="020B0604020202020204" pitchFamily="34" charset="0"/>
              <a:buNone/>
              <a:defRPr sz="1400" b="1" i="0">
                <a:solidFill>
                  <a:srgbClr val="147BD1"/>
                </a:solidFill>
                <a:latin typeface="Courier New" charset="0"/>
                <a:ea typeface="Courier New" charset="0"/>
                <a:cs typeface="Courier New" charset="0"/>
              </a:defRPr>
            </a:lvl3pPr>
            <a:lvl4pPr marL="914400" indent="-274320">
              <a:spcBef>
                <a:spcPts val="600"/>
              </a:spcBef>
              <a:buFont typeface="Arial" panose="020B0604020202020204" pitchFamily="34" charset="0"/>
              <a:buNone/>
              <a:defRPr sz="1200" b="1" i="0">
                <a:solidFill>
                  <a:srgbClr val="147BD1"/>
                </a:solidFill>
                <a:latin typeface="Courier New" charset="0"/>
                <a:ea typeface="Courier New" charset="0"/>
                <a:cs typeface="Courier New" charset="0"/>
              </a:defRPr>
            </a:lvl4pPr>
            <a:lvl5pPr>
              <a:defRPr>
                <a:latin typeface="Arial" panose="020B0604020202020204" pitchFamily="34" charset="0"/>
                <a:cs typeface="Arial" panose="020B0604020202020204" pitchFamily="34" charset="0"/>
              </a:defRPr>
            </a:lvl5pPr>
          </a:lstStyle>
          <a:p>
            <a:pPr lvl="0"/>
            <a:r>
              <a:rPr lang="en-US" dirty="0"/>
              <a:t>First level 18pt (insert: command example)</a:t>
            </a:r>
          </a:p>
          <a:p>
            <a:pPr lvl="1"/>
            <a:r>
              <a:rPr lang="en-US" dirty="0"/>
              <a:t>Second level 16pt</a:t>
            </a:r>
          </a:p>
          <a:p>
            <a:pPr lvl="2"/>
            <a:r>
              <a:rPr lang="en-US" dirty="0"/>
              <a:t>Third level 14 </a:t>
            </a:r>
            <a:r>
              <a:rPr lang="en-US" dirty="0" err="1"/>
              <a:t>pt</a:t>
            </a:r>
            <a:endParaRPr lang="en-US" dirty="0"/>
          </a:p>
          <a:p>
            <a:pPr lvl="3"/>
            <a:r>
              <a:rPr lang="en-US" dirty="0"/>
              <a:t>Fourth level 12 </a:t>
            </a:r>
            <a:r>
              <a:rPr lang="en-US" dirty="0" err="1"/>
              <a:t>pt</a:t>
            </a:r>
            <a:endParaRPr lang="en-US" dirty="0"/>
          </a:p>
        </p:txBody>
      </p:sp>
    </p:spTree>
    <p:custDataLst>
      <p:tags r:id="rId1"/>
    </p:custDataLst>
    <p:extLst>
      <p:ext uri="{BB962C8B-B14F-4D97-AF65-F5344CB8AC3E}">
        <p14:creationId xmlns:p14="http://schemas.microsoft.com/office/powerpoint/2010/main" val="41286025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de Bar">
    <p:spTree>
      <p:nvGrpSpPr>
        <p:cNvPr id="1" name=""/>
        <p:cNvGrpSpPr/>
        <p:nvPr/>
      </p:nvGrpSpPr>
      <p:grpSpPr>
        <a:xfrm>
          <a:off x="0" y="0"/>
          <a:ext cx="0" cy="0"/>
          <a:chOff x="0" y="0"/>
          <a:chExt cx="0" cy="0"/>
        </a:xfrm>
      </p:grpSpPr>
      <p:sp>
        <p:nvSpPr>
          <p:cNvPr id="3" name="Content Placeholder 4"/>
          <p:cNvSpPr>
            <a:spLocks noGrp="1"/>
          </p:cNvSpPr>
          <p:nvPr>
            <p:ph idx="1" hasCustomPrompt="1"/>
          </p:nvPr>
        </p:nvSpPr>
        <p:spPr>
          <a:xfrm>
            <a:off x="274320" y="4480560"/>
            <a:ext cx="11612880" cy="2011680"/>
          </a:xfrm>
          <a:prstGeom prst="rect">
            <a:avLst/>
          </a:prstGeom>
        </p:spPr>
        <p:txBody>
          <a:bodyPr vert="horz" lIns="91440" tIns="91440" rIns="91440" bIns="91440" rtlCol="0">
            <a:normAutofit/>
          </a:bodyPr>
          <a:lstStyle>
            <a:lvl1pPr>
              <a:defRPr lang="en-US" sz="1800" b="1" kern="1200" dirty="0" smtClean="0">
                <a:solidFill>
                  <a:srgbClr val="147BD1"/>
                </a:solidFill>
                <a:latin typeface="Courier New" panose="02070309020205020404" pitchFamily="49" charset="0"/>
                <a:ea typeface="+mn-ea"/>
                <a:cs typeface="Courier New" panose="02070309020205020404" pitchFamily="49" charset="0"/>
              </a:defRPr>
            </a:lvl1pPr>
            <a:lvl2pPr>
              <a:defRPr lang="en-US" sz="1600" b="1" kern="1200" dirty="0" smtClean="0">
                <a:solidFill>
                  <a:srgbClr val="147BD1"/>
                </a:solidFill>
                <a:latin typeface="Courier New" panose="02070309020205020404" pitchFamily="49" charset="0"/>
                <a:ea typeface="+mn-ea"/>
                <a:cs typeface="Courier New" panose="02070309020205020404" pitchFamily="49" charset="0"/>
              </a:defRPr>
            </a:lvl2pPr>
            <a:lvl3pPr>
              <a:defRPr lang="en-US" sz="1400" b="1" kern="1200" dirty="0" smtClean="0">
                <a:solidFill>
                  <a:srgbClr val="147BD1"/>
                </a:solidFill>
                <a:latin typeface="Courier New" panose="02070309020205020404" pitchFamily="49" charset="0"/>
                <a:ea typeface="+mn-ea"/>
                <a:cs typeface="Courier New" panose="02070309020205020404" pitchFamily="49" charset="0"/>
              </a:defRPr>
            </a:lvl3pPr>
            <a:lvl4pPr>
              <a:defRPr lang="en-US" sz="1200" b="1" kern="1200" dirty="0">
                <a:solidFill>
                  <a:srgbClr val="147BD1"/>
                </a:solidFill>
                <a:latin typeface="Courier New" panose="02070309020205020404" pitchFamily="49" charset="0"/>
                <a:ea typeface="+mn-ea"/>
                <a:cs typeface="Courier New" panose="02070309020205020404" pitchFamily="49" charset="0"/>
              </a:defRPr>
            </a:lvl4pPr>
          </a:lstStyle>
          <a:p>
            <a:pPr marL="0" lvl="0" indent="0" algn="l" defTabSz="914400" rtl="0" eaLnBrk="1" latinLnBrk="0" hangingPunct="1">
              <a:lnSpc>
                <a:spcPct val="100000"/>
              </a:lnSpc>
              <a:spcBef>
                <a:spcPts val="1000"/>
              </a:spcBef>
              <a:buFontTx/>
              <a:buNone/>
            </a:pPr>
            <a:r>
              <a:rPr lang="en-US" dirty="0"/>
              <a:t>First level 18pt (insert: example of code or script highlighting construct)</a:t>
            </a:r>
          </a:p>
          <a:p>
            <a:pPr marL="91440" marR="0" lvl="1" indent="0" algn="l" defTabSz="914400" rtl="0" eaLnBrk="1" fontAlgn="auto" latinLnBrk="0" hangingPunct="1">
              <a:lnSpc>
                <a:spcPct val="100000"/>
              </a:lnSpc>
              <a:spcBef>
                <a:spcPts val="1200"/>
              </a:spcBef>
              <a:spcAft>
                <a:spcPts val="0"/>
              </a:spcAft>
              <a:buClr>
                <a:srgbClr val="147BD1"/>
              </a:buClr>
              <a:buSzPct val="100000"/>
              <a:buFontTx/>
              <a:buNone/>
              <a:tabLst/>
            </a:pPr>
            <a:r>
              <a:rPr lang="en-US" dirty="0"/>
              <a:t>Second level 16pt</a:t>
            </a:r>
          </a:p>
          <a:p>
            <a:pPr marL="353060" marR="0" lvl="2" indent="0" algn="l" defTabSz="914400" rtl="0" eaLnBrk="1" fontAlgn="auto" latinLnBrk="0" hangingPunct="1">
              <a:lnSpc>
                <a:spcPct val="100000"/>
              </a:lnSpc>
              <a:spcBef>
                <a:spcPts val="1200"/>
              </a:spcBef>
              <a:spcAft>
                <a:spcPts val="0"/>
              </a:spcAft>
              <a:buClr>
                <a:srgbClr val="147BD1"/>
              </a:buClr>
              <a:buSzPct val="100000"/>
              <a:buFontTx/>
              <a:buNone/>
              <a:tabLst/>
            </a:pPr>
            <a:r>
              <a:rPr lang="en-US" dirty="0"/>
              <a:t>Third level 14pt</a:t>
            </a:r>
          </a:p>
          <a:p>
            <a:pPr marL="627380" marR="0" lvl="3" indent="0" algn="l" defTabSz="914400" rtl="0" eaLnBrk="1" fontAlgn="auto" latinLnBrk="0" hangingPunct="1">
              <a:lnSpc>
                <a:spcPct val="100000"/>
              </a:lnSpc>
              <a:spcBef>
                <a:spcPts val="1200"/>
              </a:spcBef>
              <a:spcAft>
                <a:spcPts val="0"/>
              </a:spcAft>
              <a:buClr>
                <a:srgbClr val="147BD1"/>
              </a:buClr>
              <a:buSzPct val="100000"/>
              <a:buFontTx/>
              <a:buNone/>
              <a:tabLst/>
            </a:pPr>
            <a:r>
              <a:rPr lang="en-US" dirty="0"/>
              <a:t>Fourth level 12pt</a:t>
            </a:r>
          </a:p>
        </p:txBody>
      </p:sp>
      <p:sp>
        <p:nvSpPr>
          <p:cNvPr id="11" name="Content Placeholder 3"/>
          <p:cNvSpPr>
            <a:spLocks noGrp="1"/>
          </p:cNvSpPr>
          <p:nvPr>
            <p:ph idx="11" hasCustomPrompt="1"/>
          </p:nvPr>
        </p:nvSpPr>
        <p:spPr>
          <a:xfrm>
            <a:off x="274320" y="2468880"/>
            <a:ext cx="11612880" cy="2011680"/>
          </a:xfrm>
          <a:prstGeom prst="rect">
            <a:avLst/>
          </a:prstGeom>
        </p:spPr>
        <p:txBody>
          <a:bodyPr vert="horz" lIns="91440" tIns="91440" rIns="91440" bIns="91440" rtlCol="0">
            <a:normAutofit/>
          </a:bodyPr>
          <a:lstStyle>
            <a:lvl1pPr marL="0" indent="0" algn="l" defTabSz="914400" rtl="0" eaLnBrk="1" latinLnBrk="0" hangingPunct="1">
              <a:lnSpc>
                <a:spcPct val="100000"/>
              </a:lnSpc>
              <a:spcBef>
                <a:spcPts val="1000"/>
              </a:spcBef>
              <a:buFontTx/>
              <a:buNone/>
              <a:defRPr lang="en-US" sz="2000" kern="1200" dirty="0" smtClean="0">
                <a:solidFill>
                  <a:schemeClr val="tx1"/>
                </a:solidFill>
                <a:latin typeface="+mn-lt"/>
                <a:ea typeface="+mn-ea"/>
                <a:cs typeface="+mn-cs"/>
              </a:defRPr>
            </a:lvl1pPr>
            <a:lvl2pPr marL="378460" indent="-285750">
              <a:defRPr lang="en-US" sz="1800" kern="1200" dirty="0">
                <a:solidFill>
                  <a:schemeClr val="tx1"/>
                </a:solidFill>
                <a:latin typeface="+mn-lt"/>
                <a:ea typeface="+mn-ea"/>
                <a:cs typeface="+mn-cs"/>
              </a:defRPr>
            </a:lvl2pPr>
            <a:lvl3pPr marL="640080" indent="-274320">
              <a:defRPr lang="en-US" sz="1600" kern="1200" dirty="0">
                <a:solidFill>
                  <a:schemeClr val="tx1"/>
                </a:solidFill>
                <a:latin typeface="+mn-lt"/>
                <a:ea typeface="+mn-ea"/>
                <a:cs typeface="+mn-cs"/>
              </a:defRPr>
            </a:lvl3pPr>
            <a:lvl4pPr marL="914400" indent="-274320">
              <a:defRPr kumimoji="0" lang="en-US" sz="1400" b="0" i="0" u="none" strike="noStrike" kern="1200" cap="none" spc="0" normalizeH="0" baseline="0" dirty="0">
                <a:ln>
                  <a:noFill/>
                </a:ln>
                <a:solidFill>
                  <a:srgbClr val="000000"/>
                </a:solidFill>
                <a:effectLst/>
                <a:uLnTx/>
                <a:uFillTx/>
                <a:latin typeface="+mn-lt"/>
                <a:ea typeface="+mn-ea"/>
                <a:cs typeface="+mn-cs"/>
              </a:defRPr>
            </a:lvl4pPr>
          </a:lstStyle>
          <a:p>
            <a:pPr marL="0" lvl="0" indent="0" algn="l" defTabSz="914400" rtl="0" eaLnBrk="1" latinLnBrk="0" hangingPunct="1">
              <a:lnSpc>
                <a:spcPct val="100000"/>
              </a:lnSpc>
              <a:spcBef>
                <a:spcPts val="1000"/>
              </a:spcBef>
              <a:buFontTx/>
              <a:buNone/>
            </a:pPr>
            <a:r>
              <a:rPr lang="en-US" dirty="0"/>
              <a:t>First level 20pt (insert: guidelines, explanation, or usage)</a:t>
            </a:r>
          </a:p>
          <a:p>
            <a:pPr marL="365760" marR="0" lvl="1" indent="-273050" algn="l" defTabSz="457200" rtl="0" eaLnBrk="1" fontAlgn="auto" latinLnBrk="0" hangingPunct="1">
              <a:lnSpc>
                <a:spcPct val="100000"/>
              </a:lnSpc>
              <a:spcBef>
                <a:spcPts val="1200"/>
              </a:spcBef>
              <a:spcAft>
                <a:spcPts val="0"/>
              </a:spcAft>
              <a:buClr>
                <a:srgbClr val="147BD1"/>
              </a:buClr>
              <a:buSzTx/>
              <a:buFont typeface="Arial" panose="020B0604020202020204" pitchFamily="34" charset="0"/>
              <a:buChar char="●"/>
              <a:tabLst/>
            </a:pPr>
            <a:r>
              <a:rPr lang="en-US" dirty="0"/>
              <a:t>Second level 18pt</a:t>
            </a:r>
          </a:p>
          <a:p>
            <a:pPr marL="640080" marR="0" lvl="2" indent="-274320" algn="l" defTabSz="457200" rtl="0" eaLnBrk="1" fontAlgn="auto" latinLnBrk="0" hangingPunct="1">
              <a:lnSpc>
                <a:spcPct val="100000"/>
              </a:lnSpc>
              <a:spcBef>
                <a:spcPts val="600"/>
              </a:spcBef>
              <a:spcAft>
                <a:spcPts val="0"/>
              </a:spcAft>
              <a:buClr>
                <a:srgbClr val="147BD1"/>
              </a:buClr>
              <a:buSzPct val="100000"/>
              <a:buFont typeface="Wingdings" panose="05000000000000000000" pitchFamily="2" charset="2"/>
              <a:buChar char="§"/>
              <a:tabLst/>
            </a:pPr>
            <a:r>
              <a:rPr lang="en-US" dirty="0"/>
              <a:t>Third level 16pt</a:t>
            </a:r>
          </a:p>
          <a:p>
            <a:pPr marL="914400" marR="0" lvl="3" indent="-274320" algn="l" defTabSz="457200" rtl="0" eaLnBrk="1" fontAlgn="auto" latinLnBrk="0" hangingPunct="1">
              <a:lnSpc>
                <a:spcPct val="100000"/>
              </a:lnSpc>
              <a:spcBef>
                <a:spcPts val="600"/>
              </a:spcBef>
              <a:spcAft>
                <a:spcPts val="0"/>
              </a:spcAft>
              <a:buClr>
                <a:srgbClr val="147BD1"/>
              </a:buClr>
              <a:buSzTx/>
              <a:buFont typeface="Courier New" panose="02070309020205020404" pitchFamily="49" charset="0"/>
              <a:buChar char="o"/>
              <a:tabLst/>
            </a:pPr>
            <a:r>
              <a:rPr lang="en-US" dirty="0"/>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baseline="0" dirty="0">
                <a:solidFill>
                  <a:srgbClr val="333333"/>
                </a:solidFill>
                <a:latin typeface="Courier New" panose="02070309020205020404" pitchFamily="49" charset="0"/>
                <a:ea typeface="+mn-ea"/>
                <a:cs typeface="Courier New" panose="02070309020205020404" pitchFamily="49" charset="0"/>
              </a:defRPr>
            </a:lvl1pPr>
            <a:lvl2pPr>
              <a:defRPr lang="en-US" sz="1600" b="1" kern="1200" baseline="0" dirty="0">
                <a:solidFill>
                  <a:srgbClr val="333333"/>
                </a:solidFill>
                <a:latin typeface="Courier New" panose="02070309020205020404" pitchFamily="49" charset="0"/>
                <a:ea typeface="+mn-ea"/>
                <a:cs typeface="Courier New" panose="02070309020205020404" pitchFamily="49" charset="0"/>
              </a:defRPr>
            </a:lvl2pPr>
            <a:lvl3pPr>
              <a:defRPr lang="en-US" sz="1400" b="1" kern="1200" dirty="0">
                <a:solidFill>
                  <a:srgbClr val="333333"/>
                </a:solidFill>
                <a:latin typeface="Courier New" panose="02070309020205020404" pitchFamily="49" charset="0"/>
                <a:ea typeface="+mn-ea"/>
                <a:cs typeface="Courier New" panose="02070309020205020404" pitchFamily="49" charset="0"/>
              </a:defRPr>
            </a:lvl3pPr>
            <a:lvl4pPr>
              <a:defRPr lang="en-US" baseline="0" dirty="0">
                <a:solidFill>
                  <a:srgbClr val="333333"/>
                </a:solidFill>
                <a:latin typeface="Courier New" panose="02070309020205020404" pitchFamily="49" charset="0"/>
                <a:cs typeface="Courier New" panose="02070309020205020404" pitchFamily="49" charset="0"/>
              </a:defRPr>
            </a:lvl4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First level 18pt (insert: syntax of the command-line construct)</a:t>
            </a:r>
          </a:p>
          <a:p>
            <a:pPr marL="365760" marR="0" lvl="1"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Second level 16pt</a:t>
            </a:r>
          </a:p>
          <a:p>
            <a:pPr marL="640080" marR="0" lvl="2"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Third level 14pt</a:t>
            </a:r>
          </a:p>
        </p:txBody>
      </p:sp>
      <p:sp>
        <p:nvSpPr>
          <p:cNvPr id="12" name="Title 11"/>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8981B8EB-35A0-4720-BA0B-2DBA337B4FE4}"/>
              </a:ext>
            </a:extLst>
          </p:cNvPr>
          <p:cNvSpPr>
            <a:spLocks noGrp="1"/>
          </p:cNvSpPr>
          <p:nvPr>
            <p:ph type="ft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0591A286-1505-4FF0-8F20-4CF88366AB56}"/>
              </a:ext>
            </a:extLst>
          </p:cNvPr>
          <p:cNvSpPr>
            <a:spLocks noGrp="1"/>
          </p:cNvSpPr>
          <p:nvPr>
            <p:ph type="sldNum"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18428639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de/Scripts Bar">
    <p:spTree>
      <p:nvGrpSpPr>
        <p:cNvPr id="1" name=""/>
        <p:cNvGrpSpPr/>
        <p:nvPr/>
      </p:nvGrpSpPr>
      <p:grpSpPr>
        <a:xfrm>
          <a:off x="0" y="0"/>
          <a:ext cx="0" cy="0"/>
          <a:chOff x="0" y="0"/>
          <a:chExt cx="0" cy="0"/>
        </a:xfrm>
      </p:grpSpPr>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5400000" scaled="1"/>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a:defRPr lang="en-US" sz="1600" b="1" baseline="0" dirty="0">
                <a:solidFill>
                  <a:srgbClr val="333333"/>
                </a:solidFill>
                <a:latin typeface="Courier New" panose="02070309020205020404" pitchFamily="49" charset="0"/>
                <a:cs typeface="Courier New" panose="02070309020205020404" pitchFamily="49" charset="0"/>
              </a:defRPr>
            </a:lvl2pPr>
            <a:lvl3pPr>
              <a:defRPr lang="en-US" sz="1400" b="1" dirty="0">
                <a:solidFill>
                  <a:srgbClr val="333333"/>
                </a:solidFill>
                <a:latin typeface="Courier New" panose="02070309020205020404" pitchFamily="49" charset="0"/>
                <a:cs typeface="Courier New" panose="02070309020205020404" pitchFamily="49" charset="0"/>
              </a:defRPr>
            </a:lvl3pPr>
          </a:lstStyle>
          <a:p>
            <a:pPr marR="0" lvl="0" fontAlgn="auto">
              <a:lnSpc>
                <a:spcPct val="90000"/>
              </a:lnSpc>
              <a:spcAft>
                <a:spcPts val="0"/>
              </a:spcAft>
              <a:buClrTx/>
              <a:buSzTx/>
              <a:buFont typeface="Arial" panose="020B0604020202020204" pitchFamily="34" charset="0"/>
              <a:tabLst/>
            </a:pPr>
            <a:r>
              <a:rPr lang="en-US" dirty="0"/>
              <a:t>First level 18pt Courier New (insert: syntax of command-line construct)</a:t>
            </a:r>
          </a:p>
          <a:p>
            <a:pPr marL="365760" marR="0" lvl="1" indent="0" fontAlgn="auto">
              <a:lnSpc>
                <a:spcPct val="90000"/>
              </a:lnSpc>
              <a:spcBef>
                <a:spcPts val="1000"/>
              </a:spcBef>
              <a:spcAft>
                <a:spcPts val="0"/>
              </a:spcAft>
              <a:buClrTx/>
              <a:buSzTx/>
              <a:buNone/>
              <a:tabLst/>
            </a:pPr>
            <a:r>
              <a:rPr lang="en-US" dirty="0"/>
              <a:t>Second level 16pt</a:t>
            </a:r>
          </a:p>
          <a:p>
            <a:pPr marR="0" lvl="2" indent="0" fontAlgn="auto">
              <a:lnSpc>
                <a:spcPct val="90000"/>
              </a:lnSpc>
              <a:spcBef>
                <a:spcPts val="1000"/>
              </a:spcBef>
              <a:spcAft>
                <a:spcPts val="0"/>
              </a:spcAft>
              <a:buClrTx/>
              <a:buSzTx/>
              <a:buFont typeface="Arial" panose="020B0604020202020204" pitchFamily="34" charset="0"/>
              <a:buNone/>
              <a:tabLst/>
            </a:pPr>
            <a:r>
              <a:rPr lang="en-US" dirty="0"/>
              <a:t>Third level 14pt</a:t>
            </a:r>
          </a:p>
        </p:txBody>
      </p:sp>
      <p:sp>
        <p:nvSpPr>
          <p:cNvPr id="6" name="Content Placeholder 2"/>
          <p:cNvSpPr>
            <a:spLocks noGrp="1"/>
          </p:cNvSpPr>
          <p:nvPr>
            <p:ph idx="12" hasCustomPrompt="1"/>
          </p:nvPr>
        </p:nvSpPr>
        <p:spPr>
          <a:xfrm>
            <a:off x="6126480" y="2468880"/>
            <a:ext cx="5760720" cy="4023360"/>
          </a:xfrm>
          <a:prstGeom prst="rect">
            <a:avLst/>
          </a:prstGeom>
          <a:noFill/>
        </p:spPr>
        <p:txBody>
          <a:bodyPr>
            <a:normAutofit/>
          </a:bodyPr>
          <a:lstStyle>
            <a:lvl1pPr marL="0" marR="0" indent="0" algn="l" defTabSz="914400" rtl="0" eaLnBrk="1" fontAlgn="auto" latinLnBrk="0" hangingPunct="1">
              <a:lnSpc>
                <a:spcPct val="100000"/>
              </a:lnSpc>
              <a:spcBef>
                <a:spcPts val="1000"/>
              </a:spcBef>
              <a:spcAft>
                <a:spcPts val="0"/>
              </a:spcAft>
              <a:buClr>
                <a:srgbClr val="E31837"/>
              </a:buClr>
              <a:buSzTx/>
              <a:buFontTx/>
              <a:buNone/>
              <a:tabLst/>
              <a:defRPr sz="1800" b="1" i="0" baseline="0">
                <a:solidFill>
                  <a:srgbClr val="147BD1"/>
                </a:solidFill>
                <a:latin typeface="Courier New" charset="0"/>
                <a:ea typeface="Courier New" charset="0"/>
                <a:cs typeface="Courier New" charset="0"/>
              </a:defRPr>
            </a:lvl1pPr>
            <a:lvl2pPr marL="365760" indent="-274320">
              <a:spcBef>
                <a:spcPts val="600"/>
              </a:spcBef>
              <a:buFont typeface="Arial" panose="020B0604020202020204" pitchFamily="34" charset="0"/>
              <a:buNone/>
              <a:defRPr sz="1600" b="1" i="0">
                <a:solidFill>
                  <a:srgbClr val="147BD1"/>
                </a:solidFill>
                <a:latin typeface="Courier New" charset="0"/>
                <a:ea typeface="Courier New" charset="0"/>
                <a:cs typeface="Courier New" charset="0"/>
              </a:defRPr>
            </a:lvl2pPr>
            <a:lvl3pPr marL="640080" indent="-274320">
              <a:spcBef>
                <a:spcPts val="600"/>
              </a:spcBef>
              <a:buFont typeface="Arial" panose="020B0604020202020204" pitchFamily="34" charset="0"/>
              <a:buNone/>
              <a:defRPr sz="1400" b="1" i="0">
                <a:solidFill>
                  <a:srgbClr val="147BD1"/>
                </a:solidFill>
                <a:latin typeface="Courier New" charset="0"/>
                <a:ea typeface="Courier New" charset="0"/>
                <a:cs typeface="Courier New" charset="0"/>
              </a:defRPr>
            </a:lvl3pPr>
            <a:lvl4pPr marL="914400" indent="-274320">
              <a:spcBef>
                <a:spcPts val="600"/>
              </a:spcBef>
              <a:buFont typeface="Arial" panose="020B0604020202020204" pitchFamily="34" charset="0"/>
              <a:buNone/>
              <a:defRPr sz="1200" b="1" i="0">
                <a:solidFill>
                  <a:srgbClr val="147BD1"/>
                </a:solidFill>
                <a:latin typeface="Courier New" charset="0"/>
                <a:ea typeface="Courier New" charset="0"/>
                <a:cs typeface="Courier New" charset="0"/>
              </a:defRPr>
            </a:lvl4pPr>
            <a:lvl5pPr>
              <a:defRPr>
                <a:latin typeface="Arial" panose="020B0604020202020204" pitchFamily="34" charset="0"/>
                <a:cs typeface="Arial" panose="020B0604020202020204" pitchFamily="34" charset="0"/>
              </a:defRPr>
            </a:lvl5pPr>
          </a:lstStyle>
          <a:p>
            <a:pPr marL="0" marR="0" lvl="0" indent="0" algn="l" defTabSz="914400" rtl="0" eaLnBrk="1" fontAlgn="auto" latinLnBrk="0" hangingPunct="1">
              <a:lnSpc>
                <a:spcPct val="100000"/>
              </a:lnSpc>
              <a:spcBef>
                <a:spcPts val="1000"/>
              </a:spcBef>
              <a:spcAft>
                <a:spcPts val="0"/>
              </a:spcAft>
              <a:buClr>
                <a:srgbClr val="E31837"/>
              </a:buClr>
              <a:buSzTx/>
              <a:buFontTx/>
              <a:buNone/>
              <a:tabLst/>
              <a:defRPr/>
            </a:pPr>
            <a:r>
              <a:rPr lang="en-US" dirty="0"/>
              <a:t>First level 18pt Courier New (insert: example of </a:t>
            </a:r>
            <a:r>
              <a:rPr lang="en-US" dirty="0" err="1"/>
              <a:t>code|script</a:t>
            </a:r>
            <a:r>
              <a:rPr lang="en-US" dirty="0"/>
              <a:t> highlighting construct)</a:t>
            </a:r>
          </a:p>
          <a:p>
            <a:pPr lvl="1"/>
            <a:r>
              <a:rPr lang="en-US" dirty="0"/>
              <a:t>Second level 16pt</a:t>
            </a:r>
          </a:p>
          <a:p>
            <a:pPr lvl="2"/>
            <a:r>
              <a:rPr lang="en-US" dirty="0"/>
              <a:t>Third level 14pt</a:t>
            </a:r>
          </a:p>
          <a:p>
            <a:pPr lvl="3"/>
            <a:r>
              <a:rPr lang="en-US" dirty="0"/>
              <a:t>Fourth level 12pt</a:t>
            </a:r>
          </a:p>
        </p:txBody>
      </p:sp>
      <p:sp>
        <p:nvSpPr>
          <p:cNvPr id="4" name="Title 3"/>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AB770FC4-230C-4DA7-91CA-60FE6908DE6D}"/>
              </a:ext>
            </a:extLst>
          </p:cNvPr>
          <p:cNvSpPr>
            <a:spLocks noGrp="1"/>
          </p:cNvSpPr>
          <p:nvPr>
            <p:ph sz="quarter" idx="22" hasCustomPrompt="1"/>
          </p:nvPr>
        </p:nvSpPr>
        <p:spPr>
          <a:xfrm>
            <a:off x="274320" y="2468880"/>
            <a:ext cx="5760720" cy="4023360"/>
          </a:xfrm>
          <a:prstGeom prst="rect">
            <a:avLst/>
          </a:prstGeom>
        </p:spPr>
        <p:txBody>
          <a:bodyPr/>
          <a:lstStyle>
            <a:lvl1pPr>
              <a:defRPr/>
            </a:lvl1pPr>
            <a:lvl2pPr>
              <a:defRPr/>
            </a:lvl2pPr>
            <a:lvl3pPr>
              <a:defRPr/>
            </a:lvl3pPr>
            <a:lvl4pPr>
              <a:defRPr/>
            </a:lvl4pPr>
          </a:lstStyle>
          <a:p>
            <a:pPr lvl="0"/>
            <a:r>
              <a:rPr lang="en-US" dirty="0"/>
              <a:t>First level 20pt Arial (insert: guidelines, explanation, or usage)</a:t>
            </a:r>
          </a:p>
          <a:p>
            <a:pPr lvl="1"/>
            <a:r>
              <a:rPr lang="en-US" dirty="0"/>
              <a:t>Second level 18pt</a:t>
            </a:r>
          </a:p>
          <a:p>
            <a:pPr lvl="2"/>
            <a:r>
              <a:rPr lang="en-US" dirty="0"/>
              <a:t>Third level 16pt</a:t>
            </a:r>
          </a:p>
          <a:p>
            <a:pPr lvl="3"/>
            <a:r>
              <a:rPr lang="en-US" dirty="0"/>
              <a:t>Fourth level 14pt</a:t>
            </a:r>
          </a:p>
        </p:txBody>
      </p:sp>
      <p:sp>
        <p:nvSpPr>
          <p:cNvPr id="5" name="Footer Placeholder 4">
            <a:extLst>
              <a:ext uri="{FF2B5EF4-FFF2-40B4-BE49-F238E27FC236}">
                <a16:creationId xmlns:a16="http://schemas.microsoft.com/office/drawing/2014/main" id="{E7856358-0821-44D7-87D1-8D2455B83E54}"/>
              </a:ext>
            </a:extLst>
          </p:cNvPr>
          <p:cNvSpPr>
            <a:spLocks noGrp="1"/>
          </p:cNvSpPr>
          <p:nvPr>
            <p:ph type="ftr" sz="quarter" idx="2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8" name="Slide Number Placeholder 7">
            <a:extLst>
              <a:ext uri="{FF2B5EF4-FFF2-40B4-BE49-F238E27FC236}">
                <a16:creationId xmlns:a16="http://schemas.microsoft.com/office/drawing/2014/main" id="{AC12D065-0853-424E-BA20-A033DC5B61BD}"/>
              </a:ext>
            </a:extLst>
          </p:cNvPr>
          <p:cNvSpPr>
            <a:spLocks noGrp="1"/>
          </p:cNvSpPr>
          <p:nvPr>
            <p:ph type="sldNum" sz="quarter" idx="2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40836898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de/Scripts Box">
    <p:spTree>
      <p:nvGrpSpPr>
        <p:cNvPr id="1" name=""/>
        <p:cNvGrpSpPr/>
        <p:nvPr/>
      </p:nvGrpSpPr>
      <p:grpSpPr>
        <a:xfrm>
          <a:off x="0" y="0"/>
          <a:ext cx="0" cy="0"/>
          <a:chOff x="0" y="0"/>
          <a:chExt cx="0" cy="0"/>
        </a:xfrm>
      </p:grpSpPr>
      <p:sp>
        <p:nvSpPr>
          <p:cNvPr id="10" name="Content Placeholder 2"/>
          <p:cNvSpPr>
            <a:spLocks noGrp="1"/>
          </p:cNvSpPr>
          <p:nvPr>
            <p:ph idx="19" hasCustomPrompt="1"/>
          </p:nvPr>
        </p:nvSpPr>
        <p:spPr>
          <a:xfrm>
            <a:off x="5943600" y="1005840"/>
            <a:ext cx="5943600" cy="5486400"/>
          </a:xfrm>
          <a:prstGeom prst="rect">
            <a:avLst/>
          </a:prstGeom>
        </p:spPr>
        <p:txBody>
          <a:bodyPr vert="horz" lIns="91440" tIns="91440" rIns="91440" bIns="91440" rtlCol="0">
            <a:normAutofit/>
          </a:bodyPr>
          <a:lstStyle>
            <a:lvl1pPr>
              <a:defRPr lang="en-US" noProof="0" dirty="0"/>
            </a:lvl1pPr>
            <a:lvl2pPr>
              <a:defRPr lang="en-US" noProof="0" dirty="0"/>
            </a:lvl2pPr>
            <a:lvl3pPr>
              <a:defRPr lang="en-US" noProof="0" dirty="0"/>
            </a:lvl3pPr>
            <a:lvl4pPr>
              <a:defRPr lang="en-US" dirty="0"/>
            </a:lvl4pPr>
          </a:lstStyle>
          <a:p>
            <a:pPr lvl="0"/>
            <a:r>
              <a:rPr kumimoji="0" lang="en-US" sz="2000" b="0" i="0" u="none" strike="noStrike" kern="1200" cap="none" spc="0" normalizeH="0" baseline="0" noProof="0" dirty="0">
                <a:ln>
                  <a:noFill/>
                </a:ln>
                <a:solidFill>
                  <a:srgbClr val="000000"/>
                </a:solidFill>
                <a:effectLst/>
                <a:uLnTx/>
                <a:uFillTx/>
                <a:latin typeface="+mn-lt"/>
                <a:ea typeface="+mn-ea"/>
                <a:cs typeface="+mn-cs"/>
              </a:rPr>
              <a:t>First level 20pt (insert: guidelines, explanation, or usage) </a:t>
            </a:r>
          </a:p>
          <a:p>
            <a:pPr lvl="1"/>
            <a:r>
              <a:rPr kumimoji="0" lang="en-US" sz="1800" b="0" i="0" u="none" strike="noStrike" kern="1200" cap="none" spc="0" normalizeH="0" baseline="0" noProof="0" dirty="0">
                <a:ln>
                  <a:noFill/>
                </a:ln>
                <a:solidFill>
                  <a:srgbClr val="000000"/>
                </a:solidFill>
                <a:effectLst/>
                <a:uLnTx/>
                <a:uFillTx/>
                <a:latin typeface="+mn-lt"/>
                <a:ea typeface="+mn-ea"/>
                <a:cs typeface="+mn-cs"/>
              </a:rPr>
              <a:t>Second level 18pt</a:t>
            </a:r>
          </a:p>
          <a:p>
            <a:pPr lvl="2"/>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Third level 16pt</a:t>
            </a:r>
          </a:p>
          <a:p>
            <a:pPr lvl="3"/>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Fourth level 14pt</a:t>
            </a:r>
            <a:endParaRPr lang="en-US" dirty="0"/>
          </a:p>
        </p:txBody>
      </p:sp>
      <p:sp>
        <p:nvSpPr>
          <p:cNvPr id="12" name="Content Placeholder 2"/>
          <p:cNvSpPr>
            <a:spLocks noGrp="1"/>
          </p:cNvSpPr>
          <p:nvPr>
            <p:ph idx="21" hasCustomPrompt="1"/>
          </p:nvPr>
        </p:nvSpPr>
        <p:spPr>
          <a:xfrm>
            <a:off x="640080" y="1005840"/>
            <a:ext cx="5212080" cy="1371600"/>
          </a:xfrm>
          <a:prstGeom prst="rect">
            <a:avLst/>
          </a:prstGeom>
          <a:noFill/>
          <a:ln w="25400">
            <a:gradFill>
              <a:gsLst>
                <a:gs pos="0">
                  <a:srgbClr val="61CF5C"/>
                </a:gs>
                <a:gs pos="100000">
                  <a:srgbClr val="2CCCD3"/>
                </a:gs>
              </a:gsLst>
              <a:lin ang="5400000" scaled="1"/>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marL="92710" indent="0">
              <a:buNone/>
              <a:defRPr lang="en-US" sz="1600" b="1" kern="1200" dirty="0">
                <a:solidFill>
                  <a:schemeClr val="tx1"/>
                </a:solidFill>
                <a:latin typeface="Courier New" panose="02070309020205020404" pitchFamily="49" charset="0"/>
                <a:ea typeface="+mn-ea"/>
                <a:cs typeface="Courier New" panose="02070309020205020404" pitchFamily="49" charset="0"/>
              </a:defRPr>
            </a:lvl2pPr>
            <a:lvl3pPr>
              <a:defRPr lang="en-US" sz="1400" b="1" dirty="0">
                <a:solidFill>
                  <a:srgbClr val="333333"/>
                </a:solidFill>
                <a:latin typeface="Courier New" panose="02070309020205020404" pitchFamily="49" charset="0"/>
                <a:cs typeface="Courier New" panose="02070309020205020404" pitchFamily="49" charset="0"/>
              </a:defRPr>
            </a:lvl3pPr>
          </a:lstStyle>
          <a:p>
            <a:pPr marR="0" lvl="0" fontAlgn="auto">
              <a:lnSpc>
                <a:spcPct val="90000"/>
              </a:lnSpc>
              <a:spcAft>
                <a:spcPts val="0"/>
              </a:spcAft>
              <a:buClrTx/>
              <a:buSzTx/>
              <a:buFont typeface="Arial" panose="020B0604020202020204" pitchFamily="34" charset="0"/>
              <a:tabLst/>
            </a:pPr>
            <a:r>
              <a:rPr lang="en-US" dirty="0"/>
              <a:t>First level 18pt(insert:  command syntax)</a:t>
            </a:r>
            <a:r>
              <a:rPr lang="en-US" b="1" dirty="0">
                <a:latin typeface="Courier New" panose="02070309020205020404" pitchFamily="49" charset="0"/>
                <a:cs typeface="Courier New" panose="02070309020205020404" pitchFamily="49" charset="0"/>
              </a:rPr>
              <a:t> </a:t>
            </a:r>
          </a:p>
          <a:p>
            <a:pPr marR="0" lvl="1" fontAlgn="auto">
              <a:lnSpc>
                <a:spcPct val="90000"/>
              </a:lnSpc>
              <a:spcAft>
                <a:spcPts val="0"/>
              </a:spcAft>
              <a:buClrTx/>
              <a:buSzTx/>
              <a:buFont typeface="Arial" panose="020B0604020202020204" pitchFamily="34" charset="0"/>
              <a:tabLst/>
            </a:pPr>
            <a:r>
              <a:rPr lang="en-US" b="1" dirty="0">
                <a:latin typeface="Courier New" panose="02070309020205020404" pitchFamily="49" charset="0"/>
                <a:cs typeface="Courier New" panose="02070309020205020404" pitchFamily="49" charset="0"/>
              </a:rPr>
              <a:t>Second level 16pt</a:t>
            </a:r>
          </a:p>
        </p:txBody>
      </p:sp>
      <p:sp>
        <p:nvSpPr>
          <p:cNvPr id="4" name="Title 3"/>
          <p:cNvSpPr>
            <a:spLocks noGrp="1"/>
          </p:cNvSpPr>
          <p:nvPr>
            <p:ph type="title"/>
          </p:nvPr>
        </p:nvSpPr>
        <p:spPr/>
        <p:txBody>
          <a:bodyPr/>
          <a:lstStyle/>
          <a:p>
            <a:r>
              <a:rPr lang="en-US"/>
              <a:t>Click to edit Master title style</a:t>
            </a:r>
            <a:endParaRPr lang="en-US" dirty="0"/>
          </a:p>
        </p:txBody>
      </p:sp>
      <p:sp>
        <p:nvSpPr>
          <p:cNvPr id="7" name="Content Placeholder 6"/>
          <p:cNvSpPr>
            <a:spLocks noGrp="1"/>
          </p:cNvSpPr>
          <p:nvPr>
            <p:ph sz="quarter" idx="24" hasCustomPrompt="1"/>
          </p:nvPr>
        </p:nvSpPr>
        <p:spPr>
          <a:xfrm>
            <a:off x="275273" y="2468880"/>
            <a:ext cx="5576887" cy="4023360"/>
          </a:xfrm>
          <a:prstGeom prst="rect">
            <a:avLst/>
          </a:prstGeom>
        </p:spPr>
        <p:txBody>
          <a:bodyPr/>
          <a:lstStyle>
            <a:lvl1pPr>
              <a:defRPr sz="1800" b="1">
                <a:solidFill>
                  <a:srgbClr val="147BD1"/>
                </a:solidFill>
                <a:latin typeface="Courier New" panose="02070309020205020404" pitchFamily="49" charset="0"/>
                <a:cs typeface="Courier New" panose="02070309020205020404" pitchFamily="49" charset="0"/>
              </a:defRPr>
            </a:lvl1pPr>
            <a:lvl2pPr marL="91440" indent="0">
              <a:buFontTx/>
              <a:buNone/>
              <a:defRPr sz="1600" b="1">
                <a:solidFill>
                  <a:srgbClr val="147BD1"/>
                </a:solidFill>
                <a:latin typeface="Courier New" panose="02070309020205020404" pitchFamily="49" charset="0"/>
                <a:cs typeface="Courier New" panose="02070309020205020404" pitchFamily="49" charset="0"/>
              </a:defRPr>
            </a:lvl2pPr>
            <a:lvl3pPr marL="365760" indent="0">
              <a:buFontTx/>
              <a:buNone/>
              <a:defRPr sz="1400" b="1">
                <a:solidFill>
                  <a:srgbClr val="147BD1"/>
                </a:solidFill>
                <a:latin typeface="Courier New" panose="02070309020205020404" pitchFamily="49" charset="0"/>
                <a:cs typeface="Courier New" panose="02070309020205020404" pitchFamily="49" charset="0"/>
              </a:defRPr>
            </a:lvl3pPr>
            <a:lvl4pPr marL="640080" indent="0">
              <a:buFontTx/>
              <a:buNone/>
              <a:defRPr sz="1200" b="1">
                <a:solidFill>
                  <a:srgbClr val="147BD1"/>
                </a:solidFill>
                <a:latin typeface="Courier New" panose="02070309020205020404" pitchFamily="49" charset="0"/>
                <a:cs typeface="Courier New" panose="02070309020205020404" pitchFamily="49" charset="0"/>
              </a:defRPr>
            </a:lvl4pPr>
          </a:lstStyle>
          <a:p>
            <a:pPr lvl="0"/>
            <a:r>
              <a:rPr lang="en-US" dirty="0"/>
              <a:t>First level 18pt (insert: example of code or script highlighting construct)</a:t>
            </a:r>
          </a:p>
          <a:p>
            <a:pPr lvl="1"/>
            <a:r>
              <a:rPr lang="en-US" dirty="0"/>
              <a:t>Second level 16pt Courier New</a:t>
            </a:r>
          </a:p>
          <a:p>
            <a:pPr lvl="2"/>
            <a:r>
              <a:rPr lang="en-US" dirty="0"/>
              <a:t>Third level 14pt Courier New</a:t>
            </a:r>
          </a:p>
          <a:p>
            <a:pPr lvl="3"/>
            <a:r>
              <a:rPr lang="en-US" dirty="0"/>
              <a:t>Fourth level 12pt Courier New</a:t>
            </a:r>
          </a:p>
        </p:txBody>
      </p:sp>
      <p:sp>
        <p:nvSpPr>
          <p:cNvPr id="2" name="Footer Placeholder 1">
            <a:extLst>
              <a:ext uri="{FF2B5EF4-FFF2-40B4-BE49-F238E27FC236}">
                <a16:creationId xmlns:a16="http://schemas.microsoft.com/office/drawing/2014/main" id="{CFDCC0AD-4862-4568-89A6-AE519257999E}"/>
              </a:ext>
            </a:extLst>
          </p:cNvPr>
          <p:cNvSpPr>
            <a:spLocks noGrp="1"/>
          </p:cNvSpPr>
          <p:nvPr>
            <p:ph type="ftr" sz="quarter" idx="2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3" name="Slide Number Placeholder 2">
            <a:extLst>
              <a:ext uri="{FF2B5EF4-FFF2-40B4-BE49-F238E27FC236}">
                <a16:creationId xmlns:a16="http://schemas.microsoft.com/office/drawing/2014/main" id="{E6CF7C2D-EAA5-4CC9-90E0-2A5761061ADA}"/>
              </a:ext>
            </a:extLst>
          </p:cNvPr>
          <p:cNvSpPr>
            <a:spLocks noGrp="1"/>
          </p:cNvSpPr>
          <p:nvPr>
            <p:ph type="sldNum" sz="quarter" idx="2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20885161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de Compa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56B61-8F7C-4013-BA7B-FA04FF6E3BA6}"/>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895A295A-15E1-48C2-823C-254F3327CC6C}"/>
              </a:ext>
            </a:extLst>
          </p:cNvPr>
          <p:cNvSpPr>
            <a:spLocks noGrp="1"/>
          </p:cNvSpPr>
          <p:nvPr>
            <p:ph type="ftr" sz="quarter" idx="10"/>
          </p:nvPr>
        </p:nvSpPr>
        <p:spPr/>
        <p:txBody>
          <a:bodyPr/>
          <a:lstStyle/>
          <a:p>
            <a:r>
              <a:rPr lang="en-US">
                <a:cs typeface="Arial" panose="020B0604020202020204" pitchFamily="34" charset="0"/>
              </a:rPr>
              <a:t>© Cadence Design Systems, Inc. All rights reserved.</a:t>
            </a:r>
            <a:endParaRPr lang="en-US" dirty="0">
              <a:cs typeface="Arial" panose="020B0604020202020204" pitchFamily="34" charset="0"/>
            </a:endParaRPr>
          </a:p>
        </p:txBody>
      </p:sp>
      <p:sp>
        <p:nvSpPr>
          <p:cNvPr id="4" name="Slide Number Placeholder 3">
            <a:extLst>
              <a:ext uri="{FF2B5EF4-FFF2-40B4-BE49-F238E27FC236}">
                <a16:creationId xmlns:a16="http://schemas.microsoft.com/office/drawing/2014/main" id="{715ED10B-54E3-4E85-925C-FF84167AA93C}"/>
              </a:ext>
            </a:extLst>
          </p:cNvPr>
          <p:cNvSpPr>
            <a:spLocks noGrp="1"/>
          </p:cNvSpPr>
          <p:nvPr>
            <p:ph type="sldNum" sz="quarter" idx="11"/>
          </p:nvPr>
        </p:nvSpPr>
        <p:spPr/>
        <p:txBody>
          <a:bodyPr/>
          <a:lstStyle/>
          <a:p>
            <a:fld id="{B6FA71F5-8E13-46C5-A63A-9121BEB3B8A9}" type="slidenum">
              <a:rPr lang="en-US" smtClean="0"/>
              <a:pPr/>
              <a:t>‹#›</a:t>
            </a:fld>
            <a:endParaRPr lang="en-US" dirty="0"/>
          </a:p>
        </p:txBody>
      </p:sp>
      <p:sp>
        <p:nvSpPr>
          <p:cNvPr id="5" name="Content Placeholder 2">
            <a:extLst>
              <a:ext uri="{FF2B5EF4-FFF2-40B4-BE49-F238E27FC236}">
                <a16:creationId xmlns:a16="http://schemas.microsoft.com/office/drawing/2014/main" id="{078E58B8-6812-48E0-AF2D-DBFED52A7692}"/>
              </a:ext>
            </a:extLst>
          </p:cNvPr>
          <p:cNvSpPr>
            <a:spLocks noGrp="1"/>
          </p:cNvSpPr>
          <p:nvPr>
            <p:ph idx="12" hasCustomPrompt="1"/>
          </p:nvPr>
        </p:nvSpPr>
        <p:spPr>
          <a:xfrm>
            <a:off x="64008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sz="1800" b="1" kern="1200" baseline="0" dirty="0">
                <a:solidFill>
                  <a:srgbClr val="333333"/>
                </a:solidFill>
                <a:latin typeface="Courier New" panose="02070309020205020404" pitchFamily="49" charset="0"/>
                <a:ea typeface="+mn-ea"/>
                <a:cs typeface="Courier New" panose="02070309020205020404" pitchFamily="49" charset="0"/>
              </a:defRPr>
            </a:lvl1pPr>
            <a:lvl2pPr>
              <a:defRPr lang="en-US" sz="1600" b="1" kern="1200" baseline="0" dirty="0">
                <a:solidFill>
                  <a:srgbClr val="333333"/>
                </a:solidFill>
                <a:latin typeface="Courier New" panose="02070309020205020404" pitchFamily="49" charset="0"/>
                <a:ea typeface="+mn-ea"/>
                <a:cs typeface="Courier New" panose="02070309020205020404" pitchFamily="49" charset="0"/>
              </a:defRPr>
            </a:lvl2pPr>
            <a:lvl3pPr>
              <a:defRPr lang="en-US" sz="1400" b="1" kern="1200" dirty="0">
                <a:solidFill>
                  <a:srgbClr val="333333"/>
                </a:solidFill>
                <a:latin typeface="Courier New" panose="02070309020205020404" pitchFamily="49" charset="0"/>
                <a:ea typeface="+mn-ea"/>
                <a:cs typeface="Courier New" panose="02070309020205020404" pitchFamily="49" charset="0"/>
              </a:defRPr>
            </a:lvl3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18pt (insert: command syntax)</a:t>
            </a:r>
          </a:p>
          <a:p>
            <a:pPr marL="365760" marR="0" lvl="1"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Second level 16pt</a:t>
            </a:r>
          </a:p>
          <a:p>
            <a:pPr marL="640080" marR="0" lvl="2"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Third level 16pt</a:t>
            </a:r>
          </a:p>
        </p:txBody>
      </p:sp>
      <p:sp>
        <p:nvSpPr>
          <p:cNvPr id="6" name="Content Placeholder 2">
            <a:extLst>
              <a:ext uri="{FF2B5EF4-FFF2-40B4-BE49-F238E27FC236}">
                <a16:creationId xmlns:a16="http://schemas.microsoft.com/office/drawing/2014/main" id="{0E426C72-5F56-48A3-86EA-A9F546826D3F}"/>
              </a:ext>
            </a:extLst>
          </p:cNvPr>
          <p:cNvSpPr>
            <a:spLocks noGrp="1"/>
          </p:cNvSpPr>
          <p:nvPr>
            <p:ph idx="13" hasCustomPrompt="1"/>
          </p:nvPr>
        </p:nvSpPr>
        <p:spPr>
          <a:xfrm>
            <a:off x="649224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sz="1800" b="1" kern="1200" baseline="0" dirty="0">
                <a:solidFill>
                  <a:srgbClr val="333333"/>
                </a:solidFill>
                <a:latin typeface="Courier New" panose="02070309020205020404" pitchFamily="49" charset="0"/>
                <a:ea typeface="+mn-ea"/>
                <a:cs typeface="Courier New" panose="02070309020205020404" pitchFamily="49" charset="0"/>
              </a:defRPr>
            </a:lvl1pPr>
            <a:lvl2pPr>
              <a:defRPr lang="en-US" sz="1600" b="1" kern="1200" baseline="0" dirty="0">
                <a:solidFill>
                  <a:srgbClr val="333333"/>
                </a:solidFill>
                <a:latin typeface="Courier New" panose="02070309020205020404" pitchFamily="49" charset="0"/>
                <a:ea typeface="+mn-ea"/>
                <a:cs typeface="Courier New" panose="02070309020205020404" pitchFamily="49" charset="0"/>
              </a:defRPr>
            </a:lvl2pPr>
            <a:lvl3pPr>
              <a:defRPr lang="en-US" sz="1400" b="1" kern="1200" dirty="0">
                <a:solidFill>
                  <a:srgbClr val="333333"/>
                </a:solidFill>
                <a:latin typeface="Courier New" panose="02070309020205020404" pitchFamily="49" charset="0"/>
                <a:ea typeface="+mn-ea"/>
                <a:cs typeface="Courier New" panose="02070309020205020404" pitchFamily="49" charset="0"/>
              </a:defRPr>
            </a:lvl3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18pt (insert: command syntax)</a:t>
            </a:r>
          </a:p>
          <a:p>
            <a:pPr marL="365760" marR="0" lvl="1"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Second level 16pt</a:t>
            </a:r>
          </a:p>
          <a:p>
            <a:pPr marL="640080" marR="0" lvl="2"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Third level 14pt</a:t>
            </a:r>
          </a:p>
        </p:txBody>
      </p:sp>
      <p:sp>
        <p:nvSpPr>
          <p:cNvPr id="7" name="Content Placeholder 2">
            <a:extLst>
              <a:ext uri="{FF2B5EF4-FFF2-40B4-BE49-F238E27FC236}">
                <a16:creationId xmlns:a16="http://schemas.microsoft.com/office/drawing/2014/main" id="{E2FA659F-FCA7-4BA7-97BB-4B4D4FA32F27}"/>
              </a:ext>
            </a:extLst>
          </p:cNvPr>
          <p:cNvSpPr>
            <a:spLocks noGrp="1"/>
          </p:cNvSpPr>
          <p:nvPr>
            <p:ph idx="16" hasCustomPrompt="1"/>
          </p:nvPr>
        </p:nvSpPr>
        <p:spPr>
          <a:xfrm>
            <a:off x="274320" y="4480560"/>
            <a:ext cx="5760720" cy="2011680"/>
          </a:xfrm>
          <a:prstGeom prst="rect">
            <a:avLst/>
          </a:prstGeom>
        </p:spPr>
        <p:txBody>
          <a:bodyPr vert="horz" lIns="91440" tIns="91440" rIns="91440" bIns="91440" rtlCol="0">
            <a:normAutofit/>
          </a:bodyPr>
          <a:lstStyle>
            <a:lvl1pPr>
              <a:defRPr lang="en-US" sz="1800" b="1" dirty="0">
                <a:solidFill>
                  <a:srgbClr val="147BD1"/>
                </a:solidFill>
                <a:latin typeface="Courier New" panose="02070309020205020404" pitchFamily="49" charset="0"/>
                <a:cs typeface="Courier New" panose="02070309020205020404" pitchFamily="49" charset="0"/>
              </a:defRPr>
            </a:lvl1pPr>
            <a:lvl2pPr>
              <a:defRPr lang="en-US" sz="1600" b="1" kern="1200" dirty="0">
                <a:solidFill>
                  <a:srgbClr val="147BD1"/>
                </a:solidFill>
                <a:latin typeface="Courier New" panose="02070309020205020404" pitchFamily="49" charset="0"/>
                <a:ea typeface="+mn-ea"/>
                <a:cs typeface="Courier New" panose="02070309020205020404" pitchFamily="49" charset="0"/>
              </a:defRPr>
            </a:lvl2pPr>
            <a:lvl3pPr>
              <a:defRPr lang="en-US" sz="1400" b="1" kern="1200" dirty="0">
                <a:solidFill>
                  <a:srgbClr val="147BD1"/>
                </a:solidFill>
                <a:latin typeface="Courier New" panose="02070309020205020404" pitchFamily="49" charset="0"/>
                <a:ea typeface="+mn-ea"/>
                <a:cs typeface="Courier New" panose="02070309020205020404" pitchFamily="49" charset="0"/>
              </a:defRPr>
            </a:lvl3pPr>
          </a:lstStyle>
          <a:p>
            <a:pPr marL="0" lvl="0" indent="-287020" algn="l" defTabSz="914400" rtl="0" eaLnBrk="1" latinLnBrk="0" hangingPunct="1">
              <a:lnSpc>
                <a:spcPct val="100000"/>
              </a:lnSpc>
              <a:spcBef>
                <a:spcPts val="1200"/>
              </a:spcBef>
              <a:buClr>
                <a:srgbClr val="147BD1"/>
              </a:buClr>
              <a:buSzPct val="100000"/>
              <a:buFontTx/>
              <a:buNone/>
            </a:pPr>
            <a:r>
              <a:rPr lang="en-US" dirty="0"/>
              <a:t>First level 18pt (insert: example of code or script highlighting construct)</a:t>
            </a:r>
          </a:p>
          <a:p>
            <a:pPr marL="91440" lvl="1" indent="0" algn="l" defTabSz="914400" rtl="0" eaLnBrk="1" latinLnBrk="0" hangingPunct="1">
              <a:lnSpc>
                <a:spcPct val="100000"/>
              </a:lnSpc>
              <a:spcBef>
                <a:spcPts val="1200"/>
              </a:spcBef>
              <a:buClr>
                <a:srgbClr val="147BD1"/>
              </a:buClr>
              <a:buSzPct val="100000"/>
              <a:buFontTx/>
              <a:buNone/>
            </a:pPr>
            <a:r>
              <a:rPr lang="en-US" dirty="0"/>
              <a:t>Second level 16pt</a:t>
            </a:r>
          </a:p>
          <a:p>
            <a:pPr marL="365760" lvl="2" indent="0" algn="l" defTabSz="914400" rtl="0" eaLnBrk="1" latinLnBrk="0" hangingPunct="1">
              <a:lnSpc>
                <a:spcPct val="100000"/>
              </a:lnSpc>
              <a:spcBef>
                <a:spcPts val="600"/>
              </a:spcBef>
              <a:buClr>
                <a:srgbClr val="147BD1"/>
              </a:buClr>
              <a:buFontTx/>
              <a:buNone/>
            </a:pPr>
            <a:r>
              <a:rPr lang="en-US" dirty="0"/>
              <a:t>Third level 14pt</a:t>
            </a:r>
          </a:p>
        </p:txBody>
      </p:sp>
      <p:sp>
        <p:nvSpPr>
          <p:cNvPr id="8" name="Content Placeholder 2">
            <a:extLst>
              <a:ext uri="{FF2B5EF4-FFF2-40B4-BE49-F238E27FC236}">
                <a16:creationId xmlns:a16="http://schemas.microsoft.com/office/drawing/2014/main" id="{1BE95313-9083-4BF8-A22E-5013AA4CD8C0}"/>
              </a:ext>
            </a:extLst>
          </p:cNvPr>
          <p:cNvSpPr>
            <a:spLocks noGrp="1"/>
          </p:cNvSpPr>
          <p:nvPr>
            <p:ph idx="17" hasCustomPrompt="1"/>
          </p:nvPr>
        </p:nvSpPr>
        <p:spPr>
          <a:xfrm>
            <a:off x="6126480" y="4480560"/>
            <a:ext cx="5760720" cy="2011680"/>
          </a:xfrm>
          <a:prstGeom prst="rect">
            <a:avLst/>
          </a:prstGeom>
        </p:spPr>
        <p:txBody>
          <a:bodyPr vert="horz" lIns="91440" tIns="91440" rIns="91440" bIns="91440" rtlCol="0">
            <a:normAutofit/>
          </a:bodyPr>
          <a:lstStyle>
            <a:lvl1pPr marL="0" indent="0">
              <a:defRPr lang="en-US" sz="1800" b="1" kern="1200" dirty="0">
                <a:solidFill>
                  <a:srgbClr val="147BD1"/>
                </a:solidFill>
                <a:latin typeface="Courier New" panose="02070309020205020404" pitchFamily="49" charset="0"/>
                <a:ea typeface="+mn-ea"/>
                <a:cs typeface="Courier New" panose="02070309020205020404" pitchFamily="49" charset="0"/>
              </a:defRPr>
            </a:lvl1pPr>
            <a:lvl2pPr>
              <a:defRPr lang="en-US" sz="1600" b="1" kern="1200" dirty="0">
                <a:solidFill>
                  <a:srgbClr val="147BD1"/>
                </a:solidFill>
                <a:latin typeface="Courier New" panose="02070309020205020404" pitchFamily="49" charset="0"/>
                <a:ea typeface="+mn-ea"/>
                <a:cs typeface="Courier New" panose="02070309020205020404" pitchFamily="49" charset="0"/>
              </a:defRPr>
            </a:lvl2pPr>
            <a:lvl3pPr>
              <a:defRPr lang="en-US" sz="1400" b="1" kern="1200" dirty="0">
                <a:solidFill>
                  <a:srgbClr val="147BD1"/>
                </a:solidFill>
                <a:latin typeface="Courier New" panose="02070309020205020404" pitchFamily="49" charset="0"/>
                <a:ea typeface="+mn-ea"/>
                <a:cs typeface="Courier New" panose="02070309020205020404" pitchFamily="49" charset="0"/>
              </a:defRPr>
            </a:lvl3pPr>
          </a:lstStyle>
          <a:p>
            <a:pPr marL="0" lvl="0" indent="-287020" algn="l" defTabSz="914400" rtl="0" eaLnBrk="1" latinLnBrk="0" hangingPunct="1">
              <a:lnSpc>
                <a:spcPct val="100000"/>
              </a:lnSpc>
              <a:spcBef>
                <a:spcPts val="1200"/>
              </a:spcBef>
              <a:buClr>
                <a:srgbClr val="147BD1"/>
              </a:buClr>
              <a:buSzPct val="100000"/>
              <a:buFontTx/>
              <a:buNone/>
            </a:pPr>
            <a:r>
              <a:rPr lang="en-US" dirty="0"/>
              <a:t>First level 18pt (insert: example of code or script highlighting construct)</a:t>
            </a:r>
          </a:p>
          <a:p>
            <a:pPr marL="91440" lvl="1" indent="0" algn="l" defTabSz="914400" rtl="0" eaLnBrk="1" latinLnBrk="0" hangingPunct="1">
              <a:lnSpc>
                <a:spcPct val="100000"/>
              </a:lnSpc>
              <a:spcBef>
                <a:spcPts val="1200"/>
              </a:spcBef>
              <a:buClr>
                <a:srgbClr val="147BD1"/>
              </a:buClr>
              <a:buSzPct val="100000"/>
              <a:buFontTx/>
              <a:buNone/>
            </a:pPr>
            <a:r>
              <a:rPr lang="en-US" dirty="0"/>
              <a:t>Second level 16pt</a:t>
            </a:r>
          </a:p>
          <a:p>
            <a:pPr marL="365760" lvl="2" indent="0" algn="l" defTabSz="914400" rtl="0" eaLnBrk="1" latinLnBrk="0" hangingPunct="1">
              <a:lnSpc>
                <a:spcPct val="100000"/>
              </a:lnSpc>
              <a:spcBef>
                <a:spcPts val="600"/>
              </a:spcBef>
              <a:buClr>
                <a:srgbClr val="147BD1"/>
              </a:buClr>
              <a:buFontTx/>
              <a:buNone/>
            </a:pPr>
            <a:r>
              <a:rPr lang="en-US" dirty="0"/>
              <a:t>Third level 14pt</a:t>
            </a:r>
          </a:p>
        </p:txBody>
      </p:sp>
      <p:sp>
        <p:nvSpPr>
          <p:cNvPr id="12" name="Content Placeholder 11">
            <a:extLst>
              <a:ext uri="{FF2B5EF4-FFF2-40B4-BE49-F238E27FC236}">
                <a16:creationId xmlns:a16="http://schemas.microsoft.com/office/drawing/2014/main" id="{9F43CCAD-85FD-4995-A9BA-957B88677717}"/>
              </a:ext>
            </a:extLst>
          </p:cNvPr>
          <p:cNvSpPr>
            <a:spLocks noGrp="1"/>
          </p:cNvSpPr>
          <p:nvPr>
            <p:ph sz="quarter" idx="19" hasCustomPrompt="1"/>
          </p:nvPr>
        </p:nvSpPr>
        <p:spPr>
          <a:xfrm>
            <a:off x="6126163" y="2468563"/>
            <a:ext cx="5761037" cy="2011362"/>
          </a:xfrm>
        </p:spPr>
        <p:txBody>
          <a:bodyPr/>
          <a:lstStyle/>
          <a:p>
            <a:pPr lvl="0"/>
            <a:r>
              <a:rPr lang="en-US" dirty="0"/>
              <a:t>First level 20pt (insert: guidelines, explanation, or usage)</a:t>
            </a:r>
          </a:p>
          <a:p>
            <a:pPr lvl="1"/>
            <a:r>
              <a:rPr lang="en-US" dirty="0"/>
              <a:t>Second level</a:t>
            </a:r>
          </a:p>
          <a:p>
            <a:pPr lvl="2"/>
            <a:r>
              <a:rPr lang="en-US" dirty="0"/>
              <a:t>Third level</a:t>
            </a:r>
          </a:p>
        </p:txBody>
      </p:sp>
      <p:sp>
        <p:nvSpPr>
          <p:cNvPr id="14" name="Content Placeholder 13">
            <a:extLst>
              <a:ext uri="{FF2B5EF4-FFF2-40B4-BE49-F238E27FC236}">
                <a16:creationId xmlns:a16="http://schemas.microsoft.com/office/drawing/2014/main" id="{ED33B527-DB9A-48A6-AB64-3FD9C211B381}"/>
              </a:ext>
            </a:extLst>
          </p:cNvPr>
          <p:cNvSpPr>
            <a:spLocks noGrp="1"/>
          </p:cNvSpPr>
          <p:nvPr>
            <p:ph sz="quarter" idx="20" hasCustomPrompt="1"/>
          </p:nvPr>
        </p:nvSpPr>
        <p:spPr>
          <a:xfrm>
            <a:off x="274638" y="2468563"/>
            <a:ext cx="5761037" cy="2011362"/>
          </a:xfrm>
        </p:spPr>
        <p:txBody>
          <a:bodyPr/>
          <a:lstStyle/>
          <a:p>
            <a:pPr lvl="0"/>
            <a:r>
              <a:rPr lang="en-US" dirty="0"/>
              <a:t>First level 20pt (insert: guidelines, explanation, or usage)</a:t>
            </a:r>
          </a:p>
          <a:p>
            <a:pPr lvl="1"/>
            <a:r>
              <a:rPr lang="en-US" dirty="0"/>
              <a:t>Second level</a:t>
            </a:r>
          </a:p>
          <a:p>
            <a:pPr lvl="2"/>
            <a:r>
              <a:rPr lang="en-US" dirty="0"/>
              <a:t>Third level</a:t>
            </a:r>
          </a:p>
        </p:txBody>
      </p:sp>
    </p:spTree>
    <p:extLst>
      <p:ext uri="{BB962C8B-B14F-4D97-AF65-F5344CB8AC3E}">
        <p14:creationId xmlns:p14="http://schemas.microsoft.com/office/powerpoint/2010/main" val="17792015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de/Scripts Vertical">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640080" y="1005840"/>
            <a:ext cx="5394960" cy="5486400"/>
          </a:xfrm>
          <a:prstGeom prst="rect">
            <a:avLst/>
          </a:prstGeom>
          <a:noFill/>
          <a:ln w="25400">
            <a:gradFill>
              <a:gsLst>
                <a:gs pos="0">
                  <a:srgbClr val="61CF5C"/>
                </a:gs>
                <a:gs pos="100000">
                  <a:srgbClr val="2CCCD3"/>
                </a:gs>
              </a:gsLst>
              <a:lin ang="5400000" scaled="1"/>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a:defRPr lang="en-US" sz="1600" b="1" baseline="0" dirty="0">
                <a:solidFill>
                  <a:srgbClr val="333333"/>
                </a:solidFill>
                <a:latin typeface="Courier New" panose="02070309020205020404" pitchFamily="49" charset="0"/>
                <a:cs typeface="Courier New" panose="02070309020205020404" pitchFamily="49" charset="0"/>
              </a:defRPr>
            </a:lvl2pPr>
            <a:lvl3pPr>
              <a:defRPr lang="en-US" sz="1400" b="1" dirty="0">
                <a:solidFill>
                  <a:srgbClr val="333333"/>
                </a:solidFill>
                <a:latin typeface="Courier New" panose="02070309020205020404" pitchFamily="49" charset="0"/>
                <a:cs typeface="Courier New" panose="02070309020205020404" pitchFamily="49" charset="0"/>
              </a:defRPr>
            </a:lvl3pPr>
          </a:lstStyle>
          <a:p>
            <a:pPr marR="0" lvl="0" fontAlgn="auto">
              <a:lnSpc>
                <a:spcPct val="90000"/>
              </a:lnSpc>
              <a:spcAft>
                <a:spcPts val="0"/>
              </a:spcAft>
              <a:buClrTx/>
              <a:buSzTx/>
              <a:buFont typeface="Arial" panose="020B0604020202020204" pitchFamily="34" charset="0"/>
              <a:tabLst/>
            </a:pPr>
            <a:r>
              <a:rPr lang="en-US" dirty="0"/>
              <a:t>First level 18pt (insert: syntax of command-line construct) </a:t>
            </a:r>
          </a:p>
          <a:p>
            <a:pPr marL="365760" marR="0" lvl="1" indent="0" fontAlgn="auto">
              <a:lnSpc>
                <a:spcPct val="90000"/>
              </a:lnSpc>
              <a:spcBef>
                <a:spcPts val="1000"/>
              </a:spcBef>
              <a:spcAft>
                <a:spcPts val="0"/>
              </a:spcAft>
              <a:buClrTx/>
              <a:buSzTx/>
              <a:buNone/>
              <a:tabLst/>
            </a:pPr>
            <a:r>
              <a:rPr lang="en-US" dirty="0"/>
              <a:t>Second level 16pt</a:t>
            </a:r>
          </a:p>
          <a:p>
            <a:pPr marR="0" lvl="2" indent="0" fontAlgn="auto">
              <a:lnSpc>
                <a:spcPct val="90000"/>
              </a:lnSpc>
              <a:spcBef>
                <a:spcPts val="1000"/>
              </a:spcBef>
              <a:spcAft>
                <a:spcPts val="0"/>
              </a:spcAft>
              <a:buClrTx/>
              <a:buSzTx/>
              <a:buFont typeface="Arial" panose="020B0604020202020204" pitchFamily="34" charset="0"/>
              <a:buNone/>
              <a:tabLst/>
            </a:pPr>
            <a:r>
              <a:rPr lang="en-US" dirty="0">
                <a:latin typeface="Courier New" panose="02070309020205020404" pitchFamily="49" charset="0"/>
                <a:cs typeface="Courier New" panose="02070309020205020404" pitchFamily="49" charset="0"/>
              </a:rPr>
              <a:t>Third level 14pt</a:t>
            </a:r>
            <a:endParaRPr lang="en-US" dirty="0"/>
          </a:p>
        </p:txBody>
      </p:sp>
      <p:sp>
        <p:nvSpPr>
          <p:cNvPr id="8" name="Content Placeholder 7"/>
          <p:cNvSpPr>
            <a:spLocks noGrp="1"/>
          </p:cNvSpPr>
          <p:nvPr>
            <p:ph sz="quarter" idx="13" hasCustomPrompt="1"/>
          </p:nvPr>
        </p:nvSpPr>
        <p:spPr>
          <a:xfrm>
            <a:off x="6126480" y="1005840"/>
            <a:ext cx="5760720" cy="1371600"/>
          </a:xfrm>
          <a:prstGeom prst="rect">
            <a:avLst/>
          </a:prstGeom>
        </p:spPr>
        <p:txBody>
          <a:bodyPr/>
          <a:lstStyle>
            <a:lvl1pPr marL="0" indent="0">
              <a:buFontTx/>
              <a:buNone/>
              <a:defRPr sz="2000"/>
            </a:lvl1pPr>
            <a:lvl2pPr>
              <a:defRPr/>
            </a:lvl2pPr>
            <a:lvl3pPr>
              <a:defRPr/>
            </a:lvl3pPr>
          </a:lstStyle>
          <a:p>
            <a:pPr lvl="0"/>
            <a:r>
              <a:rPr lang="en-US" dirty="0"/>
              <a:t>First level 20pt (insert: guidelines, explanation, or usage)</a:t>
            </a:r>
          </a:p>
          <a:p>
            <a:pPr lvl="1"/>
            <a:r>
              <a:rPr lang="en-US" dirty="0"/>
              <a:t>Second level 18pt</a:t>
            </a:r>
          </a:p>
        </p:txBody>
      </p:sp>
      <p:sp>
        <p:nvSpPr>
          <p:cNvPr id="5" name="Title 4"/>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FD116991-9908-433B-9F4D-26AFDDE259F4}"/>
              </a:ext>
            </a:extLst>
          </p:cNvPr>
          <p:cNvSpPr>
            <a:spLocks noGrp="1"/>
          </p:cNvSpPr>
          <p:nvPr>
            <p:ph sz="quarter" idx="16" hasCustomPrompt="1"/>
          </p:nvPr>
        </p:nvSpPr>
        <p:spPr>
          <a:xfrm>
            <a:off x="6126163" y="2468880"/>
            <a:ext cx="5761037" cy="4023360"/>
          </a:xfrm>
          <a:prstGeom prst="rect">
            <a:avLst/>
          </a:prstGeom>
        </p:spPr>
        <p:txBody>
          <a:bodyPr/>
          <a:lstStyle>
            <a:lvl1pPr>
              <a:defRPr sz="1800" b="1">
                <a:solidFill>
                  <a:srgbClr val="147BD1"/>
                </a:solidFill>
                <a:latin typeface="Courier New" panose="02070309020205020404" pitchFamily="49" charset="0"/>
                <a:cs typeface="Courier New" panose="02070309020205020404" pitchFamily="49" charset="0"/>
              </a:defRPr>
            </a:lvl1pPr>
            <a:lvl2pPr marL="91440" indent="0">
              <a:buFontTx/>
              <a:buNone/>
              <a:defRPr sz="1600" b="1">
                <a:solidFill>
                  <a:srgbClr val="147BD1"/>
                </a:solidFill>
                <a:latin typeface="Courier New" panose="02070309020205020404" pitchFamily="49" charset="0"/>
                <a:cs typeface="Courier New" panose="02070309020205020404" pitchFamily="49" charset="0"/>
              </a:defRPr>
            </a:lvl2pPr>
            <a:lvl3pPr marL="365760" indent="0">
              <a:buFontTx/>
              <a:buNone/>
              <a:defRPr sz="1400" b="1">
                <a:solidFill>
                  <a:srgbClr val="147BD1"/>
                </a:solidFill>
                <a:latin typeface="Courier New" panose="02070309020205020404" pitchFamily="49" charset="0"/>
                <a:cs typeface="Courier New" panose="02070309020205020404" pitchFamily="49" charset="0"/>
              </a:defRPr>
            </a:lvl3pPr>
            <a:lvl4pPr marL="640080" indent="0">
              <a:buFontTx/>
              <a:buNone/>
              <a:defRPr sz="1200" b="1">
                <a:solidFill>
                  <a:srgbClr val="147BD1"/>
                </a:solidFill>
                <a:latin typeface="Courier New" panose="02070309020205020404" pitchFamily="49" charset="0"/>
                <a:cs typeface="Courier New" panose="02070309020205020404" pitchFamily="49" charset="0"/>
              </a:defRPr>
            </a:lvl4pPr>
          </a:lstStyle>
          <a:p>
            <a:pPr lvl="0"/>
            <a:r>
              <a:rPr lang="en-US" dirty="0"/>
              <a:t>First level 18pt Courier New (insert: example of code or script highlighting construct)</a:t>
            </a:r>
          </a:p>
          <a:p>
            <a:pPr lvl="1"/>
            <a:r>
              <a:rPr lang="en-US" dirty="0"/>
              <a:t>Second level 16pt</a:t>
            </a:r>
          </a:p>
          <a:p>
            <a:pPr lvl="2"/>
            <a:r>
              <a:rPr lang="en-US" dirty="0"/>
              <a:t>Third level 14pt</a:t>
            </a:r>
          </a:p>
          <a:p>
            <a:pPr lvl="3"/>
            <a:r>
              <a:rPr lang="en-US" dirty="0"/>
              <a:t>Fourth level 12pt</a:t>
            </a:r>
          </a:p>
        </p:txBody>
      </p:sp>
      <p:sp>
        <p:nvSpPr>
          <p:cNvPr id="2" name="Footer Placeholder 1">
            <a:extLst>
              <a:ext uri="{FF2B5EF4-FFF2-40B4-BE49-F238E27FC236}">
                <a16:creationId xmlns:a16="http://schemas.microsoft.com/office/drawing/2014/main" id="{BDB408DB-22C6-4C39-9983-ABB6715C8FDE}"/>
              </a:ext>
            </a:extLst>
          </p:cNvPr>
          <p:cNvSpPr>
            <a:spLocks noGrp="1"/>
          </p:cNvSpPr>
          <p:nvPr>
            <p:ph type="ftr" sz="quarter" idx="17"/>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9" name="Slide Number Placeholder 8">
            <a:extLst>
              <a:ext uri="{FF2B5EF4-FFF2-40B4-BE49-F238E27FC236}">
                <a16:creationId xmlns:a16="http://schemas.microsoft.com/office/drawing/2014/main" id="{462B135A-BE8C-4664-973A-E487A0D02BBF}"/>
              </a:ext>
            </a:extLst>
          </p:cNvPr>
          <p:cNvSpPr>
            <a:spLocks noGrp="1"/>
          </p:cNvSpPr>
          <p:nvPr>
            <p:ph type="sldNum" sz="quarter"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40688531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de/Scripts Horizontal">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640080" y="1005840"/>
            <a:ext cx="5303520" cy="4023360"/>
          </a:xfrm>
          <a:prstGeom prst="rect">
            <a:avLst/>
          </a:prstGeom>
          <a:noFill/>
          <a:ln w="25400">
            <a:gradFill>
              <a:gsLst>
                <a:gs pos="0">
                  <a:srgbClr val="61CF5C"/>
                </a:gs>
                <a:gs pos="100000">
                  <a:srgbClr val="2CCCD3"/>
                </a:gs>
              </a:gsLst>
              <a:lin ang="5400000" scaled="1"/>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a:defRPr lang="en-US" sz="1600" b="1" baseline="0" dirty="0">
                <a:solidFill>
                  <a:srgbClr val="333333"/>
                </a:solidFill>
                <a:latin typeface="Courier New" panose="02070309020205020404" pitchFamily="49" charset="0"/>
                <a:cs typeface="Courier New" panose="02070309020205020404" pitchFamily="49" charset="0"/>
              </a:defRPr>
            </a:lvl2pPr>
            <a:lvl3pPr>
              <a:defRPr lang="en-US" sz="1400" b="1" dirty="0">
                <a:solidFill>
                  <a:srgbClr val="333333"/>
                </a:solidFill>
                <a:latin typeface="Courier New" panose="02070309020205020404" pitchFamily="49" charset="0"/>
                <a:cs typeface="Courier New" panose="02070309020205020404" pitchFamily="49" charset="0"/>
              </a:defRPr>
            </a:lvl3pPr>
          </a:lstStyle>
          <a:p>
            <a:pPr marR="0" lvl="0" fontAlgn="auto">
              <a:lnSpc>
                <a:spcPct val="90000"/>
              </a:lnSpc>
              <a:spcAft>
                <a:spcPts val="0"/>
              </a:spcAft>
              <a:buClrTx/>
              <a:buSzTx/>
              <a:buFont typeface="Arial" panose="020B0604020202020204" pitchFamily="34" charset="0"/>
              <a:tabLst/>
            </a:pPr>
            <a:r>
              <a:rPr lang="en-US" dirty="0"/>
              <a:t>First level 18pt (insert: syntax of command-line construct)</a:t>
            </a:r>
          </a:p>
          <a:p>
            <a:pPr marL="365760" marR="0" lvl="1" indent="0" fontAlgn="auto">
              <a:lnSpc>
                <a:spcPct val="90000"/>
              </a:lnSpc>
              <a:spcBef>
                <a:spcPts val="1000"/>
              </a:spcBef>
              <a:spcAft>
                <a:spcPts val="0"/>
              </a:spcAft>
              <a:buClrTx/>
              <a:buSzTx/>
              <a:buNone/>
              <a:tabLst/>
            </a:pPr>
            <a:r>
              <a:rPr lang="en-US" dirty="0"/>
              <a:t>Second level 16pt</a:t>
            </a:r>
          </a:p>
          <a:p>
            <a:pPr marR="0" lvl="2" indent="0" fontAlgn="auto">
              <a:lnSpc>
                <a:spcPct val="90000"/>
              </a:lnSpc>
              <a:spcBef>
                <a:spcPts val="1000"/>
              </a:spcBef>
              <a:spcAft>
                <a:spcPts val="0"/>
              </a:spcAft>
              <a:buClrTx/>
              <a:buSzTx/>
              <a:buFont typeface="Arial" panose="020B0604020202020204" pitchFamily="34" charset="0"/>
              <a:buNone/>
              <a:tabLst/>
            </a:pPr>
            <a:r>
              <a:rPr lang="en-US" dirty="0">
                <a:latin typeface="Courier New" panose="02070309020205020404" pitchFamily="49" charset="0"/>
                <a:cs typeface="Courier New" panose="02070309020205020404" pitchFamily="49" charset="0"/>
              </a:rPr>
              <a:t>Third level 14pt</a:t>
            </a:r>
            <a:endParaRPr lang="en-US" dirty="0"/>
          </a:p>
        </p:txBody>
      </p:sp>
      <p:sp>
        <p:nvSpPr>
          <p:cNvPr id="8" name="Content Placeholder 7"/>
          <p:cNvSpPr>
            <a:spLocks noGrp="1"/>
          </p:cNvSpPr>
          <p:nvPr>
            <p:ph sz="quarter" idx="13" hasCustomPrompt="1"/>
          </p:nvPr>
        </p:nvSpPr>
        <p:spPr>
          <a:xfrm>
            <a:off x="274320" y="5120640"/>
            <a:ext cx="11612880" cy="1371600"/>
          </a:xfrm>
          <a:prstGeom prst="rect">
            <a:avLst/>
          </a:prstGeom>
        </p:spPr>
        <p:txBody>
          <a:bodyPr/>
          <a:lstStyle>
            <a:lvl1pPr marL="0" indent="0">
              <a:buFontTx/>
              <a:buNone/>
              <a:defRPr sz="2000"/>
            </a:lvl1pPr>
            <a:lvl2pPr>
              <a:defRPr/>
            </a:lvl2pPr>
            <a:lvl3pPr>
              <a:defRPr/>
            </a:lvl3pPr>
          </a:lstStyle>
          <a:p>
            <a:pPr lvl="0"/>
            <a:r>
              <a:rPr lang="en-US" dirty="0"/>
              <a:t>First level 20pt (insert: guidelines, explanation, or usage)</a:t>
            </a:r>
          </a:p>
          <a:p>
            <a:pPr lvl="1"/>
            <a:r>
              <a:rPr lang="en-US" dirty="0"/>
              <a:t>Second level 18pt</a:t>
            </a:r>
          </a:p>
          <a:p>
            <a:pPr lvl="2"/>
            <a:r>
              <a:rPr lang="en-US" dirty="0"/>
              <a:t>Third level 16pt</a:t>
            </a:r>
          </a:p>
        </p:txBody>
      </p:sp>
      <p:sp>
        <p:nvSpPr>
          <p:cNvPr id="5" name="Title 4"/>
          <p:cNvSpPr>
            <a:spLocks noGrp="1"/>
          </p:cNvSpPr>
          <p:nvPr>
            <p:ph type="title"/>
          </p:nvPr>
        </p:nvSpPr>
        <p:spPr/>
        <p:txBody>
          <a:bodyPr/>
          <a:lstStyle/>
          <a:p>
            <a:r>
              <a:rPr lang="en-US"/>
              <a:t>Click to edit Master title style</a:t>
            </a:r>
          </a:p>
        </p:txBody>
      </p:sp>
      <p:sp>
        <p:nvSpPr>
          <p:cNvPr id="12" name="Content Placeholder 11"/>
          <p:cNvSpPr>
            <a:spLocks noGrp="1"/>
          </p:cNvSpPr>
          <p:nvPr>
            <p:ph sz="quarter" idx="16" hasCustomPrompt="1"/>
          </p:nvPr>
        </p:nvSpPr>
        <p:spPr>
          <a:xfrm>
            <a:off x="6126480" y="1005840"/>
            <a:ext cx="5760720" cy="4023360"/>
          </a:xfrm>
          <a:prstGeom prst="rect">
            <a:avLst/>
          </a:prstGeom>
        </p:spPr>
        <p:txBody>
          <a:bodyPr/>
          <a:lstStyle>
            <a:lvl1pPr>
              <a:defRPr sz="1800" b="1">
                <a:solidFill>
                  <a:srgbClr val="147BD1"/>
                </a:solidFill>
                <a:latin typeface="Courier New" panose="02070309020205020404" pitchFamily="49" charset="0"/>
                <a:cs typeface="Courier New" panose="02070309020205020404" pitchFamily="49" charset="0"/>
              </a:defRPr>
            </a:lvl1pPr>
            <a:lvl2pPr marL="91440" indent="0">
              <a:buFontTx/>
              <a:buNone/>
              <a:defRPr sz="1600" b="1">
                <a:solidFill>
                  <a:srgbClr val="147BD1"/>
                </a:solidFill>
                <a:latin typeface="Courier New" panose="02070309020205020404" pitchFamily="49" charset="0"/>
                <a:cs typeface="Courier New" panose="02070309020205020404" pitchFamily="49" charset="0"/>
              </a:defRPr>
            </a:lvl2pPr>
            <a:lvl3pPr marL="365760" indent="0">
              <a:buFontTx/>
              <a:buNone/>
              <a:defRPr sz="1400" b="1">
                <a:solidFill>
                  <a:srgbClr val="147BD1"/>
                </a:solidFill>
                <a:latin typeface="Courier New" panose="02070309020205020404" pitchFamily="49" charset="0"/>
                <a:cs typeface="Courier New" panose="02070309020205020404" pitchFamily="49" charset="0"/>
              </a:defRPr>
            </a:lvl3pPr>
            <a:lvl4pPr marL="640080" indent="0">
              <a:buFontTx/>
              <a:buNone/>
              <a:defRPr sz="1200" b="1">
                <a:solidFill>
                  <a:srgbClr val="147BD1"/>
                </a:solidFill>
                <a:latin typeface="Courier New" panose="02070309020205020404" pitchFamily="49" charset="0"/>
                <a:cs typeface="Courier New" panose="02070309020205020404" pitchFamily="49" charset="0"/>
              </a:defRPr>
            </a:lvl4pPr>
          </a:lstStyle>
          <a:p>
            <a:pPr lvl="0"/>
            <a:r>
              <a:rPr lang="en-US" dirty="0"/>
              <a:t>First level 18pt Courier New (insert: example of </a:t>
            </a:r>
            <a:r>
              <a:rPr lang="en-US" dirty="0" err="1"/>
              <a:t>code|script</a:t>
            </a:r>
            <a:r>
              <a:rPr lang="en-US" dirty="0"/>
              <a:t> highlighting construct)</a:t>
            </a:r>
          </a:p>
          <a:p>
            <a:pPr lvl="1"/>
            <a:r>
              <a:rPr lang="en-US" dirty="0"/>
              <a:t>Second level 16pt</a:t>
            </a:r>
          </a:p>
          <a:p>
            <a:pPr lvl="2"/>
            <a:r>
              <a:rPr lang="en-US" dirty="0"/>
              <a:t>Third level 14pt</a:t>
            </a:r>
          </a:p>
          <a:p>
            <a:pPr lvl="3"/>
            <a:r>
              <a:rPr lang="en-US" dirty="0"/>
              <a:t>Fourth level 12pt</a:t>
            </a:r>
          </a:p>
        </p:txBody>
      </p:sp>
      <p:sp>
        <p:nvSpPr>
          <p:cNvPr id="2" name="Footer Placeholder 1">
            <a:extLst>
              <a:ext uri="{FF2B5EF4-FFF2-40B4-BE49-F238E27FC236}">
                <a16:creationId xmlns:a16="http://schemas.microsoft.com/office/drawing/2014/main" id="{EFE28A82-CE06-4C7D-8D50-8F0941E582B7}"/>
              </a:ext>
            </a:extLst>
          </p:cNvPr>
          <p:cNvSpPr>
            <a:spLocks noGrp="1"/>
          </p:cNvSpPr>
          <p:nvPr>
            <p:ph type="ftr" sz="quarter" idx="17"/>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7" name="Slide Number Placeholder 6">
            <a:extLst>
              <a:ext uri="{FF2B5EF4-FFF2-40B4-BE49-F238E27FC236}">
                <a16:creationId xmlns:a16="http://schemas.microsoft.com/office/drawing/2014/main" id="{5E63C453-2F3E-4BE4-B2FD-28FB0A952322}"/>
              </a:ext>
            </a:extLst>
          </p:cNvPr>
          <p:cNvSpPr>
            <a:spLocks noGrp="1"/>
          </p:cNvSpPr>
          <p:nvPr>
            <p:ph type="sldNum" sz="quarter"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1571478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oxes (4)">
    <p:spTree>
      <p:nvGrpSpPr>
        <p:cNvPr id="1" name=""/>
        <p:cNvGrpSpPr/>
        <p:nvPr/>
      </p:nvGrpSpPr>
      <p:grpSpPr>
        <a:xfrm>
          <a:off x="0" y="0"/>
          <a:ext cx="0" cy="0"/>
          <a:chOff x="0" y="0"/>
          <a:chExt cx="0" cy="0"/>
        </a:xfrm>
      </p:grpSpPr>
      <p:sp>
        <p:nvSpPr>
          <p:cNvPr id="11" name="Content Placeholder 2"/>
          <p:cNvSpPr>
            <a:spLocks noGrp="1"/>
          </p:cNvSpPr>
          <p:nvPr>
            <p:ph idx="11" hasCustomPrompt="1"/>
          </p:nvPr>
        </p:nvSpPr>
        <p:spPr>
          <a:xfrm>
            <a:off x="274320" y="2392680"/>
            <a:ext cx="5486400" cy="1371600"/>
          </a:xfrm>
          <a:prstGeom prst="rect">
            <a:avLst/>
          </a:prstGeom>
          <a:solidFill>
            <a:schemeClr val="bg1"/>
          </a:solidFill>
        </p:spPr>
        <p:txBody>
          <a:bodyPr lIns="182880" tIns="91440" rIns="91440" bIns="91440" anchor="t" anchorCtr="0">
            <a:normAutofit/>
          </a:bodyPr>
          <a:lstStyle>
            <a:lvl1pPr marL="0" indent="0">
              <a:buNone/>
              <a:defRPr sz="2000" baseline="0">
                <a:solidFill>
                  <a:schemeClr val="tx1"/>
                </a:solidFill>
              </a:defRPr>
            </a:lvl1pPr>
            <a:lvl2pPr>
              <a:defRPr/>
            </a:lvl2pPr>
          </a:lstStyle>
          <a:p>
            <a:r>
              <a:rPr lang="en-US" dirty="0"/>
              <a:t>20pt (add: definition or answer)</a:t>
            </a:r>
          </a:p>
          <a:p>
            <a:pPr lvl="1"/>
            <a:r>
              <a:rPr lang="en-US" b="0" dirty="0"/>
              <a:t>Second level 18pt</a:t>
            </a:r>
          </a:p>
        </p:txBody>
      </p:sp>
      <p:sp>
        <p:nvSpPr>
          <p:cNvPr id="9" name="Content Placeholder 2"/>
          <p:cNvSpPr>
            <a:spLocks noGrp="1"/>
          </p:cNvSpPr>
          <p:nvPr>
            <p:ph idx="10" hasCustomPrompt="1"/>
          </p:nvPr>
        </p:nvSpPr>
        <p:spPr>
          <a:xfrm>
            <a:off x="763206" y="1005840"/>
            <a:ext cx="502920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20pt (add: term or question)</a:t>
            </a:r>
          </a:p>
          <a:p>
            <a:pPr marL="365760" lvl="1" indent="-274320">
              <a:buClr>
                <a:srgbClr val="147BD1"/>
              </a:buClr>
            </a:pPr>
            <a:r>
              <a:rPr lang="en-US" b="0" dirty="0"/>
              <a:t>Second level 18pt</a:t>
            </a:r>
          </a:p>
        </p:txBody>
      </p:sp>
      <p:sp>
        <p:nvSpPr>
          <p:cNvPr id="15" name="Content Placeholder 2"/>
          <p:cNvSpPr>
            <a:spLocks noGrp="1"/>
          </p:cNvSpPr>
          <p:nvPr>
            <p:ph idx="12" hasCustomPrompt="1"/>
          </p:nvPr>
        </p:nvSpPr>
        <p:spPr>
          <a:xfrm>
            <a:off x="6400799" y="2392680"/>
            <a:ext cx="5486400" cy="1371600"/>
          </a:xfrm>
          <a:prstGeom prst="rect">
            <a:avLst/>
          </a:prstGeom>
          <a:solidFill>
            <a:schemeClr val="bg1"/>
          </a:solidFill>
        </p:spPr>
        <p:txBody>
          <a:bodyPr lIns="182880" tIns="91440" rIns="91440" bIns="91440" anchor="t" anchorCtr="0">
            <a:normAutofit/>
          </a:bodyPr>
          <a:lstStyle>
            <a:lvl1pPr marL="0" indent="0">
              <a:buNone/>
              <a:defRPr sz="2000" baseline="0">
                <a:solidFill>
                  <a:schemeClr val="tx1"/>
                </a:solidFill>
              </a:defRPr>
            </a:lvl1pPr>
          </a:lstStyle>
          <a:p>
            <a:r>
              <a:rPr lang="en-US" dirty="0"/>
              <a:t>20pt (add: definition or answer)</a:t>
            </a:r>
          </a:p>
          <a:p>
            <a:pPr lvl="1"/>
            <a:r>
              <a:rPr lang="en-US" b="0" dirty="0"/>
              <a:t>Second level 18pt</a:t>
            </a:r>
          </a:p>
        </p:txBody>
      </p:sp>
      <p:sp>
        <p:nvSpPr>
          <p:cNvPr id="16" name="Content Placeholder 2"/>
          <p:cNvSpPr>
            <a:spLocks noGrp="1"/>
          </p:cNvSpPr>
          <p:nvPr>
            <p:ph idx="13" hasCustomPrompt="1"/>
          </p:nvPr>
        </p:nvSpPr>
        <p:spPr>
          <a:xfrm>
            <a:off x="6857999" y="1005840"/>
            <a:ext cx="502920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20pt (add: term or question)</a:t>
            </a:r>
          </a:p>
          <a:p>
            <a:pPr marL="365760" lvl="1" indent="-274320">
              <a:buClr>
                <a:srgbClr val="147BD1"/>
              </a:buClr>
            </a:pPr>
            <a:r>
              <a:rPr lang="en-US" b="0" dirty="0"/>
              <a:t>Second level 18pt</a:t>
            </a:r>
          </a:p>
        </p:txBody>
      </p:sp>
      <p:sp>
        <p:nvSpPr>
          <p:cNvPr id="17" name="Content Placeholder 2"/>
          <p:cNvSpPr>
            <a:spLocks noGrp="1"/>
          </p:cNvSpPr>
          <p:nvPr>
            <p:ph idx="14" hasCustomPrompt="1"/>
          </p:nvPr>
        </p:nvSpPr>
        <p:spPr>
          <a:xfrm>
            <a:off x="274320" y="5166360"/>
            <a:ext cx="5486400" cy="1371600"/>
          </a:xfrm>
          <a:prstGeom prst="rect">
            <a:avLst/>
          </a:prstGeom>
          <a:solidFill>
            <a:schemeClr val="bg1"/>
          </a:solidFill>
        </p:spPr>
        <p:txBody>
          <a:bodyPr lIns="182880" tIns="91440" rIns="91440" bIns="91440" anchor="t" anchorCtr="0">
            <a:normAutofit/>
          </a:bodyPr>
          <a:lstStyle>
            <a:lvl1pPr marL="0" indent="0">
              <a:buNone/>
              <a:defRPr sz="2000" baseline="0">
                <a:solidFill>
                  <a:schemeClr val="tx1"/>
                </a:solidFill>
              </a:defRPr>
            </a:lvl1pPr>
          </a:lstStyle>
          <a:p>
            <a:r>
              <a:rPr lang="en-US" dirty="0"/>
              <a:t>20pt (add: definition or answer)</a:t>
            </a:r>
          </a:p>
          <a:p>
            <a:pPr lvl="1"/>
            <a:r>
              <a:rPr lang="en-US" b="0" dirty="0"/>
              <a:t>Second level 18pt</a:t>
            </a:r>
          </a:p>
        </p:txBody>
      </p:sp>
      <p:sp>
        <p:nvSpPr>
          <p:cNvPr id="18" name="Content Placeholder 2"/>
          <p:cNvSpPr>
            <a:spLocks noGrp="1"/>
          </p:cNvSpPr>
          <p:nvPr>
            <p:ph idx="15" hasCustomPrompt="1"/>
          </p:nvPr>
        </p:nvSpPr>
        <p:spPr>
          <a:xfrm>
            <a:off x="763206" y="3779520"/>
            <a:ext cx="502920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20pt (add: term or question)</a:t>
            </a:r>
          </a:p>
          <a:p>
            <a:pPr marL="365760" lvl="1" indent="-274320">
              <a:buClr>
                <a:srgbClr val="147BD1"/>
              </a:buClr>
            </a:pPr>
            <a:r>
              <a:rPr lang="en-US" b="0" dirty="0"/>
              <a:t>Second level 18pt</a:t>
            </a:r>
          </a:p>
        </p:txBody>
      </p:sp>
      <p:sp>
        <p:nvSpPr>
          <p:cNvPr id="19" name="Content Placeholder 2"/>
          <p:cNvSpPr>
            <a:spLocks noGrp="1"/>
          </p:cNvSpPr>
          <p:nvPr>
            <p:ph idx="16" hasCustomPrompt="1"/>
          </p:nvPr>
        </p:nvSpPr>
        <p:spPr>
          <a:xfrm>
            <a:off x="6400799" y="5166360"/>
            <a:ext cx="5486400" cy="1371600"/>
          </a:xfrm>
          <a:prstGeom prst="rect">
            <a:avLst/>
          </a:prstGeom>
          <a:solidFill>
            <a:schemeClr val="bg1"/>
          </a:solidFill>
        </p:spPr>
        <p:txBody>
          <a:bodyPr lIns="182880" tIns="91440" rIns="91440" bIns="91440" anchor="t" anchorCtr="0">
            <a:normAutofit/>
          </a:bodyPr>
          <a:lstStyle>
            <a:lvl1pPr marL="0" indent="0">
              <a:buNone/>
              <a:defRPr sz="2000" baseline="0">
                <a:solidFill>
                  <a:schemeClr val="tx1"/>
                </a:solidFill>
              </a:defRPr>
            </a:lvl1pPr>
          </a:lstStyle>
          <a:p>
            <a:r>
              <a:rPr lang="en-US" dirty="0"/>
              <a:t>20pt (add: definition or answer)</a:t>
            </a:r>
          </a:p>
          <a:p>
            <a:pPr lvl="1"/>
            <a:r>
              <a:rPr lang="en-US" b="0" dirty="0"/>
              <a:t>Second level 18pt</a:t>
            </a:r>
          </a:p>
        </p:txBody>
      </p:sp>
      <p:sp>
        <p:nvSpPr>
          <p:cNvPr id="20" name="Content Placeholder 2"/>
          <p:cNvSpPr>
            <a:spLocks noGrp="1"/>
          </p:cNvSpPr>
          <p:nvPr>
            <p:ph idx="17" hasCustomPrompt="1"/>
          </p:nvPr>
        </p:nvSpPr>
        <p:spPr>
          <a:xfrm>
            <a:off x="6857999" y="3779520"/>
            <a:ext cx="502920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20pt (add: term or question)</a:t>
            </a:r>
          </a:p>
          <a:p>
            <a:pPr marL="365760" lvl="1" indent="-274320">
              <a:buClr>
                <a:srgbClr val="147BD1"/>
              </a:buClr>
            </a:pPr>
            <a:r>
              <a:rPr lang="en-US" b="0" dirty="0"/>
              <a:t>Second level 18pt</a:t>
            </a:r>
          </a:p>
        </p:txBody>
      </p:sp>
      <p:sp>
        <p:nvSpPr>
          <p:cNvPr id="5" name="Title 4"/>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D36303D7-964E-4E80-9D95-FB667B570CBD}"/>
              </a:ext>
            </a:extLst>
          </p:cNvPr>
          <p:cNvSpPr>
            <a:spLocks noGrp="1"/>
          </p:cNvSpPr>
          <p:nvPr>
            <p:ph type="ftr" sz="quarter"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32E90317-C7ED-4060-8598-BBF8337CE4BE}"/>
              </a:ext>
            </a:extLst>
          </p:cNvPr>
          <p:cNvSpPr>
            <a:spLocks noGrp="1"/>
          </p:cNvSpPr>
          <p:nvPr>
            <p:ph type="sldNum" sz="quarter" idx="19"/>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23071222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ars (4)">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640080" y="1371599"/>
            <a:ext cx="2743200" cy="9144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stStyle>
          <a:p>
            <a:pPr lvl="0"/>
            <a:r>
              <a:rPr lang="en-US" dirty="0"/>
              <a:t>add: term or question</a:t>
            </a:r>
          </a:p>
        </p:txBody>
      </p:sp>
      <p:sp>
        <p:nvSpPr>
          <p:cNvPr id="8" name="Content Placeholder 7"/>
          <p:cNvSpPr>
            <a:spLocks noGrp="1"/>
          </p:cNvSpPr>
          <p:nvPr>
            <p:ph sz="quarter" idx="13" hasCustomPrompt="1"/>
          </p:nvPr>
        </p:nvSpPr>
        <p:spPr>
          <a:xfrm>
            <a:off x="3383280" y="1371599"/>
            <a:ext cx="8229600" cy="914400"/>
          </a:xfrm>
          <a:prstGeom prst="rect">
            <a:avLst/>
          </a:prstGeom>
          <a:noFill/>
        </p:spPr>
        <p:txBody>
          <a:bodyPr vert="horz" lIns="91440" tIns="91440" rIns="91440" bIns="91440" rtlCol="0" anchor="t" anchorCtr="0">
            <a:normAutofit/>
          </a:bodyPr>
          <a:lstStyle>
            <a:lvl1pPr>
              <a:defRPr lang="en-US" baseline="0" dirty="0"/>
            </a:lvl1pPr>
          </a:lstStyle>
          <a:p>
            <a:pPr lvl="0"/>
            <a:r>
              <a:rPr lang="en-US" sz="2000" dirty="0"/>
              <a:t>add: definition for term, or answer for question</a:t>
            </a:r>
            <a:endParaRPr lang="en-US" dirty="0"/>
          </a:p>
        </p:txBody>
      </p:sp>
      <p:sp>
        <p:nvSpPr>
          <p:cNvPr id="9" name="Content Placeholder 5"/>
          <p:cNvSpPr>
            <a:spLocks noGrp="1"/>
          </p:cNvSpPr>
          <p:nvPr>
            <p:ph sz="quarter" idx="14" hasCustomPrompt="1"/>
          </p:nvPr>
        </p:nvSpPr>
        <p:spPr>
          <a:xfrm>
            <a:off x="640080" y="2560320"/>
            <a:ext cx="2743200" cy="9144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stStyle>
          <a:p>
            <a:pPr lvl="0"/>
            <a:r>
              <a:rPr lang="en-US" dirty="0"/>
              <a:t>add: term or question</a:t>
            </a:r>
          </a:p>
        </p:txBody>
      </p:sp>
      <p:sp>
        <p:nvSpPr>
          <p:cNvPr id="10" name="Content Placeholder 7"/>
          <p:cNvSpPr>
            <a:spLocks noGrp="1"/>
          </p:cNvSpPr>
          <p:nvPr>
            <p:ph sz="quarter" idx="15" hasCustomPrompt="1"/>
          </p:nvPr>
        </p:nvSpPr>
        <p:spPr>
          <a:xfrm>
            <a:off x="3383280" y="2560320"/>
            <a:ext cx="8229600" cy="914400"/>
          </a:xfrm>
          <a:prstGeom prst="rect">
            <a:avLst/>
          </a:prstGeom>
          <a:noFill/>
        </p:spPr>
        <p:txBody>
          <a:bodyPr vert="horz" lIns="91440" tIns="91440" rIns="91440" bIns="91440" rtlCol="0" anchor="t" anchorCtr="0">
            <a:normAutofit/>
          </a:bodyPr>
          <a:lstStyle>
            <a:lvl1pPr>
              <a:defRPr lang="en-US" baseline="0" dirty="0"/>
            </a:lvl1pPr>
          </a:lstStyle>
          <a:p>
            <a:pPr lvl="0"/>
            <a:r>
              <a:rPr lang="en-US" sz="2000" dirty="0"/>
              <a:t>add: definition for term, or answer for question</a:t>
            </a:r>
            <a:endParaRPr lang="en-US" dirty="0"/>
          </a:p>
        </p:txBody>
      </p:sp>
      <p:sp>
        <p:nvSpPr>
          <p:cNvPr id="11" name="Content Placeholder 5"/>
          <p:cNvSpPr>
            <a:spLocks noGrp="1"/>
          </p:cNvSpPr>
          <p:nvPr>
            <p:ph sz="quarter" idx="16" hasCustomPrompt="1"/>
          </p:nvPr>
        </p:nvSpPr>
        <p:spPr>
          <a:xfrm>
            <a:off x="640080" y="3840480"/>
            <a:ext cx="2743200" cy="9144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stStyle>
          <a:p>
            <a:pPr lvl="0"/>
            <a:r>
              <a:rPr lang="en-US" dirty="0"/>
              <a:t>add: term or question</a:t>
            </a:r>
          </a:p>
        </p:txBody>
      </p:sp>
      <p:sp>
        <p:nvSpPr>
          <p:cNvPr id="12" name="Content Placeholder 7"/>
          <p:cNvSpPr>
            <a:spLocks noGrp="1"/>
          </p:cNvSpPr>
          <p:nvPr>
            <p:ph sz="quarter" idx="17" hasCustomPrompt="1"/>
          </p:nvPr>
        </p:nvSpPr>
        <p:spPr>
          <a:xfrm>
            <a:off x="3383280" y="3840480"/>
            <a:ext cx="8229600" cy="914400"/>
          </a:xfrm>
          <a:prstGeom prst="rect">
            <a:avLst/>
          </a:prstGeom>
          <a:noFill/>
        </p:spPr>
        <p:txBody>
          <a:bodyPr vert="horz" lIns="91440" tIns="91440" rIns="91440" bIns="91440" rtlCol="0" anchor="t" anchorCtr="0">
            <a:normAutofit/>
          </a:bodyPr>
          <a:lstStyle>
            <a:lvl1pPr>
              <a:defRPr lang="en-US" baseline="0" dirty="0"/>
            </a:lvl1pPr>
          </a:lstStyle>
          <a:p>
            <a:pPr lvl="0"/>
            <a:r>
              <a:rPr lang="en-US" sz="2000" dirty="0"/>
              <a:t>add: definition for term, or answer for question</a:t>
            </a:r>
            <a:endParaRPr lang="en-US" dirty="0"/>
          </a:p>
        </p:txBody>
      </p:sp>
      <p:sp>
        <p:nvSpPr>
          <p:cNvPr id="13" name="Content Placeholder 5"/>
          <p:cNvSpPr>
            <a:spLocks noGrp="1"/>
          </p:cNvSpPr>
          <p:nvPr>
            <p:ph sz="quarter" idx="18" hasCustomPrompt="1"/>
          </p:nvPr>
        </p:nvSpPr>
        <p:spPr>
          <a:xfrm>
            <a:off x="640080" y="5029200"/>
            <a:ext cx="2743200" cy="9144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stStyle>
          <a:p>
            <a:pPr lvl="0"/>
            <a:r>
              <a:rPr lang="en-US" dirty="0"/>
              <a:t>add: term or question</a:t>
            </a:r>
          </a:p>
        </p:txBody>
      </p:sp>
      <p:sp>
        <p:nvSpPr>
          <p:cNvPr id="14" name="Content Placeholder 7"/>
          <p:cNvSpPr>
            <a:spLocks noGrp="1"/>
          </p:cNvSpPr>
          <p:nvPr>
            <p:ph sz="quarter" idx="19" hasCustomPrompt="1"/>
          </p:nvPr>
        </p:nvSpPr>
        <p:spPr>
          <a:xfrm>
            <a:off x="3383280" y="5029200"/>
            <a:ext cx="8229600" cy="914400"/>
          </a:xfrm>
          <a:prstGeom prst="rect">
            <a:avLst/>
          </a:prstGeom>
          <a:noFill/>
        </p:spPr>
        <p:txBody>
          <a:bodyPr vert="horz" lIns="91440" tIns="91440" rIns="91440" bIns="91440" rtlCol="0" anchor="t" anchorCtr="0">
            <a:normAutofit/>
          </a:bodyPr>
          <a:lstStyle>
            <a:lvl1pPr>
              <a:defRPr lang="en-US" baseline="0" dirty="0"/>
            </a:lvl1pPr>
          </a:lstStyle>
          <a:p>
            <a:pPr lvl="0"/>
            <a:r>
              <a:rPr lang="en-US" sz="2000" dirty="0"/>
              <a:t>add: definition for term, or answer for question</a:t>
            </a:r>
            <a:endParaRPr lang="en-US" dirty="0"/>
          </a:p>
        </p:txBody>
      </p:sp>
      <p:sp>
        <p:nvSpPr>
          <p:cNvPr id="5" name="Title 4"/>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CC202275-74EC-460D-9787-1EC0B576B71A}"/>
              </a:ext>
            </a:extLst>
          </p:cNvPr>
          <p:cNvSpPr>
            <a:spLocks noGrp="1"/>
          </p:cNvSpPr>
          <p:nvPr>
            <p:ph type="ftr"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7" name="Slide Number Placeholder 6">
            <a:extLst>
              <a:ext uri="{FF2B5EF4-FFF2-40B4-BE49-F238E27FC236}">
                <a16:creationId xmlns:a16="http://schemas.microsoft.com/office/drawing/2014/main" id="{AC692B76-D854-49C7-9866-A243DE7291B5}"/>
              </a:ext>
            </a:extLst>
          </p:cNvPr>
          <p:cNvSpPr>
            <a:spLocks noGrp="1"/>
          </p:cNvSpPr>
          <p:nvPr>
            <p:ph type="sldNum" sz="quarter" idx="2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17618611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rror Bar">
    <p:spTree>
      <p:nvGrpSpPr>
        <p:cNvPr id="1" name=""/>
        <p:cNvGrpSpPr/>
        <p:nvPr/>
      </p:nvGrpSpPr>
      <p:grpSpPr>
        <a:xfrm>
          <a:off x="0" y="0"/>
          <a:ext cx="0" cy="0"/>
          <a:chOff x="0" y="0"/>
          <a:chExt cx="0" cy="0"/>
        </a:xfrm>
      </p:grpSpPr>
      <p:sp>
        <p:nvSpPr>
          <p:cNvPr id="13" name="Content Placeholder 4"/>
          <p:cNvSpPr>
            <a:spLocks noGrp="1"/>
          </p:cNvSpPr>
          <p:nvPr>
            <p:ph idx="1" hasCustomPrompt="1"/>
          </p:nvPr>
        </p:nvSpPr>
        <p:spPr>
          <a:xfrm>
            <a:off x="6126480" y="2468880"/>
            <a:ext cx="5760720" cy="4023360"/>
          </a:xfrm>
          <a:prstGeom prst="rect">
            <a:avLst/>
          </a:prstGeom>
        </p:spPr>
        <p:txBody>
          <a:bodyPr vert="horz" lIns="91440" tIns="45720" rIns="91440" bIns="45720" rtlCol="0">
            <a:normAutofit/>
          </a:bodyPr>
          <a:lstStyle>
            <a:lvl1pPr>
              <a:defRPr lang="en-US" dirty="0"/>
            </a:lvl1pPr>
            <a:lvl2pPr>
              <a:defRPr lang="en-US" noProof="0" dirty="0"/>
            </a:lvl2pPr>
            <a:lvl3pPr>
              <a:defRPr lang="en-US" noProof="0" dirty="0"/>
            </a:lvl3pPr>
            <a:lvl4pPr>
              <a:defRPr lang="en-US" dirty="0"/>
            </a:lvl4pPr>
          </a:lstStyle>
          <a:p>
            <a:pPr lvl="0"/>
            <a:r>
              <a:rPr lang="en-US" dirty="0"/>
              <a:t>First level 20pt (insert either: static image, table, video – For videos, or when it doesn’t fit here, add a separate Title Only slide)</a:t>
            </a:r>
          </a:p>
          <a:p>
            <a:pPr marL="365760" marR="0" lvl="1" indent="-273050" defTabSz="457200" fontAlgn="auto">
              <a:spcAft>
                <a:spcPts val="0"/>
              </a:spcAft>
              <a:buSzTx/>
              <a:tabLst/>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 18pt</a:t>
            </a:r>
          </a:p>
          <a:p>
            <a:pPr marR="0" lvl="2" defTabSz="457200" fontAlgn="auto">
              <a:spcAft>
                <a:spcPts val="0"/>
              </a:spcAft>
              <a:buSzPct val="100000"/>
              <a:tabLst/>
            </a:pPr>
            <a:r>
              <a:rPr kumimoji="0" lang="en-US" sz="1600" b="0" i="0" u="none" strike="noStrike" kern="1200" cap="none" spc="0" normalizeH="0" baseline="0" noProof="0" dirty="0">
                <a:ln>
                  <a:noFill/>
                </a:ln>
                <a:solidFill>
                  <a:srgbClr val="000000"/>
                </a:solidFill>
                <a:effectLst/>
                <a:uLnTx/>
                <a:uFillTx/>
                <a:latin typeface="+mn-lt"/>
                <a:ea typeface="+mn-ea"/>
                <a:cs typeface="+mn-cs"/>
              </a:rPr>
              <a:t>Third level 16pt</a:t>
            </a:r>
          </a:p>
          <a:p>
            <a:pPr marR="0" lvl="3" defTabSz="457200" fontAlgn="auto">
              <a:spcAft>
                <a:spcPts val="0"/>
              </a:spcAft>
              <a:buSzTx/>
              <a:tabLst/>
            </a:pPr>
            <a:r>
              <a:rPr kumimoji="0" lang="en-US" sz="1400" b="0" i="0" u="none" strike="noStrike" kern="1200" cap="none" spc="0" normalizeH="0" baseline="0" noProof="0" dirty="0">
                <a:ln>
                  <a:noFill/>
                </a:ln>
                <a:solidFill>
                  <a:srgbClr val="000000"/>
                </a:solidFill>
                <a:effectLst/>
                <a:uLnTx/>
                <a:uFillTx/>
                <a:latin typeface="+mn-lt"/>
                <a:ea typeface="+mn-ea"/>
                <a:cs typeface="+mn-cs"/>
              </a:rPr>
              <a:t>Fourth level 14pt</a:t>
            </a:r>
            <a:endParaRPr lang="en-US" dirty="0"/>
          </a:p>
        </p:txBody>
      </p:sp>
      <p:sp>
        <p:nvSpPr>
          <p:cNvPr id="10" name="Content Placeholder 3"/>
          <p:cNvSpPr>
            <a:spLocks noGrp="1"/>
          </p:cNvSpPr>
          <p:nvPr>
            <p:ph idx="13" hasCustomPrompt="1"/>
          </p:nvPr>
        </p:nvSpPr>
        <p:spPr>
          <a:xfrm>
            <a:off x="274320" y="2468880"/>
            <a:ext cx="576072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definition: include a brief explanation of the error)</a:t>
            </a:r>
          </a:p>
          <a:p>
            <a:pPr marL="365760" marR="0" lvl="1" indent="-273050" defTabSz="457200" fontAlgn="auto">
              <a:spcAft>
                <a:spcPts val="0"/>
              </a:spcAft>
              <a:buSzTx/>
              <a:tabLst/>
            </a:pPr>
            <a:r>
              <a:rPr lang="en-US" dirty="0"/>
              <a:t>Second level 18pt</a:t>
            </a:r>
          </a:p>
          <a:p>
            <a:pPr marR="0" lvl="2" defTabSz="457200" fontAlgn="auto">
              <a:spcAft>
                <a:spcPts val="0"/>
              </a:spcAft>
              <a:buSzPct val="100000"/>
              <a:tabLst/>
            </a:pPr>
            <a:r>
              <a:rPr lang="en-US" dirty="0"/>
              <a:t>Third level 16pt</a:t>
            </a:r>
          </a:p>
          <a:p>
            <a:pPr marR="0" lvl="3" defTabSz="457200" fontAlgn="auto">
              <a:spcAft>
                <a:spcPts val="0"/>
              </a:spcAft>
              <a:buSzTx/>
              <a:tabLst/>
            </a:pPr>
            <a:r>
              <a:rPr lang="en-US" dirty="0"/>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dirty="0"/>
              <a:t>First level 20pt (insert: Error Code and Message)</a:t>
            </a:r>
          </a:p>
          <a:p>
            <a:pPr marL="365760" lvl="1" indent="-274320"/>
            <a:r>
              <a:rPr lang="en-US" dirty="0"/>
              <a:t>Second level 18pt</a:t>
            </a:r>
          </a:p>
        </p:txBody>
      </p:sp>
      <p:sp>
        <p:nvSpPr>
          <p:cNvPr id="5" name="Title 4"/>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7C6565F7-10BC-4F90-AFB7-9BC557BA1573}"/>
              </a:ext>
            </a:extLst>
          </p:cNvPr>
          <p:cNvSpPr>
            <a:spLocks noGrp="1"/>
          </p:cNvSpPr>
          <p:nvPr>
            <p:ph type="ftr" sz="quarter" idx="14"/>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6" name="Slide Number Placeholder 5">
            <a:extLst>
              <a:ext uri="{FF2B5EF4-FFF2-40B4-BE49-F238E27FC236}">
                <a16:creationId xmlns:a16="http://schemas.microsoft.com/office/drawing/2014/main" id="{61F539B4-B62E-450B-8A1E-91E4BC0CFF2A}"/>
              </a:ext>
            </a:extLst>
          </p:cNvPr>
          <p:cNvSpPr>
            <a:spLocks noGrp="1"/>
          </p:cNvSpPr>
          <p:nvPr>
            <p:ph type="sldNum" sz="quarter" idx="15"/>
          </p:nvPr>
        </p:nvSpPr>
        <p:spPr/>
        <p:txBody>
          <a:bodyPr/>
          <a:lstStyle/>
          <a:p>
            <a:fld id="{B6FA71F5-8E13-46C5-A63A-9121BEB3B8A9}" type="slidenum">
              <a:rPr lang="en-US" smtClean="0"/>
              <a:pPr/>
              <a:t>‹#›</a:t>
            </a:fld>
            <a:endParaRPr lang="en-US" dirty="0"/>
          </a:p>
        </p:txBody>
      </p:sp>
      <p:sp>
        <p:nvSpPr>
          <p:cNvPr id="8" name="Content Placeholder 3">
            <a:extLst>
              <a:ext uri="{FF2B5EF4-FFF2-40B4-BE49-F238E27FC236}">
                <a16:creationId xmlns:a16="http://schemas.microsoft.com/office/drawing/2014/main" id="{ECBD9DD2-AC25-411E-90E0-BC9783CAF60B}"/>
              </a:ext>
            </a:extLst>
          </p:cNvPr>
          <p:cNvSpPr>
            <a:spLocks noGrp="1"/>
          </p:cNvSpPr>
          <p:nvPr>
            <p:ph idx="16" hasCustomPrompt="1"/>
          </p:nvPr>
        </p:nvSpPr>
        <p:spPr>
          <a:xfrm>
            <a:off x="274320" y="4480560"/>
            <a:ext cx="576072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solution: provide a means for solving the error)</a:t>
            </a:r>
          </a:p>
          <a:p>
            <a:pPr marL="365760" marR="0" lvl="1" indent="-273050" defTabSz="457200" fontAlgn="auto">
              <a:spcAft>
                <a:spcPts val="0"/>
              </a:spcAft>
              <a:buSzTx/>
              <a:tabLst/>
            </a:pPr>
            <a:r>
              <a:rPr lang="en-US" dirty="0"/>
              <a:t>Second level 18pt</a:t>
            </a:r>
          </a:p>
          <a:p>
            <a:pPr marR="0" lvl="2" defTabSz="457200" fontAlgn="auto">
              <a:spcAft>
                <a:spcPts val="0"/>
              </a:spcAft>
              <a:buSzPct val="100000"/>
              <a:tabLst/>
            </a:pPr>
            <a:r>
              <a:rPr lang="en-US" dirty="0"/>
              <a:t>Third level 16pt</a:t>
            </a:r>
          </a:p>
          <a:p>
            <a:pPr marR="0" lvl="3" defTabSz="457200" fontAlgn="auto">
              <a:spcAft>
                <a:spcPts val="0"/>
              </a:spcAft>
              <a:buSzTx/>
              <a:tabLst/>
            </a:pPr>
            <a:r>
              <a:rPr lang="en-US" dirty="0"/>
              <a:t>Fourth level 14pt</a:t>
            </a:r>
          </a:p>
        </p:txBody>
      </p:sp>
    </p:spTree>
    <p:custDataLst>
      <p:tags r:id="rId1"/>
    </p:custDataLst>
    <p:extLst>
      <p:ext uri="{BB962C8B-B14F-4D97-AF65-F5344CB8AC3E}">
        <p14:creationId xmlns:p14="http://schemas.microsoft.com/office/powerpoint/2010/main" val="20214696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rror Box">
    <p:spTree>
      <p:nvGrpSpPr>
        <p:cNvPr id="1" name=""/>
        <p:cNvGrpSpPr/>
        <p:nvPr/>
      </p:nvGrpSpPr>
      <p:grpSpPr>
        <a:xfrm>
          <a:off x="0" y="0"/>
          <a:ext cx="0" cy="0"/>
          <a:chOff x="0" y="0"/>
          <a:chExt cx="0" cy="0"/>
        </a:xfrm>
      </p:grpSpPr>
      <p:sp>
        <p:nvSpPr>
          <p:cNvPr id="14" name="Content Placeholder 4">
            <a:extLst>
              <a:ext uri="{FF2B5EF4-FFF2-40B4-BE49-F238E27FC236}">
                <a16:creationId xmlns:a16="http://schemas.microsoft.com/office/drawing/2014/main" id="{DF84C0E8-A906-441E-92E6-9B935620E63F}"/>
              </a:ext>
            </a:extLst>
          </p:cNvPr>
          <p:cNvSpPr>
            <a:spLocks noGrp="1"/>
          </p:cNvSpPr>
          <p:nvPr>
            <p:ph idx="1" hasCustomPrompt="1"/>
          </p:nvPr>
        </p:nvSpPr>
        <p:spPr>
          <a:xfrm>
            <a:off x="5943600" y="1009356"/>
            <a:ext cx="5943600" cy="5486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static image, table, video – For videos, or when it doesn’t fit here, add a separate Title Only slide)</a:t>
            </a:r>
          </a:p>
          <a:p>
            <a:pPr lvl="1"/>
            <a:r>
              <a:rPr lang="en-US" dirty="0"/>
              <a:t>Second level 18pt</a:t>
            </a:r>
          </a:p>
          <a:p>
            <a:pPr lvl="2"/>
            <a:r>
              <a:rPr lang="en-US" dirty="0"/>
              <a:t>Third level 16pt</a:t>
            </a:r>
          </a:p>
          <a:p>
            <a:pPr lvl="3"/>
            <a:r>
              <a:rPr lang="en-US" dirty="0"/>
              <a:t>Fourth level 14pt</a:t>
            </a:r>
          </a:p>
        </p:txBody>
      </p:sp>
      <p:sp>
        <p:nvSpPr>
          <p:cNvPr id="15" name="Content Placeholder 3">
            <a:extLst>
              <a:ext uri="{FF2B5EF4-FFF2-40B4-BE49-F238E27FC236}">
                <a16:creationId xmlns:a16="http://schemas.microsoft.com/office/drawing/2014/main" id="{A731B7C3-130F-46CD-8A0C-EF412D94C096}"/>
              </a:ext>
            </a:extLst>
          </p:cNvPr>
          <p:cNvSpPr>
            <a:spLocks noGrp="1"/>
          </p:cNvSpPr>
          <p:nvPr>
            <p:ph idx="11" hasCustomPrompt="1"/>
          </p:nvPr>
        </p:nvSpPr>
        <p:spPr>
          <a:xfrm>
            <a:off x="274320" y="2468880"/>
            <a:ext cx="557784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stStyle>
          <a:p>
            <a:pPr lvl="0"/>
            <a:r>
              <a:rPr lang="en-US" dirty="0"/>
              <a:t>First level 20pt (insert definition: include a brief explanation of the error)</a:t>
            </a:r>
          </a:p>
          <a:p>
            <a:pPr lvl="1"/>
            <a:r>
              <a:rPr lang="en-US" dirty="0"/>
              <a:t>Second level 18pt</a:t>
            </a:r>
          </a:p>
          <a:p>
            <a:pPr lvl="2"/>
            <a:r>
              <a:rPr lang="en-US" dirty="0"/>
              <a:t>Third level 16pt</a:t>
            </a:r>
          </a:p>
        </p:txBody>
      </p:sp>
      <p:sp>
        <p:nvSpPr>
          <p:cNvPr id="16" name="Content Placeholder 2">
            <a:extLst>
              <a:ext uri="{FF2B5EF4-FFF2-40B4-BE49-F238E27FC236}">
                <a16:creationId xmlns:a16="http://schemas.microsoft.com/office/drawing/2014/main" id="{E191D080-9783-4FA7-8BF7-A18F4AFB21C0}"/>
              </a:ext>
            </a:extLst>
          </p:cNvPr>
          <p:cNvSpPr>
            <a:spLocks noGrp="1"/>
          </p:cNvSpPr>
          <p:nvPr>
            <p:ph idx="10" hasCustomPrompt="1"/>
          </p:nvPr>
        </p:nvSpPr>
        <p:spPr>
          <a:xfrm>
            <a:off x="640080" y="1005840"/>
            <a:ext cx="521208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marL="182880" indent="-182880">
              <a:spcBef>
                <a:spcPts val="600"/>
              </a:spcBef>
              <a:defRPr lang="en-US" baseline="0" dirty="0">
                <a:solidFill>
                  <a:srgbClr val="333333"/>
                </a:solidFill>
              </a:defRPr>
            </a:lvl2pPr>
            <a:lvl3pPr>
              <a:defRPr lang="en-US" baseline="0" dirty="0">
                <a:solidFill>
                  <a:srgbClr val="333333"/>
                </a:solidFill>
              </a:defRPr>
            </a:lvl3pPr>
          </a:lstStyle>
          <a:p>
            <a:pPr lvl="0"/>
            <a:r>
              <a:rPr lang="en-US" dirty="0"/>
              <a:t>First level 20pt (insert: Error Code and Message)</a:t>
            </a:r>
          </a:p>
          <a:p>
            <a:pPr marL="365760" lvl="1" indent="-274320"/>
            <a:r>
              <a:rPr lang="en-US" dirty="0"/>
              <a:t>Second level 18pt</a:t>
            </a:r>
          </a:p>
        </p:txBody>
      </p:sp>
      <p:sp>
        <p:nvSpPr>
          <p:cNvPr id="19" name="Title 3">
            <a:extLst>
              <a:ext uri="{FF2B5EF4-FFF2-40B4-BE49-F238E27FC236}">
                <a16:creationId xmlns:a16="http://schemas.microsoft.com/office/drawing/2014/main" id="{7B8C9E1D-196B-4CA2-9A61-1678C01CA0E2}"/>
              </a:ext>
            </a:extLst>
          </p:cNvPr>
          <p:cNvSpPr>
            <a:spLocks noGrp="1"/>
          </p:cNvSpPr>
          <p:nvPr>
            <p:ph type="title"/>
          </p:nvPr>
        </p:nvSpPr>
        <p:spPr>
          <a:xfrm>
            <a:off x="274320" y="91440"/>
            <a:ext cx="11612880" cy="868680"/>
          </a:xfrm>
        </p:spPr>
        <p:txBody>
          <a:bodyPr/>
          <a:lstStyle/>
          <a:p>
            <a:r>
              <a:rPr lang="en-US"/>
              <a:t>Click to edit Master title style</a:t>
            </a:r>
          </a:p>
        </p:txBody>
      </p:sp>
      <p:sp>
        <p:nvSpPr>
          <p:cNvPr id="2" name="Footer Placeholder 1">
            <a:extLst>
              <a:ext uri="{FF2B5EF4-FFF2-40B4-BE49-F238E27FC236}">
                <a16:creationId xmlns:a16="http://schemas.microsoft.com/office/drawing/2014/main" id="{1EE7643B-8695-405A-BF19-FEC0A2ED9259}"/>
              </a:ext>
            </a:extLst>
          </p:cNvPr>
          <p:cNvSpPr>
            <a:spLocks noGrp="1"/>
          </p:cNvSpPr>
          <p:nvPr>
            <p:ph type="ftr" sz="quarter" idx="12"/>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3" name="Slide Number Placeholder 2">
            <a:extLst>
              <a:ext uri="{FF2B5EF4-FFF2-40B4-BE49-F238E27FC236}">
                <a16:creationId xmlns:a16="http://schemas.microsoft.com/office/drawing/2014/main" id="{11177E20-32E7-4629-9984-E538F6962752}"/>
              </a:ext>
            </a:extLst>
          </p:cNvPr>
          <p:cNvSpPr>
            <a:spLocks noGrp="1"/>
          </p:cNvSpPr>
          <p:nvPr>
            <p:ph type="sldNum" sz="quarter" idx="13"/>
          </p:nvPr>
        </p:nvSpPr>
        <p:spPr/>
        <p:txBody>
          <a:bodyPr/>
          <a:lstStyle/>
          <a:p>
            <a:fld id="{B6FA71F5-8E13-46C5-A63A-9121BEB3B8A9}" type="slidenum">
              <a:rPr lang="en-US" smtClean="0"/>
              <a:pPr/>
              <a:t>‹#›</a:t>
            </a:fld>
            <a:endParaRPr lang="en-US" dirty="0"/>
          </a:p>
        </p:txBody>
      </p:sp>
      <p:sp>
        <p:nvSpPr>
          <p:cNvPr id="8" name="Content Placeholder 3">
            <a:extLst>
              <a:ext uri="{FF2B5EF4-FFF2-40B4-BE49-F238E27FC236}">
                <a16:creationId xmlns:a16="http://schemas.microsoft.com/office/drawing/2014/main" id="{589F5270-B94D-40C3-B58D-85081985EDC9}"/>
              </a:ext>
            </a:extLst>
          </p:cNvPr>
          <p:cNvSpPr>
            <a:spLocks noGrp="1"/>
          </p:cNvSpPr>
          <p:nvPr>
            <p:ph idx="14" hasCustomPrompt="1"/>
          </p:nvPr>
        </p:nvSpPr>
        <p:spPr>
          <a:xfrm>
            <a:off x="274320" y="4480560"/>
            <a:ext cx="557784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stStyle>
          <a:p>
            <a:pPr lvl="0"/>
            <a:r>
              <a:rPr lang="en-US" dirty="0"/>
              <a:t>First level 20pt (insert: solution: provide a means for solving the error)</a:t>
            </a:r>
          </a:p>
          <a:p>
            <a:pPr lvl="1"/>
            <a:r>
              <a:rPr lang="en-US" dirty="0"/>
              <a:t>Second level 18pt</a:t>
            </a:r>
          </a:p>
          <a:p>
            <a:pPr lvl="2"/>
            <a:r>
              <a:rPr lang="en-US" dirty="0"/>
              <a:t>Third level 16pt</a:t>
            </a:r>
          </a:p>
        </p:txBody>
      </p:sp>
    </p:spTree>
    <p:custDataLst>
      <p:tags r:id="rId1"/>
    </p:custDataLst>
    <p:extLst>
      <p:ext uri="{BB962C8B-B14F-4D97-AF65-F5344CB8AC3E}">
        <p14:creationId xmlns:p14="http://schemas.microsoft.com/office/powerpoint/2010/main" val="17725255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b List">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274320" y="1028268"/>
            <a:ext cx="11612880" cy="5486400"/>
          </a:xfrm>
          <a:prstGeom prst="rect">
            <a:avLst/>
          </a:prstGeom>
        </p:spPr>
        <p:txBody>
          <a:bodyPr vert="horz" lIns="91440" tIns="45720" rIns="91440" bIns="45720" rtlCol="0">
            <a:normAutofit/>
          </a:bodyPr>
          <a:lstStyle>
            <a:lvl1pPr marL="1097280" indent="-1097280">
              <a:defRPr lang="en-US" dirty="0"/>
            </a:lvl1pPr>
            <a:lvl2pPr>
              <a:defRPr lang="en-US" dirty="0"/>
            </a:lvl2pPr>
            <a:lvl3pPr>
              <a:defRPr lang="en-US" dirty="0"/>
            </a:lvl3pPr>
          </a:lstStyle>
          <a:p>
            <a:pPr lvl="0"/>
            <a:r>
              <a:rPr lang="en-US" dirty="0"/>
              <a:t>Lab X-X		This lab slide has only one thing different from the main Title and Content layout, i.e.,</a:t>
            </a:r>
            <a:br>
              <a:rPr lang="en-US" dirty="0"/>
            </a:br>
            <a:r>
              <a:rPr lang="en-US" dirty="0"/>
              <a:t>wrapping on the second line.</a:t>
            </a:r>
          </a:p>
          <a:p>
            <a:pPr marL="365760" marR="0" lvl="1" indent="-273050" defTabSz="457200" fontAlgn="auto">
              <a:spcAft>
                <a:spcPts val="0"/>
              </a:spcAft>
              <a:buClr>
                <a:srgbClr val="147BD1"/>
              </a:buClr>
              <a:buSzTx/>
              <a:tabLst/>
            </a:pPr>
            <a:r>
              <a:rPr lang="en-US" dirty="0"/>
              <a:t>Second level will look like this and then wrap-around like this in this bulleted fashion, different from the main Title and Content layout, i.e. wrapping on the second line.</a:t>
            </a:r>
          </a:p>
          <a:p>
            <a:pPr marR="0" lvl="2" defTabSz="457200" fontAlgn="auto">
              <a:spcAft>
                <a:spcPts val="0"/>
              </a:spcAft>
              <a:buClr>
                <a:srgbClr val="147BD1"/>
              </a:buClr>
              <a:buSzPct val="100000"/>
              <a:tabLst/>
            </a:pPr>
            <a:r>
              <a:rPr lang="en-US" dirty="0"/>
              <a:t>Third level will look like this and then wrap-around like this in this bulleted fashion different from the main Title and Content layout, i.e. wrapping on the second line.</a:t>
            </a:r>
          </a:p>
        </p:txBody>
      </p:sp>
      <p:sp>
        <p:nvSpPr>
          <p:cNvPr id="4" name="Title 3"/>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E4B8B318-256B-47A9-80BB-69BF164CF993}"/>
              </a:ext>
            </a:extLst>
          </p:cNvPr>
          <p:cNvSpPr>
            <a:spLocks noGrp="1"/>
          </p:cNvSpPr>
          <p:nvPr>
            <p:ph type="ftr" sz="quarter" idx="13"/>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8" name="Slide Number Placeholder 7">
            <a:extLst>
              <a:ext uri="{FF2B5EF4-FFF2-40B4-BE49-F238E27FC236}">
                <a16:creationId xmlns:a16="http://schemas.microsoft.com/office/drawing/2014/main" id="{24018B07-A88F-4210-8EEF-10F77815B41F}"/>
              </a:ext>
            </a:extLst>
          </p:cNvPr>
          <p:cNvSpPr>
            <a:spLocks noGrp="1"/>
          </p:cNvSpPr>
          <p:nvPr>
            <p:ph type="sldNum" sz="quarter" idx="14"/>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3760126798"/>
      </p:ext>
    </p:extLst>
  </p:cSld>
  <p:clrMapOvr>
    <a:masterClrMapping/>
  </p:clrMapOvr>
  <p:transition>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En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32256AA-4400-4EFA-B0DD-71A3D9FD214B}"/>
              </a:ext>
            </a:extLst>
          </p:cNvPr>
          <p:cNvSpPr/>
          <p:nvPr userDrawn="1"/>
        </p:nvSpPr>
        <p:spPr>
          <a:xfrm>
            <a:off x="671906" y="5693163"/>
            <a:ext cx="10835488" cy="46166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 i="1" kern="1200" dirty="0">
                <a:solidFill>
                  <a:srgbClr val="BFBFBF"/>
                </a:solidFill>
                <a:effectLst/>
                <a:latin typeface="+mn-lt"/>
                <a:ea typeface="+mn-ea"/>
                <a:cs typeface="+mn-cs"/>
              </a:rPr>
              <a:t>© Cadence Design Systems, Inc. All rights reserved worldwide. Cadence, the Cadence logo, and the other Cadence marks found at </a:t>
            </a:r>
            <a:r>
              <a:rPr lang="en-US" sz="800" i="1" kern="1200" dirty="0">
                <a:solidFill>
                  <a:srgbClr val="BFBFBF"/>
                </a:solidFill>
                <a:effectLst/>
                <a:latin typeface="+mn-lt"/>
                <a:ea typeface="+mn-ea"/>
                <a:cs typeface="+mn-cs"/>
                <a:hlinkClick r:id="rId4">
                  <a:extLst>
                    <a:ext uri="{A12FA001-AC4F-418D-AE19-62706E023703}">
                      <ahyp:hlinkClr xmlns:ahyp="http://schemas.microsoft.com/office/drawing/2018/hyperlinkcolor" val="tx"/>
                    </a:ext>
                  </a:extLst>
                </a:hlinkClick>
              </a:rPr>
              <a:t>https://</a:t>
            </a:r>
            <a:r>
              <a:rPr lang="en-US" sz="800" i="1" u="sng" kern="1200" dirty="0">
                <a:solidFill>
                  <a:srgbClr val="BFBFBF"/>
                </a:solidFill>
                <a:effectLst/>
                <a:latin typeface="+mn-lt"/>
                <a:ea typeface="+mn-ea"/>
                <a:cs typeface="+mn-cs"/>
                <a:hlinkClick r:id="rId4">
                  <a:extLst>
                    <a:ext uri="{A12FA001-AC4F-418D-AE19-62706E023703}">
                      <ahyp:hlinkClr xmlns:ahyp="http://schemas.microsoft.com/office/drawing/2018/hyperlinkcolor" val="tx"/>
                    </a:ext>
                  </a:extLst>
                </a:hlinkClick>
              </a:rPr>
              <a:t>www.cadence.com/go/trademarks</a:t>
            </a:r>
            <a:r>
              <a:rPr lang="en-US" sz="800" i="1" kern="1200" dirty="0">
                <a:solidFill>
                  <a:srgbClr val="BFBFBF"/>
                </a:solidFill>
                <a:effectLst/>
                <a:latin typeface="+mn-lt"/>
                <a:ea typeface="+mn-ea"/>
                <a:cs typeface="+mn-cs"/>
                <a:hlinkClick r:id="rId4">
                  <a:extLst>
                    <a:ext uri="{A12FA001-AC4F-418D-AE19-62706E023703}">
                      <ahyp:hlinkClr xmlns:ahyp="http://schemas.microsoft.com/office/drawing/2018/hyperlinkcolor" val="tx"/>
                    </a:ext>
                  </a:extLst>
                </a:hlinkClick>
              </a:rPr>
              <a:t> </a:t>
            </a:r>
            <a:r>
              <a:rPr lang="en-US" sz="800" i="1" kern="1200" dirty="0">
                <a:solidFill>
                  <a:srgbClr val="BFBFBF"/>
                </a:solidFill>
                <a:effectLst/>
                <a:latin typeface="+mn-lt"/>
                <a:ea typeface="+mn-ea"/>
                <a:cs typeface="+mn-cs"/>
              </a:rPr>
              <a:t>are trademarks or registered trademarks of Cadence Design Systems, Inc. Accellera and SystemC are trademarks of Accellera Systems Initiative Inc. All Arm products are registered trademarks or trademarks of Arm Limited (or its subsidiaries) in the US and/or elsewhere. All MIPI specifications are registered trademarks or service marks owned by MIPI Alliance. All PCI-SIG specifications are registered trademarks or trademarks of PCI-SIG. All other trademarks are the property of their respective owners.</a:t>
            </a:r>
            <a:endParaRPr lang="en-US" sz="800" dirty="0">
              <a:solidFill>
                <a:srgbClr val="BFBFBF"/>
              </a:solidFill>
              <a:effectLst/>
            </a:endParaRPr>
          </a:p>
        </p:txBody>
      </p:sp>
      <p:grpSp>
        <p:nvGrpSpPr>
          <p:cNvPr id="12" name="Group 11">
            <a:extLst>
              <a:ext uri="{FF2B5EF4-FFF2-40B4-BE49-F238E27FC236}">
                <a16:creationId xmlns:a16="http://schemas.microsoft.com/office/drawing/2014/main" id="{780D4BA0-6772-4FBA-B460-E804789A3210}"/>
              </a:ext>
            </a:extLst>
          </p:cNvPr>
          <p:cNvGrpSpPr/>
          <p:nvPr userDrawn="1"/>
        </p:nvGrpSpPr>
        <p:grpSpPr>
          <a:xfrm>
            <a:off x="0" y="368"/>
            <a:ext cx="12192000" cy="43178"/>
            <a:chOff x="0" y="368"/>
            <a:chExt cx="12192000" cy="43178"/>
          </a:xfrm>
        </p:grpSpPr>
        <p:sp>
          <p:nvSpPr>
            <p:cNvPr id="13" name="Rectangle 12">
              <a:extLst>
                <a:ext uri="{FF2B5EF4-FFF2-40B4-BE49-F238E27FC236}">
                  <a16:creationId xmlns:a16="http://schemas.microsoft.com/office/drawing/2014/main" id="{B9719461-98B7-4C5A-A3AC-61AB9402C8B4}"/>
                </a:ext>
              </a:extLst>
            </p:cNvPr>
            <p:cNvSpPr/>
            <p:nvPr userDrawn="1"/>
          </p:nvSpPr>
          <p:spPr>
            <a:xfrm>
              <a:off x="4064000" y="368"/>
              <a:ext cx="4064000" cy="43178"/>
            </a:xfrm>
            <a:prstGeom prst="rect">
              <a:avLst/>
            </a:prstGeom>
            <a:gradFill>
              <a:gsLst>
                <a:gs pos="100000">
                  <a:srgbClr val="2DCCD3"/>
                </a:gs>
                <a:gs pos="0">
                  <a:srgbClr val="147BD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0ACE8DE-FC80-4063-9136-1BF658FEBD90}"/>
                </a:ext>
              </a:extLst>
            </p:cNvPr>
            <p:cNvSpPr/>
            <p:nvPr userDrawn="1"/>
          </p:nvSpPr>
          <p:spPr>
            <a:xfrm>
              <a:off x="8128000" y="368"/>
              <a:ext cx="4064000" cy="43178"/>
            </a:xfrm>
            <a:prstGeom prst="rect">
              <a:avLst/>
            </a:prstGeom>
            <a:gradFill>
              <a:gsLst>
                <a:gs pos="100000">
                  <a:srgbClr val="FFB81C"/>
                </a:gs>
                <a:gs pos="0">
                  <a:srgbClr val="84DB0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435138A-D5BA-4BD0-A12A-531F0C834E70}"/>
                </a:ext>
              </a:extLst>
            </p:cNvPr>
            <p:cNvSpPr/>
            <p:nvPr userDrawn="1"/>
          </p:nvSpPr>
          <p:spPr>
            <a:xfrm>
              <a:off x="0" y="368"/>
              <a:ext cx="4064000" cy="43178"/>
            </a:xfrm>
            <a:prstGeom prst="rect">
              <a:avLst/>
            </a:prstGeom>
            <a:gradFill>
              <a:gsLst>
                <a:gs pos="50000">
                  <a:srgbClr val="E4002B"/>
                </a:gs>
                <a:gs pos="100000">
                  <a:srgbClr val="CE0058"/>
                </a:gs>
                <a:gs pos="0">
                  <a:srgbClr val="FF902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2" name="Picture 21" descr="A picture containing television, dark, monitor, drawing&#10;&#10;Description automatically generated">
            <a:extLst>
              <a:ext uri="{FF2B5EF4-FFF2-40B4-BE49-F238E27FC236}">
                <a16:creationId xmlns:a16="http://schemas.microsoft.com/office/drawing/2014/main" id="{6F9E7CED-A756-44CB-87D4-5966CA81915D}"/>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023808" y="2679232"/>
            <a:ext cx="4348449" cy="822960"/>
          </a:xfrm>
          <a:prstGeom prst="rect">
            <a:avLst/>
          </a:prstGeom>
        </p:spPr>
      </p:pic>
    </p:spTree>
    <p:custDataLst>
      <p:tags r:id="rId1"/>
    </p:custDataLst>
    <p:extLst>
      <p:ext uri="{BB962C8B-B14F-4D97-AF65-F5344CB8AC3E}">
        <p14:creationId xmlns:p14="http://schemas.microsoft.com/office/powerpoint/2010/main" val="933996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0" y="91440"/>
            <a:ext cx="11612880" cy="86868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6" name="Rectangle 5">
            <a:extLst>
              <a:ext uri="{FF2B5EF4-FFF2-40B4-BE49-F238E27FC236}">
                <a16:creationId xmlns:a16="http://schemas.microsoft.com/office/drawing/2014/main" id="{DBBEF982-CF46-4DC8-B0F6-EA3566D25B88}"/>
              </a:ext>
            </a:extLst>
          </p:cNvPr>
          <p:cNvSpPr/>
          <p:nvPr/>
        </p:nvSpPr>
        <p:spPr>
          <a:xfrm>
            <a:off x="0" y="368"/>
            <a:ext cx="4064000" cy="43178"/>
          </a:xfrm>
          <a:prstGeom prst="rect">
            <a:avLst/>
          </a:prstGeom>
          <a:gradFill>
            <a:gsLst>
              <a:gs pos="50000">
                <a:srgbClr val="E4002B"/>
              </a:gs>
              <a:gs pos="100000">
                <a:srgbClr val="CE0058"/>
              </a:gs>
              <a:gs pos="0">
                <a:srgbClr val="FF902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1C7A2DC3-D96E-4723-BAEC-8249B7145452}"/>
              </a:ext>
            </a:extLst>
          </p:cNvPr>
          <p:cNvSpPr/>
          <p:nvPr/>
        </p:nvSpPr>
        <p:spPr>
          <a:xfrm>
            <a:off x="4064000" y="368"/>
            <a:ext cx="4064000" cy="43178"/>
          </a:xfrm>
          <a:prstGeom prst="rect">
            <a:avLst/>
          </a:prstGeom>
          <a:gradFill>
            <a:gsLst>
              <a:gs pos="100000">
                <a:srgbClr val="2DCCD3"/>
              </a:gs>
              <a:gs pos="0">
                <a:srgbClr val="147BD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F12BC2F7-6B19-4242-8565-0FDA0A8A395B}"/>
              </a:ext>
            </a:extLst>
          </p:cNvPr>
          <p:cNvSpPr/>
          <p:nvPr/>
        </p:nvSpPr>
        <p:spPr>
          <a:xfrm>
            <a:off x="8128000" y="368"/>
            <a:ext cx="4064000" cy="43178"/>
          </a:xfrm>
          <a:prstGeom prst="rect">
            <a:avLst/>
          </a:prstGeom>
          <a:gradFill>
            <a:gsLst>
              <a:gs pos="100000">
                <a:srgbClr val="FFB81C"/>
              </a:gs>
              <a:gs pos="0">
                <a:srgbClr val="84DB0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ooter Placeholder 14">
            <a:extLst>
              <a:ext uri="{FF2B5EF4-FFF2-40B4-BE49-F238E27FC236}">
                <a16:creationId xmlns:a16="http://schemas.microsoft.com/office/drawing/2014/main" id="{AA73B2F4-06BE-466E-81F0-2572D3EA6206}"/>
              </a:ext>
            </a:extLst>
          </p:cNvPr>
          <p:cNvSpPr>
            <a:spLocks noGrp="1"/>
          </p:cNvSpPr>
          <p:nvPr>
            <p:ph type="ftr" sz="quarter" idx="3"/>
          </p:nvPr>
        </p:nvSpPr>
        <p:spPr>
          <a:xfrm>
            <a:off x="640080" y="6537960"/>
            <a:ext cx="2743200" cy="228600"/>
          </a:xfrm>
          <a:prstGeom prst="rect">
            <a:avLst/>
          </a:prstGeom>
        </p:spPr>
        <p:txBody>
          <a:bodyPr vert="horz" lIns="91440" tIns="45720" rIns="91440" bIns="45720" rtlCol="0" anchor="ctr"/>
          <a:lstStyle>
            <a:lvl1pPr algn="l">
              <a:defRPr sz="800">
                <a:solidFill>
                  <a:schemeClr val="tx1"/>
                </a:solidFill>
              </a:defRPr>
            </a:lvl1pPr>
          </a:lstStyle>
          <a:p>
            <a:r>
              <a:rPr lang="en-US" dirty="0">
                <a:cs typeface="Arial" panose="020B0604020202020204" pitchFamily="34" charset="0"/>
              </a:rPr>
              <a:t>© Cadence Design Systems, Inc. All rights reserved.</a:t>
            </a:r>
          </a:p>
        </p:txBody>
      </p:sp>
      <p:sp>
        <p:nvSpPr>
          <p:cNvPr id="16" name="Slide Number Placeholder 15">
            <a:extLst>
              <a:ext uri="{FF2B5EF4-FFF2-40B4-BE49-F238E27FC236}">
                <a16:creationId xmlns:a16="http://schemas.microsoft.com/office/drawing/2014/main" id="{00E72EAB-9DB1-45A3-887A-6AB5721F2F51}"/>
              </a:ext>
            </a:extLst>
          </p:cNvPr>
          <p:cNvSpPr>
            <a:spLocks noGrp="1"/>
          </p:cNvSpPr>
          <p:nvPr>
            <p:ph type="sldNum" sz="quarter" idx="4"/>
          </p:nvPr>
        </p:nvSpPr>
        <p:spPr>
          <a:xfrm>
            <a:off x="274320" y="6537960"/>
            <a:ext cx="365760" cy="228600"/>
          </a:xfrm>
          <a:prstGeom prst="rect">
            <a:avLst/>
          </a:prstGeom>
        </p:spPr>
        <p:txBody>
          <a:bodyPr vert="horz" lIns="91440" tIns="45720" rIns="91440" bIns="45720" rtlCol="0" anchor="ctr"/>
          <a:lstStyle>
            <a:lvl1pPr marL="0" algn="l" defTabSz="914400" rtl="0" eaLnBrk="1" latinLnBrk="0" hangingPunct="1">
              <a:defRPr lang="en-US" sz="800" kern="1200" smtClean="0">
                <a:solidFill>
                  <a:schemeClr val="tx1"/>
                </a:solidFill>
                <a:latin typeface="+mn-lt"/>
                <a:ea typeface="+mn-ea"/>
                <a:cs typeface="Arial" panose="020B0604020202020204" pitchFamily="34" charset="0"/>
              </a:defRPr>
            </a:lvl1pPr>
          </a:lstStyle>
          <a:p>
            <a:fld id="{B6FA71F5-8E13-46C5-A63A-9121BEB3B8A9}" type="slidenum">
              <a:rPr lang="en-US" smtClean="0"/>
              <a:pPr/>
              <a:t>‹#›</a:t>
            </a:fld>
            <a:endParaRPr lang="en-US" dirty="0"/>
          </a:p>
        </p:txBody>
      </p:sp>
      <p:pic>
        <p:nvPicPr>
          <p:cNvPr id="17" name="Picture 16">
            <a:extLst>
              <a:ext uri="{FF2B5EF4-FFF2-40B4-BE49-F238E27FC236}">
                <a16:creationId xmlns:a16="http://schemas.microsoft.com/office/drawing/2014/main" id="{AC0AC7A5-0F82-47FF-B536-40EABB6EEC9C}"/>
              </a:ext>
            </a:extLst>
          </p:cNvPr>
          <p:cNvPicPr>
            <a:picLocks noChangeAspect="1" noChangeArrowheads="1"/>
          </p:cNvPicPr>
          <p:nvPr/>
        </p:nvPicPr>
        <p:blipFill>
          <a:blip r:embed="rId34"/>
          <a:srcRect/>
          <a:stretch/>
        </p:blipFill>
        <p:spPr bwMode="auto">
          <a:xfrm>
            <a:off x="10972800" y="6583680"/>
            <a:ext cx="969264" cy="182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Placeholder 3">
            <a:extLst>
              <a:ext uri="{FF2B5EF4-FFF2-40B4-BE49-F238E27FC236}">
                <a16:creationId xmlns:a16="http://schemas.microsoft.com/office/drawing/2014/main" id="{FF25BA6F-7638-47EA-BFE2-FADEC3DDD112}"/>
              </a:ext>
            </a:extLst>
          </p:cNvPr>
          <p:cNvSpPr>
            <a:spLocks noGrp="1"/>
          </p:cNvSpPr>
          <p:nvPr>
            <p:ph type="body" idx="1"/>
          </p:nvPr>
        </p:nvSpPr>
        <p:spPr>
          <a:xfrm>
            <a:off x="274320" y="1005840"/>
            <a:ext cx="11612880" cy="5486400"/>
          </a:xfrm>
          <a:prstGeom prst="rect">
            <a:avLst/>
          </a:prstGeom>
        </p:spPr>
        <p:txBody>
          <a:bodyPr vert="horz" lIns="91440" tIns="91440" rIns="91440" bIns="91440" rtlCol="0">
            <a:normAutofit/>
          </a:bodyPr>
          <a:lstStyle/>
          <a:p>
            <a:pPr lvl="0"/>
            <a:r>
              <a:rPr lang="en-US" dirty="0"/>
              <a:t>Click to add text</a:t>
            </a:r>
          </a:p>
          <a:p>
            <a:pPr lvl="1"/>
            <a:r>
              <a:rPr lang="en-US" dirty="0"/>
              <a:t>Second level</a:t>
            </a:r>
          </a:p>
          <a:p>
            <a:pPr lvl="2"/>
            <a:r>
              <a:rPr lang="en-US" dirty="0"/>
              <a:t>Third level</a:t>
            </a:r>
          </a:p>
          <a:p>
            <a:pPr lvl="3"/>
            <a:r>
              <a:rPr lang="en-US" dirty="0"/>
              <a:t>Fourth level</a:t>
            </a:r>
          </a:p>
        </p:txBody>
      </p:sp>
    </p:spTree>
    <p:custDataLst>
      <p:tags r:id="rId32"/>
    </p:custDataLst>
    <p:extLst>
      <p:ext uri="{BB962C8B-B14F-4D97-AF65-F5344CB8AC3E}">
        <p14:creationId xmlns:p14="http://schemas.microsoft.com/office/powerpoint/2010/main" val="703093205"/>
      </p:ext>
    </p:extLst>
  </p:cSld>
  <p:clrMap bg1="lt1" tx1="dk1" bg2="lt2" tx2="dk2" accent1="accent1" accent2="accent2" accent3="accent3" accent4="accent4" accent5="accent5" accent6="accent6" hlink="hlink" folHlink="folHlink"/>
  <p:sldLayoutIdLst>
    <p:sldLayoutId id="2147484029" r:id="rId1"/>
    <p:sldLayoutId id="2147484030" r:id="rId2"/>
    <p:sldLayoutId id="2147484031" r:id="rId3"/>
    <p:sldLayoutId id="2147484032" r:id="rId4"/>
    <p:sldLayoutId id="2147484033" r:id="rId5"/>
    <p:sldLayoutId id="2147484034" r:id="rId6"/>
    <p:sldLayoutId id="2147484035" r:id="rId7"/>
    <p:sldLayoutId id="2147484036" r:id="rId8"/>
    <p:sldLayoutId id="2147484037" r:id="rId9"/>
    <p:sldLayoutId id="2147484038" r:id="rId10"/>
    <p:sldLayoutId id="2147484039" r:id="rId11"/>
    <p:sldLayoutId id="2147484040" r:id="rId12"/>
    <p:sldLayoutId id="2147484041" r:id="rId13"/>
    <p:sldLayoutId id="2147484042" r:id="rId14"/>
    <p:sldLayoutId id="2147484043" r:id="rId15"/>
    <p:sldLayoutId id="2147484044" r:id="rId16"/>
    <p:sldLayoutId id="2147484045" r:id="rId17"/>
    <p:sldLayoutId id="2147484046" r:id="rId18"/>
    <p:sldLayoutId id="2147484047" r:id="rId19"/>
    <p:sldLayoutId id="2147484048" r:id="rId20"/>
    <p:sldLayoutId id="2147484049" r:id="rId21"/>
    <p:sldLayoutId id="2147484050" r:id="rId22"/>
    <p:sldLayoutId id="2147484051" r:id="rId23"/>
    <p:sldLayoutId id="2147484052" r:id="rId24"/>
    <p:sldLayoutId id="2147484053" r:id="rId25"/>
    <p:sldLayoutId id="2147484054" r:id="rId26"/>
    <p:sldLayoutId id="2147484055" r:id="rId27"/>
    <p:sldLayoutId id="2147484056" r:id="rId28"/>
    <p:sldLayoutId id="2147484057" r:id="rId29"/>
    <p:sldLayoutId id="2147484058" r:id="rId30"/>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Arial" panose="020B0604020202020204" pitchFamily="34" charset="0"/>
        </a:defRPr>
      </a:lvl1pPr>
    </p:titleStyle>
    <p:bodyStyle>
      <a:lvl1pPr marL="0" indent="0" algn="l" defTabSz="914400" rtl="0" eaLnBrk="1" latinLnBrk="0" hangingPunct="1">
        <a:lnSpc>
          <a:spcPct val="100000"/>
        </a:lnSpc>
        <a:spcBef>
          <a:spcPts val="1000"/>
        </a:spcBef>
        <a:buFontTx/>
        <a:buNone/>
        <a:defRPr sz="2000" kern="1200">
          <a:solidFill>
            <a:schemeClr val="tx1"/>
          </a:solidFill>
          <a:latin typeface="+mn-lt"/>
          <a:ea typeface="+mn-ea"/>
          <a:cs typeface="+mn-cs"/>
        </a:defRPr>
      </a:lvl1pPr>
      <a:lvl2pPr marL="365760" indent="-274320" algn="l" defTabSz="914400" rtl="0" eaLnBrk="1" latinLnBrk="0" hangingPunct="1">
        <a:lnSpc>
          <a:spcPct val="100000"/>
        </a:lnSpc>
        <a:spcBef>
          <a:spcPts val="1200"/>
        </a:spcBef>
        <a:buClr>
          <a:srgbClr val="147BD1"/>
        </a:buClr>
        <a:buSzPct val="100000"/>
        <a:buFont typeface="Arial" panose="020B0604020202020204" pitchFamily="34" charset="0"/>
        <a:buChar char="●"/>
        <a:defRPr lang="en-US" sz="1800" kern="1200" dirty="0">
          <a:solidFill>
            <a:schemeClr val="tx1"/>
          </a:solidFill>
          <a:latin typeface="+mn-lt"/>
          <a:ea typeface="+mn-ea"/>
          <a:cs typeface="+mn-cs"/>
        </a:defRPr>
      </a:lvl2pPr>
      <a:lvl3pPr marL="640080" indent="-274320" algn="l" defTabSz="914400" rtl="0" eaLnBrk="1" latinLnBrk="0" hangingPunct="1">
        <a:lnSpc>
          <a:spcPct val="100000"/>
        </a:lnSpc>
        <a:spcBef>
          <a:spcPts val="600"/>
        </a:spcBef>
        <a:buClr>
          <a:srgbClr val="147BD1"/>
        </a:buClr>
        <a:buFont typeface="Wingdings" panose="05000000000000000000" pitchFamily="2" charset="2"/>
        <a:buChar char="§"/>
        <a:defRPr lang="en-US" sz="1600" kern="1200" dirty="0">
          <a:solidFill>
            <a:schemeClr val="tx1"/>
          </a:solidFill>
          <a:latin typeface="+mn-lt"/>
          <a:ea typeface="+mn-ea"/>
          <a:cs typeface="+mn-cs"/>
        </a:defRPr>
      </a:lvl3pPr>
      <a:lvl4pPr marL="914400" indent="-274320" algn="l" defTabSz="914400" rtl="0" eaLnBrk="1" latinLnBrk="0" hangingPunct="1">
        <a:lnSpc>
          <a:spcPct val="100000"/>
        </a:lnSpc>
        <a:spcBef>
          <a:spcPts val="600"/>
        </a:spcBef>
        <a:buClr>
          <a:srgbClr val="147BD1"/>
        </a:buClr>
        <a:buFont typeface="Courier New" panose="02070309020205020404" pitchFamily="49" charset="0"/>
        <a:buChar char="o"/>
        <a:defRPr lang="en-US" sz="1400" kern="1200" dirty="0">
          <a:solidFill>
            <a:schemeClr val="tx1"/>
          </a:solidFill>
          <a:latin typeface="+mn-lt"/>
          <a:ea typeface="+mn-ea"/>
          <a:cs typeface="+mn-cs"/>
        </a:defRPr>
      </a:lvl4pPr>
      <a:lvl5pPr marL="1188720" indent="-274320" algn="l" defTabSz="914400" rtl="0" eaLnBrk="1" latinLnBrk="0" hangingPunct="1">
        <a:lnSpc>
          <a:spcPct val="100000"/>
        </a:lnSpc>
        <a:spcBef>
          <a:spcPts val="600"/>
        </a:spcBef>
        <a:buClr>
          <a:srgbClr val="147BD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33.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34.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hyperlink" Target="https://www.cadence.com/en_US/home/training/all-courses/86173.html" TargetMode="External"/><Relationship Id="rId13" Type="http://schemas.openxmlformats.org/officeDocument/2006/relationships/hyperlink" Target="https://www.cadence.com/en_US/home/training/all-courses/85091.html" TargetMode="External"/><Relationship Id="rId18" Type="http://schemas.openxmlformats.org/officeDocument/2006/relationships/image" Target="../media/image9.png"/><Relationship Id="rId3" Type="http://schemas.openxmlformats.org/officeDocument/2006/relationships/notesSlide" Target="../notesSlides/notesSlide3.xml"/><Relationship Id="rId7" Type="http://schemas.openxmlformats.org/officeDocument/2006/relationships/hyperlink" Target="https://www.cadence.com/en_US/home/training/all-courses/86172.html" TargetMode="External"/><Relationship Id="rId12" Type="http://schemas.openxmlformats.org/officeDocument/2006/relationships/hyperlink" Target="https://www.cadence.com/en_US/home/training/all-courses/85089.html" TargetMode="External"/><Relationship Id="rId17" Type="http://schemas.openxmlformats.org/officeDocument/2006/relationships/hyperlink" Target="https://www.cadence.com/content/dam/cadence-www/global/en_US/documents/training/learning-maps.pdf" TargetMode="External"/><Relationship Id="rId2" Type="http://schemas.openxmlformats.org/officeDocument/2006/relationships/slideLayout" Target="../slideLayouts/slideLayout7.xml"/><Relationship Id="rId16" Type="http://schemas.openxmlformats.org/officeDocument/2006/relationships/hyperlink" Target="https://www.cadence.com/en_US/home/training/all-courses/86149.html" TargetMode="External"/><Relationship Id="rId1" Type="http://schemas.openxmlformats.org/officeDocument/2006/relationships/tags" Target="../tags/tag35.xml"/><Relationship Id="rId6" Type="http://schemas.openxmlformats.org/officeDocument/2006/relationships/hyperlink" Target="https://www.cadence.com/en_US/home/training/all-courses/86171.html" TargetMode="External"/><Relationship Id="rId11" Type="http://schemas.openxmlformats.org/officeDocument/2006/relationships/hyperlink" Target="https://www.cadence.com/en_US/home/training/all-courses/85087.html" TargetMode="External"/><Relationship Id="rId5" Type="http://schemas.openxmlformats.org/officeDocument/2006/relationships/hyperlink" Target="https://www.cadence.com/en_US/home/training/all-courses/84443.html" TargetMode="External"/><Relationship Id="rId15" Type="http://schemas.openxmlformats.org/officeDocument/2006/relationships/hyperlink" Target="https://www.cadence.com/en_US/home/training/all-courses/86267.html" TargetMode="External"/><Relationship Id="rId10" Type="http://schemas.openxmlformats.org/officeDocument/2006/relationships/hyperlink" Target="https://www.cadence.com/en_US/home/training/all-courses/86254.html" TargetMode="External"/><Relationship Id="rId4" Type="http://schemas.openxmlformats.org/officeDocument/2006/relationships/hyperlink" Target="https://www.cadence.com/en_US/home/training/all-courses/86349.html" TargetMode="External"/><Relationship Id="rId9" Type="http://schemas.openxmlformats.org/officeDocument/2006/relationships/hyperlink" Target="https://www.cadence.com/en_US/home/training/all-courses/86253.html" TargetMode="External"/><Relationship Id="rId14" Type="http://schemas.openxmlformats.org/officeDocument/2006/relationships/hyperlink" Target="https://www.cadence.com/en_US/home/training/all-courses/84466.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Conclusions</a:t>
            </a:r>
          </a:p>
        </p:txBody>
      </p:sp>
      <p:sp>
        <p:nvSpPr>
          <p:cNvPr id="12" name="TextBox 11">
            <a:extLst>
              <a:ext uri="{FF2B5EF4-FFF2-40B4-BE49-F238E27FC236}">
                <a16:creationId xmlns:a16="http://schemas.microsoft.com/office/drawing/2014/main" id="{293BE931-5076-4437-BC57-762F85737798}"/>
              </a:ext>
            </a:extLst>
          </p:cNvPr>
          <p:cNvSpPr txBox="1"/>
          <p:nvPr/>
        </p:nvSpPr>
        <p:spPr>
          <a:xfrm>
            <a:off x="10385271" y="150759"/>
            <a:ext cx="1295400" cy="362752"/>
          </a:xfrm>
          <a:prstGeom prst="rect">
            <a:avLst/>
          </a:prstGeom>
          <a:noFill/>
        </p:spPr>
        <p:txBody>
          <a:bodyPr wrap="none" rtlCol="0">
            <a:normAutofit lnSpcReduction="10000"/>
          </a:bodyPr>
          <a:lstStyle/>
          <a:p>
            <a:r>
              <a:rPr lang="en-US" b="1" dirty="0">
                <a:solidFill>
                  <a:schemeClr val="tx2">
                    <a:lumMod val="60000"/>
                    <a:lumOff val="40000"/>
                  </a:schemeClr>
                </a:solidFill>
                <a:latin typeface="Arial" panose="020B0604020202020204" pitchFamily="34" charset="0"/>
                <a:cs typeface="Arial" panose="020B0604020202020204" pitchFamily="34" charset="0"/>
                <a:sym typeface="Wingdings" panose="05000000000000000000" pitchFamily="2" charset="2"/>
              </a:rPr>
              <a:t>No audio</a:t>
            </a:r>
          </a:p>
        </p:txBody>
      </p:sp>
      <p:pic>
        <p:nvPicPr>
          <p:cNvPr id="18" name="Picture 17" descr="A sign in the dark&#10;&#10;Description automatically generated">
            <a:extLst>
              <a:ext uri="{FF2B5EF4-FFF2-40B4-BE49-F238E27FC236}">
                <a16:creationId xmlns:a16="http://schemas.microsoft.com/office/drawing/2014/main" id="{F717F13B-B9B2-44D7-B77E-691B3FA97F3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94257" y="135682"/>
            <a:ext cx="416719" cy="392906"/>
          </a:xfrm>
          <a:prstGeom prst="rect">
            <a:avLst/>
          </a:prstGeom>
        </p:spPr>
      </p:pic>
    </p:spTree>
    <p:custDataLst>
      <p:tags r:id="rId1"/>
    </p:custDataLst>
    <p:extLst>
      <p:ext uri="{BB962C8B-B14F-4D97-AF65-F5344CB8AC3E}">
        <p14:creationId xmlns:p14="http://schemas.microsoft.com/office/powerpoint/2010/main" val="1999759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rmAutofit fontScale="92500" lnSpcReduction="10000"/>
          </a:bodyPr>
          <a:lstStyle/>
          <a:p>
            <a:pPr>
              <a:lnSpc>
                <a:spcPct val="120000"/>
              </a:lnSpc>
            </a:pPr>
            <a:r>
              <a:rPr lang="en-US" sz="2400" dirty="0"/>
              <a:t>In this course, you learned about</a:t>
            </a:r>
          </a:p>
          <a:p>
            <a:pPr marL="365760" indent="-274320">
              <a:lnSpc>
                <a:spcPct val="120000"/>
              </a:lnSpc>
              <a:buClr>
                <a:srgbClr val="147BD1"/>
              </a:buClr>
              <a:buFont typeface="Arial" panose="020B0604020202020204" pitchFamily="34" charset="0"/>
              <a:buChar char="●"/>
            </a:pPr>
            <a:r>
              <a:rPr lang="en-US" dirty="0">
                <a:effectLst/>
                <a:ea typeface="Calibri" panose="020F0502020204030204" pitchFamily="34" charset="0"/>
                <a:cs typeface="Times New Roman" panose="02020603050405020304" pitchFamily="18" charset="0"/>
              </a:rPr>
              <a:t>MOSFET characteristics and CMOS transistors</a:t>
            </a:r>
          </a:p>
          <a:p>
            <a:pPr marL="365760" indent="-274320">
              <a:buClr>
                <a:srgbClr val="147BD1"/>
              </a:buClr>
              <a:buFont typeface="Arial" panose="020B0604020202020204" pitchFamily="34" charset="0"/>
              <a:buChar char="●"/>
            </a:pPr>
            <a:r>
              <a:rPr lang="en-US" dirty="0"/>
              <a:t>Amplifier classes and single-stage amplifier design</a:t>
            </a:r>
          </a:p>
          <a:p>
            <a:pPr marL="365760" indent="-274320">
              <a:buClr>
                <a:srgbClr val="147BD1"/>
              </a:buClr>
              <a:buFont typeface="Arial" panose="020B0604020202020204" pitchFamily="34" charset="0"/>
              <a:buChar char="●"/>
            </a:pPr>
            <a:r>
              <a:rPr lang="en-US" dirty="0">
                <a:effectLst/>
                <a:ea typeface="Calibri" panose="020F0502020204030204" pitchFamily="34" charset="0"/>
                <a:cs typeface="Times New Roman" panose="02020603050405020304" pitchFamily="18" charset="0"/>
              </a:rPr>
              <a:t>Current mirrors and design of building blocks for larger analog ICs</a:t>
            </a:r>
          </a:p>
          <a:p>
            <a:pPr marL="365760" indent="-274320">
              <a:buClr>
                <a:srgbClr val="147BD1"/>
              </a:buClr>
              <a:buFont typeface="Arial" panose="020B0604020202020204" pitchFamily="34" charset="0"/>
              <a:buChar char="●"/>
            </a:pPr>
            <a:r>
              <a:rPr lang="en-US" dirty="0">
                <a:ea typeface="Calibri" panose="020F0502020204030204" pitchFamily="34" charset="0"/>
                <a:cs typeface="Times New Roman" panose="02020603050405020304" pitchFamily="18" charset="0"/>
              </a:rPr>
              <a:t>Feedback in multi-stage amplifiers, leading to Op-Amp design</a:t>
            </a:r>
            <a:endParaRPr lang="en-US" dirty="0">
              <a:effectLst/>
              <a:ea typeface="Calibri" panose="020F0502020204030204" pitchFamily="34" charset="0"/>
              <a:cs typeface="Times New Roman" panose="02020603050405020304" pitchFamily="18" charset="0"/>
            </a:endParaRPr>
          </a:p>
          <a:p>
            <a:pPr marL="365760" indent="-274320">
              <a:buClr>
                <a:srgbClr val="147BD1"/>
              </a:buClr>
              <a:buFont typeface="Arial" panose="020B0604020202020204" pitchFamily="34" charset="0"/>
              <a:buChar char="●"/>
            </a:pPr>
            <a:r>
              <a:rPr lang="en-US" dirty="0">
                <a:effectLst/>
                <a:ea typeface="Calibri" panose="020F0502020204030204" pitchFamily="34" charset="0"/>
                <a:cs typeface="Times New Roman" panose="02020603050405020304" pitchFamily="18" charset="0"/>
              </a:rPr>
              <a:t>Noise analysis of analog circuits</a:t>
            </a:r>
          </a:p>
          <a:p>
            <a:pPr marL="365760" indent="-274320">
              <a:buClr>
                <a:srgbClr val="147BD1"/>
              </a:buClr>
              <a:buFont typeface="Arial" panose="020B0604020202020204" pitchFamily="34" charset="0"/>
              <a:buChar char="●"/>
            </a:pPr>
            <a:r>
              <a:rPr lang="en-US" dirty="0">
                <a:effectLst/>
                <a:ea typeface="Calibri" panose="020F0502020204030204" pitchFamily="34" charset="0"/>
                <a:cs typeface="Times New Roman" panose="02020603050405020304" pitchFamily="18" charset="0"/>
              </a:rPr>
              <a:t>OTA’s and switched-capacitor circuits</a:t>
            </a:r>
          </a:p>
          <a:p>
            <a:pPr marL="365760" indent="-274320">
              <a:buClr>
                <a:srgbClr val="147BD1"/>
              </a:buClr>
              <a:buFont typeface="Arial" panose="020B0604020202020204" pitchFamily="34" charset="0"/>
              <a:buChar char="●"/>
            </a:pPr>
            <a:r>
              <a:rPr lang="en-US" dirty="0">
                <a:effectLst/>
                <a:ea typeface="Calibri" panose="020F0502020204030204" pitchFamily="34" charset="0"/>
                <a:cs typeface="Times New Roman" panose="02020603050405020304" pitchFamily="18" charset="0"/>
              </a:rPr>
              <a:t>Biasing circuits such as bandgap references</a:t>
            </a:r>
          </a:p>
          <a:p>
            <a:pPr marL="365760" indent="-274320">
              <a:buClr>
                <a:srgbClr val="147BD1"/>
              </a:buClr>
              <a:buFont typeface="Arial" panose="020B0604020202020204" pitchFamily="34" charset="0"/>
              <a:buChar char="●"/>
            </a:pPr>
            <a:r>
              <a:rPr lang="en-US" dirty="0">
                <a:effectLst/>
                <a:ea typeface="Calibri" panose="020F0502020204030204" pitchFamily="34" charset="0"/>
                <a:cs typeface="Times New Roman" panose="02020603050405020304" pitchFamily="18" charset="0"/>
              </a:rPr>
              <a:t>Slew rate, comparators, stability, and compensation in amplifier design</a:t>
            </a:r>
          </a:p>
          <a:p>
            <a:pPr marL="365760" indent="-274320">
              <a:buClr>
                <a:srgbClr val="147BD1"/>
              </a:buClr>
              <a:buFont typeface="Arial" panose="020B0604020202020204" pitchFamily="34" charset="0"/>
              <a:buChar char="●"/>
            </a:pPr>
            <a:r>
              <a:rPr lang="en-US" dirty="0">
                <a:ea typeface="Calibri" panose="020F0502020204030204" pitchFamily="34" charset="0"/>
                <a:cs typeface="Times New Roman" panose="02020603050405020304" pitchFamily="18" charset="0"/>
              </a:rPr>
              <a:t>Identifying layout rules, layers, cross-sectional views, etc.</a:t>
            </a:r>
          </a:p>
          <a:p>
            <a:pPr marL="365760" indent="-274320">
              <a:buClr>
                <a:srgbClr val="147BD1"/>
              </a:buClr>
              <a:buFont typeface="Arial" panose="020B0604020202020204" pitchFamily="34" charset="0"/>
              <a:buChar char="●"/>
            </a:pPr>
            <a:r>
              <a:rPr lang="en-US" dirty="0" err="1">
                <a:ea typeface="Calibri" panose="020F0502020204030204" pitchFamily="34" charset="0"/>
                <a:cs typeface="Times New Roman" panose="02020603050405020304" pitchFamily="18" charset="0"/>
              </a:rPr>
              <a:t>Floorplanning</a:t>
            </a:r>
            <a:r>
              <a:rPr lang="en-US" dirty="0">
                <a:ea typeface="Calibri" panose="020F0502020204030204" pitchFamily="34" charset="0"/>
                <a:cs typeface="Times New Roman" panose="02020603050405020304" pitchFamily="18" charset="0"/>
              </a:rPr>
              <a:t> and routing for an analog layout</a:t>
            </a:r>
          </a:p>
          <a:p>
            <a:pPr marL="365760" indent="-274320">
              <a:buClr>
                <a:srgbClr val="147BD1"/>
              </a:buClr>
              <a:buFont typeface="Arial" panose="020B0604020202020204" pitchFamily="34" charset="0"/>
              <a:buChar char="●"/>
            </a:pPr>
            <a:r>
              <a:rPr lang="en-US" dirty="0">
                <a:effectLst/>
                <a:ea typeface="Calibri" panose="020F0502020204030204" pitchFamily="34" charset="0"/>
                <a:cs typeface="Times New Roman" panose="02020603050405020304" pitchFamily="18" charset="0"/>
              </a:rPr>
              <a:t>Layout constraints and physical verification tasks such as DRC and LVS</a:t>
            </a:r>
          </a:p>
          <a:p>
            <a:pPr marL="365760" indent="-274320">
              <a:buClr>
                <a:srgbClr val="147BD1"/>
              </a:buClr>
              <a:buFont typeface="Arial" panose="020B0604020202020204" pitchFamily="34" charset="0"/>
              <a:buChar char="●"/>
            </a:pPr>
            <a:r>
              <a:rPr lang="en-US">
                <a:ea typeface="Calibri" panose="020F0502020204030204" pitchFamily="34" charset="0"/>
                <a:cs typeface="Times New Roman" panose="02020603050405020304" pitchFamily="18" charset="0"/>
              </a:rPr>
              <a:t>Parasitic </a:t>
            </a:r>
            <a:r>
              <a:rPr lang="en-US" dirty="0">
                <a:ea typeface="Calibri" panose="020F0502020204030204" pitchFamily="34" charset="0"/>
                <a:cs typeface="Times New Roman" panose="02020603050405020304" pitchFamily="18" charset="0"/>
              </a:rPr>
              <a:t>extraction and back-annotation </a:t>
            </a:r>
            <a:r>
              <a:rPr lang="en-US">
                <a:ea typeface="Calibri" panose="020F0502020204030204" pitchFamily="34" charset="0"/>
                <a:cs typeface="Times New Roman" panose="02020603050405020304" pitchFamily="18" charset="0"/>
              </a:rPr>
              <a:t>of parasitics</a:t>
            </a:r>
            <a:endParaRPr lang="en-US" dirty="0"/>
          </a:p>
        </p:txBody>
      </p:sp>
      <p:sp>
        <p:nvSpPr>
          <p:cNvPr id="5" name="Title 4"/>
          <p:cNvSpPr>
            <a:spLocks noGrp="1"/>
          </p:cNvSpPr>
          <p:nvPr>
            <p:ph type="title"/>
          </p:nvPr>
        </p:nvSpPr>
        <p:spPr/>
        <p:txBody>
          <a:bodyPr/>
          <a:lstStyle/>
          <a:p>
            <a:r>
              <a:rPr lang="en-US" dirty="0"/>
              <a:t>Summary</a:t>
            </a:r>
          </a:p>
        </p:txBody>
      </p:sp>
      <p:sp>
        <p:nvSpPr>
          <p:cNvPr id="7" name="Footer Placeholder 6">
            <a:extLst>
              <a:ext uri="{FF2B5EF4-FFF2-40B4-BE49-F238E27FC236}">
                <a16:creationId xmlns:a16="http://schemas.microsoft.com/office/drawing/2014/main" id="{681B59C5-800A-4D43-96B8-B3FBD4F8D109}"/>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8" name="Slide Number Placeholder 7">
            <a:extLst>
              <a:ext uri="{FF2B5EF4-FFF2-40B4-BE49-F238E27FC236}">
                <a16:creationId xmlns:a16="http://schemas.microsoft.com/office/drawing/2014/main" id="{E4E0E7FF-7516-4F3D-BDB9-A0F807C79FB7}"/>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pic>
        <p:nvPicPr>
          <p:cNvPr id="4" name="Picture 3" descr="A sign in the dark&#10;&#10;Description automatically generated">
            <a:extLst>
              <a:ext uri="{FF2B5EF4-FFF2-40B4-BE49-F238E27FC236}">
                <a16:creationId xmlns:a16="http://schemas.microsoft.com/office/drawing/2014/main" id="{0E6FC256-3C94-40FF-B53B-27FF37950F6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98894" y="256705"/>
            <a:ext cx="416719" cy="392906"/>
          </a:xfrm>
          <a:prstGeom prst="rect">
            <a:avLst/>
          </a:prstGeom>
        </p:spPr>
      </p:pic>
    </p:spTree>
    <p:custDataLst>
      <p:tags r:id="rId1"/>
    </p:custDataLst>
    <p:extLst>
      <p:ext uri="{BB962C8B-B14F-4D97-AF65-F5344CB8AC3E}">
        <p14:creationId xmlns:p14="http://schemas.microsoft.com/office/powerpoint/2010/main" val="16343869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rmAutofit fontScale="92500" lnSpcReduction="10000"/>
          </a:bodyPr>
          <a:lstStyle/>
          <a:p>
            <a:pPr marL="365760" lvl="1" indent="-274320"/>
            <a:r>
              <a:rPr lang="en-US" b="0" i="0" dirty="0">
                <a:solidFill>
                  <a:srgbClr val="33393D"/>
                </a:solidFill>
                <a:effectLst/>
                <a:latin typeface="Rubik-Light"/>
              </a:rPr>
              <a:t>﻿</a:t>
            </a:r>
            <a:r>
              <a:rPr lang="en-US" b="0" i="0" dirty="0">
                <a:solidFill>
                  <a:srgbClr val="33393D"/>
                </a:solidFill>
                <a:effectLst/>
                <a:hlinkClick r:id="rId4"/>
              </a:rPr>
              <a:t>Semiconductor 101 Training</a:t>
            </a:r>
            <a:endParaRPr lang="en-US" b="0" i="0" dirty="0">
              <a:solidFill>
                <a:srgbClr val="33393D"/>
              </a:solidFill>
              <a:effectLst/>
            </a:endParaRPr>
          </a:p>
          <a:p>
            <a:pPr marL="365760" lvl="1" indent="-274320"/>
            <a:r>
              <a:rPr lang="en-US" dirty="0">
                <a:solidFill>
                  <a:srgbClr val="33393D"/>
                </a:solidFill>
                <a:hlinkClick r:id="rId5"/>
              </a:rPr>
              <a:t>Virtuoso Schematic Editor</a:t>
            </a:r>
            <a:endParaRPr lang="en-US" dirty="0">
              <a:solidFill>
                <a:srgbClr val="33393D"/>
              </a:solidFill>
              <a:hlinkClick r:id=""/>
            </a:endParaRPr>
          </a:p>
          <a:p>
            <a:pPr marL="365760" lvl="1" indent="-274320"/>
            <a:r>
              <a:rPr lang="en-US" dirty="0">
                <a:solidFill>
                  <a:srgbClr val="33393D"/>
                </a:solidFill>
                <a:hlinkClick r:id="rId6"/>
              </a:rPr>
              <a:t>Spectre Simulator Fundamentals S1: Spectre Basics</a:t>
            </a:r>
            <a:endParaRPr lang="en-US" dirty="0">
              <a:solidFill>
                <a:srgbClr val="33393D"/>
              </a:solidFill>
              <a:hlinkClick r:id=""/>
            </a:endParaRPr>
          </a:p>
          <a:p>
            <a:pPr marL="365760" lvl="1" indent="-274320"/>
            <a:r>
              <a:rPr lang="en-US" b="0" i="0" dirty="0">
                <a:solidFill>
                  <a:srgbClr val="33393D"/>
                </a:solidFill>
                <a:effectLst/>
                <a:hlinkClick r:id="rId7"/>
              </a:rPr>
              <a:t>Spectre Simulator Fundamentals S2: Large-Signal Analysis</a:t>
            </a:r>
            <a:endParaRPr lang="en-US" b="0" i="0" dirty="0">
              <a:solidFill>
                <a:srgbClr val="33393D"/>
              </a:solidFill>
              <a:effectLst/>
              <a:hlinkClick r:id=""/>
            </a:endParaRPr>
          </a:p>
          <a:p>
            <a:pPr marL="365760" lvl="1" indent="-274320"/>
            <a:r>
              <a:rPr lang="en-US" dirty="0">
                <a:solidFill>
                  <a:srgbClr val="33393D"/>
                </a:solidFill>
                <a:hlinkClick r:id="rId8"/>
              </a:rPr>
              <a:t>Spectre Simulator Fundamentals S3: Small-Signal Analysis</a:t>
            </a:r>
            <a:endParaRPr lang="en-US" dirty="0">
              <a:solidFill>
                <a:srgbClr val="33393D"/>
              </a:solidFill>
              <a:hlinkClick r:id=""/>
            </a:endParaRPr>
          </a:p>
          <a:p>
            <a:pPr marL="365760" lvl="1" indent="-274320"/>
            <a:r>
              <a:rPr lang="en-US" dirty="0">
                <a:solidFill>
                  <a:srgbClr val="33393D"/>
                </a:solidFill>
                <a:hlinkClick r:id="rId9"/>
              </a:rPr>
              <a:t>Virtuoso ADE Explorer and Assembler S1: ADE Explorer and Single Test Corner Analysis</a:t>
            </a:r>
            <a:endParaRPr lang="en-US" dirty="0">
              <a:solidFill>
                <a:srgbClr val="33393D"/>
              </a:solidFill>
              <a:hlinkClick r:id=""/>
            </a:endParaRPr>
          </a:p>
          <a:p>
            <a:pPr marL="365760" lvl="1" indent="-274320"/>
            <a:r>
              <a:rPr lang="en-US" dirty="0">
                <a:solidFill>
                  <a:srgbClr val="33393D"/>
                </a:solidFill>
                <a:hlinkClick r:id="rId10"/>
              </a:rPr>
              <a:t>Virtuoso ADE Explorer and Assembler S2: ADE Assembler and Multi Test Corner Analysis</a:t>
            </a:r>
            <a:endParaRPr lang="en-US" b="0" i="0" dirty="0">
              <a:solidFill>
                <a:srgbClr val="33393D"/>
              </a:solidFill>
              <a:effectLst/>
              <a:hlinkClick r:id="" action="ppaction://noaction"/>
            </a:endParaRPr>
          </a:p>
          <a:p>
            <a:pPr marL="365760" lvl="1" indent="-274320"/>
            <a:r>
              <a:rPr lang="en-US" b="0" i="0" dirty="0">
                <a:solidFill>
                  <a:srgbClr val="33393D"/>
                </a:solidFill>
                <a:effectLst/>
                <a:hlinkClick r:id="rId11"/>
              </a:rPr>
              <a:t>Virtuoso Layout Pro T1: Environment and Basic Commands</a:t>
            </a:r>
            <a:endParaRPr lang="en-US" b="0" i="0" dirty="0">
              <a:solidFill>
                <a:srgbClr val="33393D"/>
              </a:solidFill>
              <a:effectLst/>
              <a:hlinkClick r:id=""/>
            </a:endParaRPr>
          </a:p>
          <a:p>
            <a:pPr marL="365760" lvl="1" indent="-274320"/>
            <a:r>
              <a:rPr lang="en-US" dirty="0">
                <a:solidFill>
                  <a:srgbClr val="33393D"/>
                </a:solidFill>
                <a:hlinkClick r:id="rId12"/>
              </a:rPr>
              <a:t>Virtuoso Layout Pro T3: Basic Commands</a:t>
            </a:r>
            <a:endParaRPr lang="en-US" dirty="0">
              <a:solidFill>
                <a:srgbClr val="33393D"/>
              </a:solidFill>
              <a:hlinkClick r:id=""/>
            </a:endParaRPr>
          </a:p>
          <a:p>
            <a:pPr marL="365760" lvl="1" indent="-274320"/>
            <a:r>
              <a:rPr lang="en-US" b="0" i="0" dirty="0">
                <a:solidFill>
                  <a:srgbClr val="33393D"/>
                </a:solidFill>
                <a:effectLst/>
                <a:hlinkClick r:id="rId13"/>
              </a:rPr>
              <a:t>Virtuoso Layout Pro T5: Interactive </a:t>
            </a:r>
            <a:r>
              <a:rPr lang="en-US" dirty="0">
                <a:solidFill>
                  <a:srgbClr val="33393D"/>
                </a:solidFill>
                <a:hlinkClick r:id="rId13"/>
              </a:rPr>
              <a:t>Routing</a:t>
            </a:r>
            <a:endParaRPr lang="en-US" dirty="0">
              <a:solidFill>
                <a:srgbClr val="33393D"/>
              </a:solidFill>
              <a:hlinkClick r:id=""/>
            </a:endParaRPr>
          </a:p>
          <a:p>
            <a:pPr marL="365760" lvl="1" indent="-274320"/>
            <a:r>
              <a:rPr lang="en-US" b="0" i="0" dirty="0">
                <a:solidFill>
                  <a:srgbClr val="33393D"/>
                </a:solidFill>
                <a:effectLst/>
                <a:hlinkClick r:id="rId14"/>
              </a:rPr>
              <a:t>Virtuoso Floorplanner</a:t>
            </a:r>
            <a:endParaRPr lang="en-US" b="0" i="0" dirty="0">
              <a:solidFill>
                <a:srgbClr val="33393D"/>
              </a:solidFill>
              <a:effectLst/>
              <a:hlinkClick r:id=""/>
            </a:endParaRPr>
          </a:p>
          <a:p>
            <a:pPr marL="365760" lvl="1" indent="-274320"/>
            <a:r>
              <a:rPr lang="en-US" b="0" i="0" dirty="0">
                <a:solidFill>
                  <a:srgbClr val="33393D"/>
                </a:solidFill>
                <a:effectLst/>
                <a:hlinkClick r:id="rId15"/>
              </a:rPr>
              <a:t>Pegasus Verification System</a:t>
            </a:r>
            <a:endParaRPr lang="en-US" b="0" i="0" dirty="0">
              <a:solidFill>
                <a:srgbClr val="33393D"/>
              </a:solidFill>
              <a:effectLst/>
              <a:hlinkClick r:id=""/>
            </a:endParaRPr>
          </a:p>
          <a:p>
            <a:pPr marL="365760" lvl="1" indent="-274320"/>
            <a:r>
              <a:rPr lang="en-US" b="0" i="0" dirty="0">
                <a:solidFill>
                  <a:srgbClr val="33393D"/>
                </a:solidFill>
                <a:effectLst/>
                <a:hlinkClick r:id="rId16"/>
              </a:rPr>
              <a:t>Quantus Transistor-Level T2: Parasitic Extraction</a:t>
            </a:r>
            <a:endParaRPr lang="en-US" b="0" i="0" dirty="0">
              <a:solidFill>
                <a:srgbClr val="33393D"/>
              </a:solidFill>
              <a:effectLst/>
              <a:hlinkClick r:id=""/>
            </a:endParaRPr>
          </a:p>
          <a:p>
            <a:pPr marL="92710" lvl="1" indent="0">
              <a:buNone/>
            </a:pPr>
            <a:r>
              <a:rPr lang="en-US" i="1" dirty="0"/>
              <a:t>For more detailed online course offerings, please refer to the </a:t>
            </a:r>
            <a:r>
              <a:rPr lang="en-US" i="1" dirty="0">
                <a:hlinkClick r:id="rId17"/>
              </a:rPr>
              <a:t>Learning Map</a:t>
            </a:r>
            <a:endParaRPr lang="en-US" i="1" dirty="0"/>
          </a:p>
          <a:p>
            <a:endParaRPr lang="en-US" dirty="0"/>
          </a:p>
        </p:txBody>
      </p:sp>
      <p:sp>
        <p:nvSpPr>
          <p:cNvPr id="5" name="Title 4"/>
          <p:cNvSpPr>
            <a:spLocks noGrp="1"/>
          </p:cNvSpPr>
          <p:nvPr>
            <p:ph type="title"/>
          </p:nvPr>
        </p:nvSpPr>
        <p:spPr/>
        <p:txBody>
          <a:bodyPr/>
          <a:lstStyle/>
          <a:p>
            <a:r>
              <a:rPr lang="en-US" dirty="0"/>
              <a:t>Datasheet References to Some Related Courses</a:t>
            </a:r>
          </a:p>
        </p:txBody>
      </p:sp>
      <p:pic>
        <p:nvPicPr>
          <p:cNvPr id="4" name="Picture 3" descr="A sign in the dark&#10;&#10;Description automatically generated">
            <a:extLst>
              <a:ext uri="{FF2B5EF4-FFF2-40B4-BE49-F238E27FC236}">
                <a16:creationId xmlns:a16="http://schemas.microsoft.com/office/drawing/2014/main" id="{F605165D-3E76-4530-B37F-FCD7AEAB347E}"/>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1598894" y="256705"/>
            <a:ext cx="416719" cy="392906"/>
          </a:xfrm>
          <a:prstGeom prst="rect">
            <a:avLst/>
          </a:prstGeom>
        </p:spPr>
      </p:pic>
      <p:sp>
        <p:nvSpPr>
          <p:cNvPr id="7" name="Footer Placeholder 6">
            <a:extLst>
              <a:ext uri="{FF2B5EF4-FFF2-40B4-BE49-F238E27FC236}">
                <a16:creationId xmlns:a16="http://schemas.microsoft.com/office/drawing/2014/main" id="{27C2B330-AFDA-4EF7-A9D4-137EA154BAC9}"/>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p>
        </p:txBody>
      </p:sp>
      <p:sp>
        <p:nvSpPr>
          <p:cNvPr id="8" name="Slide Number Placeholder 7">
            <a:extLst>
              <a:ext uri="{FF2B5EF4-FFF2-40B4-BE49-F238E27FC236}">
                <a16:creationId xmlns:a16="http://schemas.microsoft.com/office/drawing/2014/main" id="{978F71D3-EFC5-45D5-A245-727DAE2091B1}"/>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1434094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ES_ASSET_TEMPLATE_NONCONFIDENTIAL (20 APR 18)" val="Vf2rMvCs"/>
  <p:tag name="ARTICULATE_DESIGN_ID_1_ES_ASSET_TEMPLATE_NONCONFIDENTIAL (20 APR 18)" val="PNJQvmOT"/>
  <p:tag name="ARTICULATE_SLIDE_THUMBNAIL_REFRESH" val="1"/>
  <p:tag name="ARTICULATE_DESIGN_ID_FEB_10_2023_CADENCE_ASSET_TEMPLATE" val="e2ZH0HI8"/>
  <p:tag name="ARTICULATE_PROJECT_OPEN" val="0"/>
  <p:tag name="ARTICULATE_SLIDE_COUNT" val="3"/>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ar_8_2021_Cadence_Asset_Template">
  <a:themeElements>
    <a:clrScheme name="Jan_21_2021_Cadence_Asset_Template">
      <a:dk1>
        <a:srgbClr val="000000"/>
      </a:dk1>
      <a:lt1>
        <a:srgbClr val="FFFFFF"/>
      </a:lt1>
      <a:dk2>
        <a:srgbClr val="3C3C3C"/>
      </a:dk2>
      <a:lt2>
        <a:srgbClr val="FFFFFF"/>
      </a:lt2>
      <a:accent1>
        <a:srgbClr val="999999"/>
      </a:accent1>
      <a:accent2>
        <a:srgbClr val="6A6A6A"/>
      </a:accent2>
      <a:accent3>
        <a:srgbClr val="E31837"/>
      </a:accent3>
      <a:accent4>
        <a:srgbClr val="31A7DF"/>
      </a:accent4>
      <a:accent5>
        <a:srgbClr val="09698D"/>
      </a:accent5>
      <a:accent6>
        <a:srgbClr val="8FA836"/>
      </a:accent6>
      <a:hlink>
        <a:srgbClr val="099E9C"/>
      </a:hlink>
      <a:folHlink>
        <a:srgbClr val="9999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S_Lecture_Template_16x9.potm" id="{00810CEE-C5B9-4F59-9DBC-635E49EBB50E}" vid="{B3D5AB97-7FCB-4974-A268-BE87341D8DE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p585ddeb6b764224b4d92140a64bcc9f xmlns="6063bf55-62cc-4e18-a4f5-1c548d42e1ae">
      <Terms xmlns="http://schemas.microsoft.com/office/infopath/2007/PartnerControls">
        <TermInfo xmlns="http://schemas.microsoft.com/office/infopath/2007/PartnerControls">
          <TermName xmlns="http://schemas.microsoft.com/office/infopath/2007/PartnerControls">Powerpoint Presentation</TermName>
          <TermId xmlns="http://schemas.microsoft.com/office/infopath/2007/PartnerControls">7188b83f-cb0c-4b15-811d-75b6487227cd</TermId>
        </TermInfo>
      </Terms>
    </p585ddeb6b764224b4d92140a64bcc9f>
    <Reusable_x003f_ xmlns="6063bf55-62cc-4e18-a4f5-1c548d42e1ae">No</Reusable_x003f_>
    <General_x0020_Notes xmlns="6063bf55-62cc-4e18-a4f5-1c548d42e1ae" xsi:nil="true"/>
    <_dlc_DocId xmlns="6063bf55-62cc-4e18-a4f5-1c548d42e1ae">ESASSET-553612490-222</_dlc_DocId>
    <Hier_x0020_or_x0020_Leaf_x003f_ xmlns="6063bf55-62cc-4e18-a4f5-1c548d42e1ae">L</Hier_x0020_or_x0020_Leaf_x003f_>
    <TaxCatchAll xmlns="14d68cbf-76a2-4ab0-9adb-ade2230d32b0">
      <Value>26</Value>
    </TaxCatchAll>
    <m830d7bba272412385a505fd26f7bfc1 xmlns="6063bf55-62cc-4e18-a4f5-1c548d42e1ae">
      <Terms xmlns="http://schemas.microsoft.com/office/infopath/2007/PartnerControls"/>
    </m830d7bba272412385a505fd26f7bfc1>
    <f8a72136ca0a4564b3582d0554b7c50b xmlns="6063bf55-62cc-4e18-a4f5-1c548d42e1ae">
      <Terms xmlns="http://schemas.microsoft.com/office/infopath/2007/PartnerControls"/>
    </f8a72136ca0a4564b3582d0554b7c50b>
    <Asset_x0020_Owner xmlns="6063bf55-62cc-4e18-a4f5-1c548d42e1ae">
      <UserInfo>
        <DisplayName/>
        <AccountId xsi:nil="true"/>
        <AccountType/>
      </UserInfo>
    </Asset_x0020_Owner>
    <_dlc_DocIdPersistId xmlns="6063bf55-62cc-4e18-a4f5-1c548d42e1ae" xsi:nil="true"/>
    <UF1 xmlns="0f6482d0-b62b-41de-8236-2c037d9e5295" xsi:nil="true"/>
    <Audio_x0020_Required_x003f_ xmlns="0f6482d0-b62b-41de-8236-2c037d9e5295">No</Audio_x0020_Required_x003f_>
    <j23f74415def431c89e643878797dc8c xmlns="6063bf55-62cc-4e18-a4f5-1c548d42e1ae">
      <Terms xmlns="http://schemas.microsoft.com/office/infopath/2007/PartnerControls"/>
    </j23f74415def431c89e643878797dc8c>
    <_dlc_DocIdUrl xmlns="6063bf55-62cc-4e18-a4f5-1c548d42e1ae">
      <Url>https://cadence.sharepoint.com/sites/Assets/_layouts/15/DocIdRedir.aspx?ID=ESASSET-553612490-222</Url>
      <Description>ESASSET-553612490-222</Description>
    </_dlc_DocIdUrl>
    <m1705455b3de4e188e2b22add3f1fe72 xmlns="6063bf55-62cc-4e18-a4f5-1c548d42e1ae">
      <Terms xmlns="http://schemas.microsoft.com/office/infopath/2007/PartnerControls"/>
    </m1705455b3de4e188e2b22add3f1fe72>
    <Asset_x0020_Description xmlns="6063bf55-62cc-4e18-a4f5-1c548d42e1ae" xsi:nil="true"/>
    <UF2 xmlns="0f6482d0-b62b-41de-8236-2c037d9e5295" xsi:nil="true"/>
    <ModuleNumber xmlns="6063bf55-62cc-4e18-a4f5-1c548d42e1ae" xsi:nil="true"/>
    <_Flow_SignoffStatus xmlns="c126b078-222a-4ade-8850-d9217854b2a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Course Conclusion" ma:contentTypeID="0x0101003C695641478B704DB882BA74266B44F52200AF4A99E43D62FF4C98BBA4928886DE87" ma:contentTypeVersion="1936" ma:contentTypeDescription="Summary/conclusion for a course." ma:contentTypeScope="" ma:versionID="e509e63488a73c982a871e7e6811602b">
  <xsd:schema xmlns:xsd="http://www.w3.org/2001/XMLSchema" xmlns:xs="http://www.w3.org/2001/XMLSchema" xmlns:p="http://schemas.microsoft.com/office/2006/metadata/properties" xmlns:ns2="6063bf55-62cc-4e18-a4f5-1c548d42e1ae" xmlns:ns3="0f6482d0-b62b-41de-8236-2c037d9e5295" xmlns:ns4="14d68cbf-76a2-4ab0-9adb-ade2230d32b0" xmlns:ns5="c126b078-222a-4ade-8850-d9217854b2ac" targetNamespace="http://schemas.microsoft.com/office/2006/metadata/properties" ma:root="true" ma:fieldsID="64574d6eaf58828302e7dbabd642f931" ns2:_="" ns3:_="" ns4:_="" ns5:_="">
    <xsd:import namespace="6063bf55-62cc-4e18-a4f5-1c548d42e1ae"/>
    <xsd:import namespace="0f6482d0-b62b-41de-8236-2c037d9e5295"/>
    <xsd:import namespace="14d68cbf-76a2-4ab0-9adb-ade2230d32b0"/>
    <xsd:import namespace="c126b078-222a-4ade-8850-d9217854b2ac"/>
    <xsd:element name="properties">
      <xsd:complexType>
        <xsd:sequence>
          <xsd:element name="documentManagement">
            <xsd:complexType>
              <xsd:all>
                <xsd:element ref="ns2:Asset_x0020_Owner" minOccurs="0"/>
                <xsd:element ref="ns2:Asset_x0020_Description" minOccurs="0"/>
                <xsd:element ref="ns2:General_x0020_Notes" minOccurs="0"/>
                <xsd:element ref="ns2:Reusable_x003f_" minOccurs="0"/>
                <xsd:element ref="ns2:ModuleNumber" minOccurs="0"/>
                <xsd:element ref="ns3:UF1" minOccurs="0"/>
                <xsd:element ref="ns3:UF2" minOccurs="0"/>
                <xsd:element ref="ns2:m1705455b3de4e188e2b22add3f1fe72" minOccurs="0"/>
                <xsd:element ref="ns2:_dlc_DocId" minOccurs="0"/>
                <xsd:element ref="ns2:_dlc_DocIdUrl" minOccurs="0"/>
                <xsd:element ref="ns2:p585ddeb6b764224b4d92140a64bcc9f" minOccurs="0"/>
                <xsd:element ref="ns2:_dlc_DocIdPersistId" minOccurs="0"/>
                <xsd:element ref="ns2:m830d7bba272412385a505fd26f7bfc1" minOccurs="0"/>
                <xsd:element ref="ns4:TaxCatchAll" minOccurs="0"/>
                <xsd:element ref="ns2:Hier_x0020_or_x0020_Leaf_x003f_" minOccurs="0"/>
                <xsd:element ref="ns2:f8a72136ca0a4564b3582d0554b7c50b" minOccurs="0"/>
                <xsd:element ref="ns4:TaxCatchAllLabel" minOccurs="0"/>
                <xsd:element ref="ns2:j23f74415def431c89e643878797dc8c" minOccurs="0"/>
                <xsd:element ref="ns3:Audio_x0020_Required_x003f_" minOccurs="0"/>
                <xsd:element ref="ns5: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63bf55-62cc-4e18-a4f5-1c548d42e1ae" elementFormDefault="qualified">
    <xsd:import namespace="http://schemas.microsoft.com/office/2006/documentManagement/types"/>
    <xsd:import namespace="http://schemas.microsoft.com/office/infopath/2007/PartnerControls"/>
    <xsd:element name="Asset_x0020_Owner" ma:index="2" nillable="true" ma:displayName="Asset Owner" ma:description="Enter the name of the owner of this asset." ma:list="UserInfo" ma:SharePointGroup="0" ma:internalName="Asset_x0020_Owne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sset_x0020_Description" ma:index="4" nillable="true" ma:displayName="Asset Description" ma:description="Describe the asset in terms of someone looking for content would understand." ma:internalName="Asset_x0020_Description" ma:readOnly="false">
      <xsd:simpleType>
        <xsd:restriction base="dms:Note"/>
      </xsd:simpleType>
    </xsd:element>
    <xsd:element name="General_x0020_Notes" ma:index="5" nillable="true" ma:displayName="General Notes" ma:description="Enter any general notes - could be, for instance, instructions for editing regarding module integration or course build." ma:internalName="General_x0020_Notes" ma:readOnly="false">
      <xsd:simpleType>
        <xsd:restriction base="dms:Note"/>
      </xsd:simpleType>
    </xsd:element>
    <xsd:element name="Reusable_x003f_" ma:index="6" nillable="true" ma:displayName="Reusable?" ma:default="No" ma:description="Indicate if this asset is reusable." ma:format="RadioButtons" ma:internalName="Reusable_x003F_" ma:readOnly="false">
      <xsd:simpleType>
        <xsd:restriction base="dms:Choice">
          <xsd:enumeration value="No"/>
          <xsd:enumeration value="Yes"/>
        </xsd:restriction>
      </xsd:simpleType>
    </xsd:element>
    <xsd:element name="ModuleNumber" ma:index="9" nillable="true" ma:displayName="Module Number" ma:description="Customer training course module number. Numeric for normal modules, alpha for appendices. Consider using two digits for module number (01, 02, etc.) as this will help with sorting content in module sequence." ma:internalName="ModuleNumber" ma:readOnly="false">
      <xsd:simpleType>
        <xsd:restriction base="dms:Text">
          <xsd:maxLength value="255"/>
        </xsd:restriction>
      </xsd:simpleType>
    </xsd:element>
    <xsd:element name="m1705455b3de4e188e2b22add3f1fe72" ma:index="17" nillable="true" ma:taxonomy="true" ma:internalName="m1705455b3de4e188e2b22add3f1fe72" ma:taxonomyFieldName="ProductAndVersion" ma:displayName="Product and Version" ma:readOnly="false" ma:fieldId="{61705455-b3de-4e18-8e2b-22add3f1fe72}" ma:taxonomyMulti="true" ma:sspId="08598ab3-f258-400c-894e-c8866d512870" ma:termSetId="7d46f67b-2e8c-4cd5-9af8-b2f0d09abbe3" ma:anchorId="00000000-0000-0000-0000-000000000000" ma:open="true" ma:isKeyword="false">
      <xsd:complexType>
        <xsd:sequence>
          <xsd:element ref="pc:Terms" minOccurs="0" maxOccurs="1"/>
        </xsd:sequence>
      </xsd:complexType>
    </xsd:element>
    <xsd:element name="_dlc_DocId" ma:index="19" nillable="true" ma:displayName="Document ID Value" ma:description="The value of the document ID assigned to this item." ma:internalName="_dlc_DocId" ma:readOnly="true">
      <xsd:simpleType>
        <xsd:restriction base="dms:Text"/>
      </xsd:simpleType>
    </xsd:element>
    <xsd:element name="_dlc_DocIdUrl" ma:index="20"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p585ddeb6b764224b4d92140a64bcc9f" ma:index="21" nillable="true" ma:taxonomy="true" ma:internalName="p585ddeb6b764224b4d92140a64bcc9f" ma:taxonomyFieldName="Asset_x0020_Output_x0020_Format" ma:displayName="Asset Output Format" ma:readOnly="false" ma:default="" ma:fieldId="{9585ddeb-6b76-4224-b4d9-2140a64bcc9f}" ma:sspId="08598ab3-f258-400c-894e-c8866d512870" ma:termSetId="effae36b-4a14-4b37-aacb-367bb78a0c78" ma:anchorId="00000000-0000-0000-0000-000000000000" ma:open="true" ma:isKeyword="false">
      <xsd:complexType>
        <xsd:sequence>
          <xsd:element ref="pc:Terms" minOccurs="0" maxOccurs="1"/>
        </xsd:sequence>
      </xsd:complexType>
    </xsd:element>
    <xsd:element name="_dlc_DocIdPersistId" ma:index="22" nillable="true" ma:displayName="Persist ID" ma:description="Keep ID on add." ma:hidden="true" ma:internalName="_dlc_DocIdPersistId" ma:readOnly="false">
      <xsd:simpleType>
        <xsd:restriction base="dms:Boolean"/>
      </xsd:simpleType>
    </xsd:element>
    <xsd:element name="m830d7bba272412385a505fd26f7bfc1" ma:index="23" nillable="true" ma:taxonomy="true" ma:internalName="m830d7bba272412385a505fd26f7bfc1" ma:taxonomyFieldName="Technology" ma:displayName="Technology" ma:readOnly="false" ma:fieldId="{6830d7bb-a272-4123-85a5-05fd26f7bfc1}" ma:sspId="08598ab3-f258-400c-894e-c8866d512870" ma:termSetId="26ca8745-9558-4d05-bda2-4882905a1dae" ma:anchorId="00000000-0000-0000-0000-000000000000" ma:open="true" ma:isKeyword="false">
      <xsd:complexType>
        <xsd:sequence>
          <xsd:element ref="pc:Terms" minOccurs="0" maxOccurs="1"/>
        </xsd:sequence>
      </xsd:complexType>
    </xsd:element>
    <xsd:element name="Hier_x0020_or_x0020_Leaf_x003f_" ma:index="25" nillable="true" ma:displayName="Hier or Leaf?" ma:default="L" ma:description="Internal use field which indicates if an asset is a hierarchical asset (H) or a leaf asset (L)." ma:hidden="true" ma:internalName="Hier_x0020_or_x0020_Leaf_x003F_" ma:readOnly="false">
      <xsd:simpleType>
        <xsd:restriction base="dms:Text">
          <xsd:maxLength value="255"/>
        </xsd:restriction>
      </xsd:simpleType>
    </xsd:element>
    <xsd:element name="f8a72136ca0a4564b3582d0554b7c50b" ma:index="26" nillable="true" ma:taxonomy="true" ma:internalName="f8a72136ca0a4564b3582d0554b7c50b" ma:taxonomyFieldName="CustomerTrainingCourseAndVersion" ma:displayName="Customer Training Course and Version" ma:readOnly="false" ma:fieldId="{f8a72136-ca0a-4564-b358-2d0554b7c50b}" ma:taxonomyMulti="true" ma:sspId="08598ab3-f258-400c-894e-c8866d512870" ma:termSetId="c2a02966-a4fa-4a2e-91f6-55efe562f38d" ma:anchorId="00000000-0000-0000-0000-000000000000" ma:open="true" ma:isKeyword="false">
      <xsd:complexType>
        <xsd:sequence>
          <xsd:element ref="pc:Terms" minOccurs="0" maxOccurs="1"/>
        </xsd:sequence>
      </xsd:complexType>
    </xsd:element>
    <xsd:element name="j23f74415def431c89e643878797dc8c" ma:index="28" nillable="true" ma:taxonomy="true" ma:internalName="j23f74415def431c89e643878797dc8c" ma:taxonomyFieldName="CourseAbbreviation" ma:displayName="Course Abbreviation" ma:readOnly="false" ma:fieldId="{323f7441-5def-431c-89e6-43878797dc8c}" ma:sspId="08598ab3-f258-400c-894e-c8866d512870" ma:termSetId="05c7419e-6bf2-4634-a0d4-cc5ca18faf17"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f6482d0-b62b-41de-8236-2c037d9e5295" elementFormDefault="qualified">
    <xsd:import namespace="http://schemas.microsoft.com/office/2006/documentManagement/types"/>
    <xsd:import namespace="http://schemas.microsoft.com/office/infopath/2007/PartnerControls"/>
    <xsd:element name="UF1" ma:index="12" nillable="true" ma:displayName="UF1" ma:description="This is a numerical user definable field - users can use this field any way they want (perhaps for sorting content)." ma:internalName="_x0055_F1" ma:readOnly="false" ma:percentage="FALSE">
      <xsd:simpleType>
        <xsd:restriction base="dms:Number"/>
      </xsd:simpleType>
    </xsd:element>
    <xsd:element name="UF2" ma:index="13" nillable="true" ma:displayName="UF2" ma:description="This is a textual user definable field - users can use this field any way they want. Note that this field is filterable." ma:internalName="_x0055_F2" ma:readOnly="false">
      <xsd:simpleType>
        <xsd:restriction base="dms:Text">
          <xsd:maxLength value="255"/>
        </xsd:restriction>
      </xsd:simpleType>
    </xsd:element>
    <xsd:element name="Audio_x0020_Required_x003f_" ma:index="31" nillable="true" ma:displayName="Audio Required?" ma:default="Yes" ma:description="Indicates if the asset requires audio." ma:format="RadioButtons" ma:hidden="true" ma:internalName="Audio_x0020_Required_x003f_" ma:readOnly="false">
      <xsd:simpleType>
        <xsd:restriction base="dms:Choice">
          <xsd:enumeration value="Yes"/>
          <xsd:enumeration value="No"/>
          <xsd:enumeration value="NA"/>
        </xsd:restriction>
      </xsd:simpleType>
    </xsd:element>
  </xsd:schema>
  <xsd:schema xmlns:xsd="http://www.w3.org/2001/XMLSchema" xmlns:xs="http://www.w3.org/2001/XMLSchema" xmlns:dms="http://schemas.microsoft.com/office/2006/documentManagement/types" xmlns:pc="http://schemas.microsoft.com/office/infopath/2007/PartnerControls" targetNamespace="14d68cbf-76a2-4ab0-9adb-ade2230d32b0"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4b58b398-ffee-4856-ada6-6a41a424875a}" ma:internalName="TaxCatchAll" ma:readOnly="false" ma:showField="CatchAllData" ma:web="6063bf55-62cc-4e18-a4f5-1c548d42e1ae">
      <xsd:complexType>
        <xsd:complexContent>
          <xsd:extension base="dms:MultiChoiceLookup">
            <xsd:sequence>
              <xsd:element name="Value" type="dms:Lookup" maxOccurs="unbounded" minOccurs="0" nillable="true"/>
            </xsd:sequence>
          </xsd:extension>
        </xsd:complexContent>
      </xsd:complexType>
    </xsd:element>
    <xsd:element name="TaxCatchAllLabel" ma:index="27" nillable="true" ma:displayName="Taxonomy Catch All Column1" ma:hidden="true" ma:list="{4b58b398-ffee-4856-ada6-6a41a424875a}" ma:internalName="TaxCatchAllLabel" ma:readOnly="true" ma:showField="CatchAllDataLabel" ma:web="6063bf55-62cc-4e18-a4f5-1c548d42e1a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126b078-222a-4ade-8850-d9217854b2ac" elementFormDefault="qualified">
    <xsd:import namespace="http://schemas.microsoft.com/office/2006/documentManagement/types"/>
    <xsd:import namespace="http://schemas.microsoft.com/office/infopath/2007/PartnerControls"/>
    <xsd:element name="_Flow_SignoffStatus" ma:index="32" nillable="true" ma:displayName="Sign-off status" ma:internalName="Sign_x002d_off_x0020_status">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30" ma:displayName="Content Type"/>
        <xsd:element ref="dc:title" minOccurs="0" maxOccurs="1" ma:index="3" ma:displayName="Asset 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457526-774F-4B1C-82E8-8CACCE019170}">
  <ds:schemaRefs>
    <ds:schemaRef ds:uri="6063bf55-62cc-4e18-a4f5-1c548d42e1ae"/>
    <ds:schemaRef ds:uri="http://schemas.microsoft.com/office/2006/documentManagement/types"/>
    <ds:schemaRef ds:uri="http://purl.org/dc/terms/"/>
    <ds:schemaRef ds:uri="http://purl.org/dc/elements/1.1/"/>
    <ds:schemaRef ds:uri="http://purl.org/dc/dcmitype/"/>
    <ds:schemaRef ds:uri="c126b078-222a-4ade-8850-d9217854b2ac"/>
    <ds:schemaRef ds:uri="http://schemas.openxmlformats.org/package/2006/metadata/core-properties"/>
    <ds:schemaRef ds:uri="http://schemas.microsoft.com/office/2006/metadata/properties"/>
    <ds:schemaRef ds:uri="0f6482d0-b62b-41de-8236-2c037d9e5295"/>
    <ds:schemaRef ds:uri="http://schemas.microsoft.com/office/infopath/2007/PartnerControls"/>
    <ds:schemaRef ds:uri="14d68cbf-76a2-4ab0-9adb-ade2230d32b0"/>
    <ds:schemaRef ds:uri="http://www.w3.org/XML/1998/namespace"/>
  </ds:schemaRefs>
</ds:datastoreItem>
</file>

<file path=customXml/itemProps2.xml><?xml version="1.0" encoding="utf-8"?>
<ds:datastoreItem xmlns:ds="http://schemas.openxmlformats.org/officeDocument/2006/customXml" ds:itemID="{0D58BCBE-F160-41BA-BFE9-9FACA3DF1F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063bf55-62cc-4e18-a4f5-1c548d42e1ae"/>
    <ds:schemaRef ds:uri="0f6482d0-b62b-41de-8236-2c037d9e5295"/>
    <ds:schemaRef ds:uri="14d68cbf-76a2-4ab0-9adb-ade2230d32b0"/>
    <ds:schemaRef ds:uri="c126b078-222a-4ade-8850-d9217854b2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59178BB-0A07-482E-B0E6-337DEE74387F}">
  <ds:schemaRefs>
    <ds:schemaRef ds:uri="http://schemas.microsoft.com/sharepoint/events"/>
  </ds:schemaRefs>
</ds:datastoreItem>
</file>

<file path=customXml/itemProps4.xml><?xml version="1.0" encoding="utf-8"?>
<ds:datastoreItem xmlns:ds="http://schemas.openxmlformats.org/officeDocument/2006/customXml" ds:itemID="{7DF1C15E-DACC-43BC-AADA-CC5FD77B5A0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Cadence_16x9_NonConfidential_Template_2017_v01</Template>
  <TotalTime>0</TotalTime>
  <Words>295</Words>
  <Application>Microsoft Office PowerPoint</Application>
  <PresentationFormat>Widescreen</PresentationFormat>
  <Paragraphs>44</Paragraphs>
  <Slides>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Calibri</vt:lpstr>
      <vt:lpstr>Courier New</vt:lpstr>
      <vt:lpstr>Rubik-Light</vt:lpstr>
      <vt:lpstr>Times New Roman</vt:lpstr>
      <vt:lpstr>Wingdings</vt:lpstr>
      <vt:lpstr>Mar_8_2021_Cadence_Asset_Template</vt:lpstr>
      <vt:lpstr>Course Conclusions</vt:lpstr>
      <vt:lpstr>Summary</vt:lpstr>
      <vt:lpstr>Datasheet References to Some Related Courses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2020-10-15T23:43:06Z</dcterms:created>
  <dcterms:modified xsi:type="dcterms:W3CDTF">2024-12-10T16:45:08Z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 Version">
    <vt:lpwstr>4.3 2023.03.15</vt:lpwstr>
  </property>
  <property fmtid="{D5CDD505-2E9C-101B-9397-08002B2CF9AE}" pid="3" name="CustomerTrainingCourseAndVersion">
    <vt:lpwstr/>
  </property>
  <property fmtid="{D5CDD505-2E9C-101B-9397-08002B2CF9AE}" pid="4" name="Technology">
    <vt:lpwstr/>
  </property>
  <property fmtid="{D5CDD505-2E9C-101B-9397-08002B2CF9AE}" pid="5" name="Asset Output Format">
    <vt:lpwstr>26;#Powerpoint Presentation|7188b83f-cb0c-4b15-811d-75b6487227cd</vt:lpwstr>
  </property>
  <property fmtid="{D5CDD505-2E9C-101B-9397-08002B2CF9AE}" pid="6" name="ContentTypeId">
    <vt:lpwstr>0x0101003C695641478B704DB882BA74266B44F52200AF4A99E43D62FF4C98BBA4928886DE87</vt:lpwstr>
  </property>
  <property fmtid="{D5CDD505-2E9C-101B-9397-08002B2CF9AE}" pid="7" name="ProductAndVersion">
    <vt:lpwstr/>
  </property>
  <property fmtid="{D5CDD505-2E9C-101B-9397-08002B2CF9AE}" pid="8" name="CourseAbbreviation">
    <vt:lpwstr/>
  </property>
  <property fmtid="{D5CDD505-2E9C-101B-9397-08002B2CF9AE}" pid="9" name="Audio Required?">
    <vt:lpwstr>No</vt:lpwstr>
  </property>
  <property fmtid="{D5CDD505-2E9C-101B-9397-08002B2CF9AE}" pid="10" name="ArticulateGUID">
    <vt:lpwstr>71FBAB43-0C11-4FDE-A2BC-9E2FDC10E88D</vt:lpwstr>
  </property>
  <property fmtid="{D5CDD505-2E9C-101B-9397-08002B2CF9AE}" pid="11" name="ArticulatePath">
    <vt:lpwstr>https://cadence-my.sharepoint.com/personal/anthonys_global_cadence_com/Documents/Management/2024/Academic Network/Analog IC Design Implementation and Verification/Lectures and Labs/Course Conclusions/AnalogICDesignLayoutVerification_Curriculum_Conclusion</vt:lpwstr>
  </property>
</Properties>
</file>