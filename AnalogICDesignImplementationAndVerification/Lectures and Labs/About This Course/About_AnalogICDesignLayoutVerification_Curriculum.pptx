
<file path=[Content_Types].xml><?xml version="1.0" encoding="utf-8"?>
<Types xmlns="http://schemas.openxmlformats.org/package/2006/content-types">
  <Default Extension="emf" ContentType="image/x-emf"/>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notesSlides/notesSlide1.xml" ContentType="application/vnd.openxmlformats-officedocument.presentationml.notesSlide+xml"/>
  <Override PartName="/ppt/tags/tag34.xml" ContentType="application/vnd.openxmlformats-officedocument.presentationml.tags+xml"/>
  <Override PartName="/ppt/notesSlides/notesSlide2.xml" ContentType="application/vnd.openxmlformats-officedocument.presentationml.notesSlide+xml"/>
  <Override PartName="/ppt/tags/tag35.xml" ContentType="application/vnd.openxmlformats-officedocument.presentationml.tags+xml"/>
  <Override PartName="/ppt/notesSlides/notesSlide3.xml" ContentType="application/vnd.openxmlformats-officedocument.presentationml.notesSlide+xml"/>
  <Override PartName="/ppt/tags/tag36.xml" ContentType="application/vnd.openxmlformats-officedocument.presentationml.tags+xml"/>
  <Override PartName="/ppt/notesSlides/notesSlide4.xml" ContentType="application/vnd.openxmlformats-officedocument.presentationml.notesSlide+xml"/>
  <Override PartName="/ppt/tags/tag37.xml" ContentType="application/vnd.openxmlformats-officedocument.presentationml.tags+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4238" r:id="rId5"/>
  </p:sldMasterIdLst>
  <p:notesMasterIdLst>
    <p:notesMasterId r:id="rId11"/>
  </p:notesMasterIdLst>
  <p:handoutMasterIdLst>
    <p:handoutMasterId r:id="rId12"/>
  </p:handoutMasterIdLst>
  <p:sldIdLst>
    <p:sldId id="757" r:id="rId6"/>
    <p:sldId id="630" r:id="rId7"/>
    <p:sldId id="759" r:id="rId8"/>
    <p:sldId id="632" r:id="rId9"/>
    <p:sldId id="758" r:id="rId10"/>
  </p:sldIdLst>
  <p:sldSz cx="12192000" cy="6858000"/>
  <p:notesSz cx="6858000" cy="9144000"/>
  <p:custDataLst>
    <p:tags r:id="rId1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out This Course" id="{92E674D4-0974-429B-ADE1-F4766CC2D39E}">
          <p14:sldIdLst>
            <p14:sldId id="757"/>
            <p14:sldId id="630"/>
            <p14:sldId id="759"/>
            <p14:sldId id="632"/>
            <p14:sldId id="758"/>
          </p14:sldIdLst>
        </p14:section>
      </p14:sectionLst>
    </p:ex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17"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CCD3"/>
    <a:srgbClr val="61CF5C"/>
    <a:srgbClr val="333333"/>
    <a:srgbClr val="E6E7E8"/>
    <a:srgbClr val="999999"/>
    <a:srgbClr val="147BD1"/>
    <a:srgbClr val="FF8200"/>
    <a:srgbClr val="CE0058"/>
    <a:srgbClr val="FA8F1C"/>
    <a:srgbClr val="099E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5FC7DA-B8E4-468C-973A-2DE1ACBB0364}" v="15" dt="2024-12-10T17:48:26.270"/>
    <p1510:client id="{404AD752-635F-4D2D-B6A7-38C8428F9209}" v="2" dt="2024-12-10T10:01:43.1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33" autoAdjust="0"/>
    <p:restoredTop sz="88731" autoAdjust="0"/>
  </p:normalViewPr>
  <p:slideViewPr>
    <p:cSldViewPr snapToGrid="0" showGuides="1">
      <p:cViewPr varScale="1">
        <p:scale>
          <a:sx n="100" d="100"/>
          <a:sy n="100" d="100"/>
        </p:scale>
        <p:origin x="672" y="96"/>
      </p:cViewPr>
      <p:guideLst>
        <p:guide orient="horz" pos="2184"/>
        <p:guide pos="3840"/>
      </p:guideLst>
    </p:cSldViewPr>
  </p:slideViewPr>
  <p:outlineViewPr>
    <p:cViewPr>
      <p:scale>
        <a:sx n="33" d="100"/>
        <a:sy n="33" d="100"/>
      </p:scale>
      <p:origin x="0" y="-2160"/>
    </p:cViewPr>
  </p:outlineViewPr>
  <p:notesTextViewPr>
    <p:cViewPr>
      <p:scale>
        <a:sx n="1" d="1"/>
        <a:sy n="1" d="1"/>
      </p:scale>
      <p:origin x="0" y="0"/>
    </p:cViewPr>
  </p:notesTextViewPr>
  <p:sorterViewPr>
    <p:cViewPr>
      <p:scale>
        <a:sx n="66" d="100"/>
        <a:sy n="66" d="100"/>
      </p:scale>
      <p:origin x="0" y="0"/>
    </p:cViewPr>
  </p:sorterViewPr>
  <p:notesViewPr>
    <p:cSldViewPr snapToGrid="0" showGuides="1">
      <p:cViewPr>
        <p:scale>
          <a:sx n="125" d="100"/>
          <a:sy n="125" d="100"/>
        </p:scale>
        <p:origin x="522"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ags" Target="tags/tag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handoutMaster" Target="handoutMasters/handout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1.xml"/><Relationship Id="rId15" Type="http://schemas.openxmlformats.org/officeDocument/2006/relationships/presProps" Target="presProps.xml"/><Relationship Id="rId10" Type="http://schemas.openxmlformats.org/officeDocument/2006/relationships/slide" Target="slides/slide5.xml"/><Relationship Id="rId19"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tags" Target="../tags/tag32.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5428713" y="8718965"/>
            <a:ext cx="1234884" cy="226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ooter Placeholder 2">
            <a:extLst>
              <a:ext uri="{FF2B5EF4-FFF2-40B4-BE49-F238E27FC236}">
                <a16:creationId xmlns:a16="http://schemas.microsoft.com/office/drawing/2014/main" id="{16754EE1-9097-4442-BE63-896761507A55}"/>
              </a:ext>
            </a:extLst>
          </p:cNvPr>
          <p:cNvSpPr>
            <a:spLocks noGrp="1"/>
          </p:cNvSpPr>
          <p:nvPr>
            <p:ph type="ftr" sz="quarter" idx="2"/>
          </p:nvPr>
        </p:nvSpPr>
        <p:spPr>
          <a:xfrm>
            <a:off x="449580" y="8761413"/>
            <a:ext cx="3163452" cy="235043"/>
          </a:xfrm>
          <a:prstGeom prst="rect">
            <a:avLst/>
          </a:prstGeom>
          <a:noFill/>
        </p:spPr>
        <p:txBody>
          <a:bodyPr wrap="none" lIns="95610" tIns="47805" rIns="95610" bIns="47805" rtlCol="0">
            <a:spAutoFit/>
          </a:bodyPr>
          <a:lstStyle>
            <a:lvl1pPr algn="l">
              <a:defRPr sz="1200"/>
            </a:lvl1pPr>
          </a:lstStyle>
          <a:p>
            <a:pPr fontAlgn="base">
              <a:spcBef>
                <a:spcPct val="0"/>
              </a:spcBef>
              <a:spcAft>
                <a:spcPct val="0"/>
              </a:spcAft>
            </a:pPr>
            <a:r>
              <a:rPr lang="en-US" sz="900" dirty="0">
                <a:solidFill>
                  <a:schemeClr val="bg1">
                    <a:lumMod val="75000"/>
                  </a:schemeClr>
                </a:solidFill>
                <a:latin typeface="Arial" charset="0"/>
              </a:rPr>
              <a:t>© 2021 Cadence Design Systems, Inc. All rights reserved.</a:t>
            </a:r>
          </a:p>
        </p:txBody>
      </p:sp>
      <p:sp>
        <p:nvSpPr>
          <p:cNvPr id="4" name="Slide Number Placeholder 3">
            <a:extLst>
              <a:ext uri="{FF2B5EF4-FFF2-40B4-BE49-F238E27FC236}">
                <a16:creationId xmlns:a16="http://schemas.microsoft.com/office/drawing/2014/main" id="{3CB7C189-04CC-4BDB-B8FF-2850BE32A24C}"/>
              </a:ext>
            </a:extLst>
          </p:cNvPr>
          <p:cNvSpPr>
            <a:spLocks noGrp="1"/>
          </p:cNvSpPr>
          <p:nvPr>
            <p:ph type="sldNum" sz="quarter" idx="3"/>
          </p:nvPr>
        </p:nvSpPr>
        <p:spPr>
          <a:xfrm>
            <a:off x="105013" y="8761413"/>
            <a:ext cx="327740" cy="235043"/>
          </a:xfrm>
          <a:prstGeom prst="rect">
            <a:avLst/>
          </a:prstGeom>
          <a:noFill/>
        </p:spPr>
        <p:txBody>
          <a:bodyPr wrap="none" lIns="95610" tIns="47805" rIns="95610" bIns="47805" rtlCol="0">
            <a:spAutoFit/>
          </a:bodyPr>
          <a:lstStyle>
            <a:lvl1pPr algn="r">
              <a:defRPr sz="1200"/>
            </a:lvl1pPr>
          </a:lstStyle>
          <a:p>
            <a:fld id="{986F2557-B088-44D4-B74E-5CB948C6DE09}" type="slidenum">
              <a:rPr lang="en-US" sz="900">
                <a:solidFill>
                  <a:schemeClr val="accent3"/>
                </a:solidFill>
              </a:rPr>
              <a:pPr/>
              <a:t>‹#›</a:t>
            </a:fld>
            <a:endParaRPr lang="en-US" sz="900" dirty="0">
              <a:solidFill>
                <a:schemeClr val="accent3"/>
              </a:solidFill>
            </a:endParaRPr>
          </a:p>
        </p:txBody>
      </p:sp>
    </p:spTree>
    <p:custDataLst>
      <p:tags r:id="rId2"/>
    </p:custDataLst>
    <p:extLst>
      <p:ext uri="{BB962C8B-B14F-4D97-AF65-F5344CB8AC3E}">
        <p14:creationId xmlns:p14="http://schemas.microsoft.com/office/powerpoint/2010/main" val="118355638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26845" y="319033"/>
            <a:ext cx="6583680" cy="3703320"/>
          </a:xfrm>
          <a:prstGeom prst="rect">
            <a:avLst/>
          </a:prstGeom>
          <a:noFill/>
          <a:ln w="12700">
            <a:solidFill>
              <a:prstClr val="black"/>
            </a:solidFill>
          </a:ln>
        </p:spPr>
        <p:txBody>
          <a:bodyPr vert="horz" lIns="91440" tIns="45720" rIns="91440" bIns="45720" rtlCol="0" anchor="ctr"/>
          <a:lstStyle/>
          <a:p>
            <a:endParaRPr lang="en-US" dirty="0"/>
          </a:p>
        </p:txBody>
      </p:sp>
      <p:sp>
        <p:nvSpPr>
          <p:cNvPr id="2" name="Slide Number Placeholder 1">
            <a:extLst>
              <a:ext uri="{FF2B5EF4-FFF2-40B4-BE49-F238E27FC236}">
                <a16:creationId xmlns:a16="http://schemas.microsoft.com/office/drawing/2014/main" id="{9A9AC425-8586-4340-B069-DDF6F8E3F5EF}"/>
              </a:ext>
            </a:extLst>
          </p:cNvPr>
          <p:cNvSpPr>
            <a:spLocks noGrp="1"/>
          </p:cNvSpPr>
          <p:nvPr>
            <p:ph type="sldNum" sz="quarter" idx="5"/>
          </p:nvPr>
        </p:nvSpPr>
        <p:spPr>
          <a:xfrm>
            <a:off x="6289901" y="8823960"/>
            <a:ext cx="420624" cy="182880"/>
          </a:xfrm>
          <a:prstGeom prst="rect">
            <a:avLst/>
          </a:prstGeom>
        </p:spPr>
        <p:txBody>
          <a:bodyPr vert="horz" lIns="91440" tIns="45720" rIns="91440" bIns="45720" rtlCol="0" anchor="b"/>
          <a:lstStyle>
            <a:lvl1pPr algn="r">
              <a:defRPr sz="900">
                <a:latin typeface="Times New Roman" panose="02020603050405020304" pitchFamily="18" charset="0"/>
                <a:cs typeface="Times New Roman" panose="02020603050405020304" pitchFamily="18" charset="0"/>
              </a:defRPr>
            </a:lvl1pPr>
          </a:lstStyle>
          <a:p>
            <a:fld id="{293AADAC-C9ED-48A7-BC01-520AD825B313}" type="slidenum">
              <a:rPr lang="en-US" smtClean="0"/>
              <a:pPr/>
              <a:t>‹#›</a:t>
            </a:fld>
            <a:endParaRPr lang="en-US" dirty="0"/>
          </a:p>
        </p:txBody>
      </p:sp>
      <p:sp>
        <p:nvSpPr>
          <p:cNvPr id="3" name="Footer Placeholder 2">
            <a:extLst>
              <a:ext uri="{FF2B5EF4-FFF2-40B4-BE49-F238E27FC236}">
                <a16:creationId xmlns:a16="http://schemas.microsoft.com/office/drawing/2014/main" id="{78A56B5C-A5E8-430E-8A93-EC128B2EC41D}"/>
              </a:ext>
            </a:extLst>
          </p:cNvPr>
          <p:cNvSpPr>
            <a:spLocks noGrp="1"/>
          </p:cNvSpPr>
          <p:nvPr>
            <p:ph type="ftr" sz="quarter" idx="4"/>
          </p:nvPr>
        </p:nvSpPr>
        <p:spPr>
          <a:xfrm>
            <a:off x="128016" y="8823960"/>
            <a:ext cx="3200400" cy="182880"/>
          </a:xfrm>
          <a:prstGeom prst="rect">
            <a:avLst/>
          </a:prstGeom>
        </p:spPr>
        <p:txBody>
          <a:bodyPr vert="horz" lIns="91440" tIns="45720" rIns="91440" bIns="45720" rtlCol="0" anchor="b"/>
          <a:lstStyle>
            <a:lvl1pPr algn="l">
              <a:defRPr sz="900">
                <a:latin typeface="Times New Roman" panose="02020603050405020304" pitchFamily="18" charset="0"/>
                <a:cs typeface="Times New Roman" panose="02020603050405020304" pitchFamily="18" charset="0"/>
              </a:defRPr>
            </a:lvl1pPr>
          </a:lstStyle>
          <a:p>
            <a:r>
              <a:rPr lang="en-US" dirty="0"/>
              <a:t>© Cadence Design Systems, Inc. All rights reserved.</a:t>
            </a:r>
          </a:p>
        </p:txBody>
      </p:sp>
      <p:sp>
        <p:nvSpPr>
          <p:cNvPr id="6" name="Notes Placeholder 5">
            <a:extLst>
              <a:ext uri="{FF2B5EF4-FFF2-40B4-BE49-F238E27FC236}">
                <a16:creationId xmlns:a16="http://schemas.microsoft.com/office/drawing/2014/main" id="{6345347B-862D-44C2-AE55-6130629DD69D}"/>
              </a:ext>
            </a:extLst>
          </p:cNvPr>
          <p:cNvSpPr>
            <a:spLocks noGrp="1"/>
          </p:cNvSpPr>
          <p:nvPr>
            <p:ph type="body" sz="quarter" idx="3"/>
          </p:nvPr>
        </p:nvSpPr>
        <p:spPr>
          <a:xfrm>
            <a:off x="128016" y="4224528"/>
            <a:ext cx="6583680" cy="443484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51570949"/>
      </p:ext>
    </p:extLst>
  </p:cSld>
  <p:clrMap bg1="lt1" tx1="dk1" bg2="lt2" tx2="dk2" accent1="accent1" accent2="accent2" accent3="accent3" accent4="accent4" accent5="accent5" accent6="accent6" hlink="hlink" folHlink="folHlink"/>
  <p:hf hdr="0" dt="0"/>
  <p:notesStyle>
    <a:lvl1pPr marL="0" marR="0" indent="0" algn="l" defTabSz="914400" rtl="0" eaLnBrk="1" fontAlgn="base" latinLnBrk="0" hangingPunct="1">
      <a:lnSpc>
        <a:spcPct val="100000"/>
      </a:lnSpc>
      <a:spcBef>
        <a:spcPts val="800"/>
      </a:spcBef>
      <a:spcAft>
        <a:spcPct val="0"/>
      </a:spcAft>
      <a:buClrTx/>
      <a:buSzTx/>
      <a:buFont typeface="Arial" pitchFamily="34" charset="0"/>
      <a:buNone/>
      <a:tabLst/>
      <a:defRPr sz="1200" kern="1200">
        <a:solidFill>
          <a:schemeClr val="tx1"/>
        </a:solidFill>
        <a:latin typeface="Times New Roman" panose="02020603050405020304" pitchFamily="18" charset="0"/>
        <a:ea typeface="+mn-ea"/>
        <a:cs typeface="Times New Roman" panose="02020603050405020304" pitchFamily="18" charset="0"/>
      </a:defRPr>
    </a:lvl1pPr>
    <a:lvl2pPr marL="233363" marR="0" indent="-122238" algn="l" defTabSz="914400" rtl="0" eaLnBrk="1" fontAlgn="base" latinLnBrk="0" hangingPunct="1">
      <a:lnSpc>
        <a:spcPct val="100000"/>
      </a:lnSpc>
      <a:spcBef>
        <a:spcPts val="400"/>
      </a:spcBef>
      <a:spcAft>
        <a:spcPct val="0"/>
      </a:spcAft>
      <a:buClrTx/>
      <a:buSzTx/>
      <a:buFont typeface="Wingdings" panose="05000000000000000000" pitchFamily="2" charset="2"/>
      <a:buChar char="§"/>
      <a:tabLst/>
      <a:defRPr sz="1200" kern="1200">
        <a:solidFill>
          <a:schemeClr val="tx1"/>
        </a:solidFill>
        <a:latin typeface="Times New Roman" panose="02020603050405020304" pitchFamily="18" charset="0"/>
        <a:ea typeface="+mn-ea"/>
        <a:cs typeface="Times New Roman" panose="02020603050405020304" pitchFamily="18" charset="0"/>
      </a:defRPr>
    </a:lvl2pPr>
    <a:lvl3pPr marL="396875" marR="0" indent="-112713"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sz="1200" kern="1200">
        <a:solidFill>
          <a:schemeClr val="tx1"/>
        </a:solidFill>
        <a:latin typeface="Times New Roman" panose="02020603050405020304" pitchFamily="18" charset="0"/>
        <a:ea typeface="+mn-ea"/>
        <a:cs typeface="Times New Roman" panose="02020603050405020304" pitchFamily="18" charset="0"/>
      </a:defRPr>
    </a:lvl3pPr>
    <a:lvl4pPr marL="568325" marR="0" indent="-112713" algn="l" defTabSz="914400" rtl="0" eaLnBrk="1" fontAlgn="base" latinLnBrk="0" hangingPunct="1">
      <a:lnSpc>
        <a:spcPct val="100000"/>
      </a:lnSpc>
      <a:spcBef>
        <a:spcPts val="300"/>
      </a:spcBef>
      <a:spcAft>
        <a:spcPct val="0"/>
      </a:spcAft>
      <a:buClrTx/>
      <a:buSzTx/>
      <a:buFont typeface="Courier New" panose="02070309020205020404" pitchFamily="49" charset="0"/>
      <a:buChar char="o"/>
      <a:tabLst/>
      <a:defRPr sz="1200" kern="1200">
        <a:solidFill>
          <a:schemeClr val="tx1"/>
        </a:solidFill>
        <a:latin typeface="Times New Roman" panose="02020603050405020304" pitchFamily="18" charset="0"/>
        <a:ea typeface="+mn-ea"/>
        <a:cs typeface="Times New Roman" panose="02020603050405020304" pitchFamily="18" charset="0"/>
      </a:defRPr>
    </a:lvl4pPr>
    <a:lvl5pPr marL="740664" marR="0" indent="-109728" algn="l" defTabSz="914400" rtl="0" eaLnBrk="1" fontAlgn="base" latinLnBrk="0" hangingPunct="1">
      <a:lnSpc>
        <a:spcPct val="100000"/>
      </a:lnSpc>
      <a:spcBef>
        <a:spcPts val="300"/>
      </a:spcBef>
      <a:spcAft>
        <a:spcPct val="0"/>
      </a:spcAft>
      <a:buClrTx/>
      <a:buSzTx/>
      <a:buFont typeface="Arial" panose="020B0604020202020204" pitchFamily="34" charset="0"/>
      <a:buChar char="–"/>
      <a:tabLst/>
      <a:defRPr sz="1200" kern="1200">
        <a:solidFill>
          <a:schemeClr val="tx1"/>
        </a:solidFill>
        <a:latin typeface="Times New Roman" panose="02020603050405020304" pitchFamily="18" charset="0"/>
        <a:ea typeface="+mn-ea"/>
        <a:cs typeface="Times New Roman" panose="02020603050405020304"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pPr lvl="0"/>
            <a:r>
              <a:rPr lang="en-US" i="1" dirty="0"/>
              <a:t>Welcome to the Analog IC Design, Implementation, and Verification Curriculum</a:t>
            </a:r>
          </a:p>
        </p:txBody>
      </p:sp>
      <p:sp>
        <p:nvSpPr>
          <p:cNvPr id="5" name="Slide Image Placeholder 4">
            <a:extLst>
              <a:ext uri="{FF2B5EF4-FFF2-40B4-BE49-F238E27FC236}">
                <a16:creationId xmlns:a16="http://schemas.microsoft.com/office/drawing/2014/main" id="{5F43DF5E-9370-4CC3-A962-50A7D1177731}"/>
              </a:ext>
            </a:extLst>
          </p:cNvPr>
          <p:cNvSpPr>
            <a:spLocks noGrp="1" noRot="1" noChangeAspect="1"/>
          </p:cNvSpPr>
          <p:nvPr>
            <p:ph type="sldImg"/>
          </p:nvPr>
        </p:nvSpPr>
        <p:spPr>
          <a:xfrm>
            <a:off x="127000" y="319088"/>
            <a:ext cx="6583363" cy="3703637"/>
          </a:xfrm>
        </p:spPr>
      </p:sp>
      <p:sp>
        <p:nvSpPr>
          <p:cNvPr id="8" name="Footer Placeholder 7">
            <a:extLst>
              <a:ext uri="{FF2B5EF4-FFF2-40B4-BE49-F238E27FC236}">
                <a16:creationId xmlns:a16="http://schemas.microsoft.com/office/drawing/2014/main" id="{D673A756-A59A-4E01-8103-2AFEC54C9E62}"/>
              </a:ext>
            </a:extLst>
          </p:cNvPr>
          <p:cNvSpPr>
            <a:spLocks noGrp="1"/>
          </p:cNvSpPr>
          <p:nvPr>
            <p:ph type="ftr" sz="quarter" idx="4"/>
          </p:nvPr>
        </p:nvSpPr>
        <p:spPr/>
        <p:txBody>
          <a:bodyPr/>
          <a:lstStyle/>
          <a:p>
            <a:r>
              <a:rPr lang="en-US"/>
              <a:t>© Cadence Design Systems, Inc. All rights reserved.</a:t>
            </a:r>
            <a:endParaRPr lang="en-US" dirty="0"/>
          </a:p>
        </p:txBody>
      </p:sp>
      <p:sp>
        <p:nvSpPr>
          <p:cNvPr id="10" name="Slide Number Placeholder 9">
            <a:extLst>
              <a:ext uri="{FF2B5EF4-FFF2-40B4-BE49-F238E27FC236}">
                <a16:creationId xmlns:a16="http://schemas.microsoft.com/office/drawing/2014/main" id="{6D67116D-8882-464C-BFDE-3627906168AF}"/>
              </a:ext>
            </a:extLst>
          </p:cNvPr>
          <p:cNvSpPr>
            <a:spLocks noGrp="1"/>
          </p:cNvSpPr>
          <p:nvPr>
            <p:ph type="sldNum" sz="quarter" idx="5"/>
          </p:nvPr>
        </p:nvSpPr>
        <p:spPr/>
        <p:txBody>
          <a:bodyPr/>
          <a:lstStyle/>
          <a:p>
            <a:fld id="{293AADAC-C9ED-48A7-BC01-520AD825B313}" type="slidenum">
              <a:rPr lang="en-US" smtClean="0"/>
              <a:pPr/>
              <a:t>1</a:t>
            </a:fld>
            <a:endParaRPr lang="en-US" dirty="0"/>
          </a:p>
        </p:txBody>
      </p:sp>
    </p:spTree>
    <p:extLst>
      <p:ext uri="{BB962C8B-B14F-4D97-AF65-F5344CB8AC3E}">
        <p14:creationId xmlns:p14="http://schemas.microsoft.com/office/powerpoint/2010/main" val="3331942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pPr lvl="0"/>
            <a:r>
              <a:rPr lang="en-US" i="0" dirty="0"/>
              <a:t>In this module, we will provide an outline of the course and its contents.</a:t>
            </a:r>
          </a:p>
        </p:txBody>
      </p:sp>
      <p:sp>
        <p:nvSpPr>
          <p:cNvPr id="5" name="Slide Image Placeholder 4">
            <a:extLst>
              <a:ext uri="{FF2B5EF4-FFF2-40B4-BE49-F238E27FC236}">
                <a16:creationId xmlns:a16="http://schemas.microsoft.com/office/drawing/2014/main" id="{85254BE4-8BF5-4DAD-AD6B-D2A1951A3EF1}"/>
              </a:ext>
            </a:extLst>
          </p:cNvPr>
          <p:cNvSpPr>
            <a:spLocks noGrp="1" noRot="1" noChangeAspect="1"/>
          </p:cNvSpPr>
          <p:nvPr>
            <p:ph type="sldImg"/>
          </p:nvPr>
        </p:nvSpPr>
        <p:spPr>
          <a:xfrm>
            <a:off x="127000" y="319088"/>
            <a:ext cx="6583363" cy="3703637"/>
          </a:xfrm>
        </p:spPr>
      </p:sp>
      <p:sp>
        <p:nvSpPr>
          <p:cNvPr id="8" name="Footer Placeholder 7">
            <a:extLst>
              <a:ext uri="{FF2B5EF4-FFF2-40B4-BE49-F238E27FC236}">
                <a16:creationId xmlns:a16="http://schemas.microsoft.com/office/drawing/2014/main" id="{65F62C9B-7497-4A53-AA55-745869C65809}"/>
              </a:ext>
            </a:extLst>
          </p:cNvPr>
          <p:cNvSpPr>
            <a:spLocks noGrp="1"/>
          </p:cNvSpPr>
          <p:nvPr>
            <p:ph type="ftr" sz="quarter" idx="4"/>
          </p:nvPr>
        </p:nvSpPr>
        <p:spPr/>
        <p:txBody>
          <a:bodyPr/>
          <a:lstStyle/>
          <a:p>
            <a:r>
              <a:rPr lang="en-US"/>
              <a:t>© Cadence Design Systems, Inc. All rights reserved.</a:t>
            </a:r>
            <a:endParaRPr lang="en-US" dirty="0"/>
          </a:p>
        </p:txBody>
      </p:sp>
      <p:sp>
        <p:nvSpPr>
          <p:cNvPr id="10" name="Slide Number Placeholder 9">
            <a:extLst>
              <a:ext uri="{FF2B5EF4-FFF2-40B4-BE49-F238E27FC236}">
                <a16:creationId xmlns:a16="http://schemas.microsoft.com/office/drawing/2014/main" id="{9A36D4A9-A527-48B2-91C2-D694EE557DC0}"/>
              </a:ext>
            </a:extLst>
          </p:cNvPr>
          <p:cNvSpPr>
            <a:spLocks noGrp="1"/>
          </p:cNvSpPr>
          <p:nvPr>
            <p:ph type="sldNum" sz="quarter" idx="5"/>
          </p:nvPr>
        </p:nvSpPr>
        <p:spPr/>
        <p:txBody>
          <a:bodyPr/>
          <a:lstStyle/>
          <a:p>
            <a:fld id="{293AADAC-C9ED-48A7-BC01-520AD825B313}" type="slidenum">
              <a:rPr lang="en-US" smtClean="0"/>
              <a:pPr/>
              <a:t>2</a:t>
            </a:fld>
            <a:endParaRPr lang="en-US" dirty="0"/>
          </a:p>
        </p:txBody>
      </p:sp>
    </p:spTree>
    <p:extLst>
      <p:ext uri="{BB962C8B-B14F-4D97-AF65-F5344CB8AC3E}">
        <p14:creationId xmlns:p14="http://schemas.microsoft.com/office/powerpoint/2010/main" val="3763619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pPr lvl="0"/>
            <a:r>
              <a:rPr lang="en-US" i="1" dirty="0"/>
              <a:t>This page does not contain notes.</a:t>
            </a:r>
          </a:p>
        </p:txBody>
      </p:sp>
      <p:sp>
        <p:nvSpPr>
          <p:cNvPr id="5" name="Slide Image Placeholder 4">
            <a:extLst>
              <a:ext uri="{FF2B5EF4-FFF2-40B4-BE49-F238E27FC236}">
                <a16:creationId xmlns:a16="http://schemas.microsoft.com/office/drawing/2014/main" id="{269D66D6-AF99-49A1-9A84-F8AA4095087A}"/>
              </a:ext>
            </a:extLst>
          </p:cNvPr>
          <p:cNvSpPr>
            <a:spLocks noGrp="1" noRot="1" noChangeAspect="1"/>
          </p:cNvSpPr>
          <p:nvPr>
            <p:ph type="sldImg"/>
          </p:nvPr>
        </p:nvSpPr>
        <p:spPr>
          <a:xfrm>
            <a:off x="127000" y="319088"/>
            <a:ext cx="6583363" cy="3703637"/>
          </a:xfrm>
        </p:spPr>
      </p:sp>
      <p:sp>
        <p:nvSpPr>
          <p:cNvPr id="8" name="Footer Placeholder 7">
            <a:extLst>
              <a:ext uri="{FF2B5EF4-FFF2-40B4-BE49-F238E27FC236}">
                <a16:creationId xmlns:a16="http://schemas.microsoft.com/office/drawing/2014/main" id="{AD5C0D13-D2B5-4EF0-98F5-C6B3436F58D1}"/>
              </a:ext>
            </a:extLst>
          </p:cNvPr>
          <p:cNvSpPr>
            <a:spLocks noGrp="1"/>
          </p:cNvSpPr>
          <p:nvPr>
            <p:ph type="ftr" sz="quarter" idx="4"/>
          </p:nvPr>
        </p:nvSpPr>
        <p:spPr/>
        <p:txBody>
          <a:bodyPr/>
          <a:lstStyle/>
          <a:p>
            <a:r>
              <a:rPr lang="en-US"/>
              <a:t>© Cadence Design Systems, Inc. All rights reserved.</a:t>
            </a:r>
            <a:endParaRPr lang="en-US" dirty="0"/>
          </a:p>
        </p:txBody>
      </p:sp>
      <p:sp>
        <p:nvSpPr>
          <p:cNvPr id="10" name="Slide Number Placeholder 9">
            <a:extLst>
              <a:ext uri="{FF2B5EF4-FFF2-40B4-BE49-F238E27FC236}">
                <a16:creationId xmlns:a16="http://schemas.microsoft.com/office/drawing/2014/main" id="{70DEBF8A-AF54-4B63-B85F-B6D6E692084F}"/>
              </a:ext>
            </a:extLst>
          </p:cNvPr>
          <p:cNvSpPr>
            <a:spLocks noGrp="1"/>
          </p:cNvSpPr>
          <p:nvPr>
            <p:ph type="sldNum" sz="quarter" idx="5"/>
          </p:nvPr>
        </p:nvSpPr>
        <p:spPr/>
        <p:txBody>
          <a:bodyPr/>
          <a:lstStyle/>
          <a:p>
            <a:fld id="{293AADAC-C9ED-48A7-BC01-520AD825B313}" type="slidenum">
              <a:rPr lang="en-US" smtClean="0"/>
              <a:pPr/>
              <a:t>3</a:t>
            </a:fld>
            <a:endParaRPr lang="en-US" dirty="0"/>
          </a:p>
        </p:txBody>
      </p:sp>
    </p:spTree>
    <p:extLst>
      <p:ext uri="{BB962C8B-B14F-4D97-AF65-F5344CB8AC3E}">
        <p14:creationId xmlns:p14="http://schemas.microsoft.com/office/powerpoint/2010/main" val="7423018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r>
              <a:rPr lang="en-US" sz="1200" dirty="0">
                <a:solidFill>
                  <a:srgbClr val="000000"/>
                </a:solidFill>
                <a:latin typeface="Arial" panose="020B0604020202020204" pitchFamily="34" charset="0"/>
                <a:ea typeface="Meiryo" panose="020B0604030504040204" pitchFamily="34" charset="-128"/>
                <a:cs typeface="Times New Roman" panose="02020603050405020304" pitchFamily="18" charset="0"/>
              </a:rPr>
              <a:t>We emphasize that students are encouraged to take the listed Cadence online courses and perform the labs to help them understand the material and validate their designs</a:t>
            </a:r>
            <a:endParaRPr lang="en-US" dirty="0">
              <a:solidFill>
                <a:srgbClr val="000000"/>
              </a:solidFill>
              <a:effectLst/>
              <a:latin typeface="Arial" panose="020B0604020202020204" pitchFamily="34" charset="0"/>
              <a:ea typeface="Meiryo" panose="020B0604030504040204" pitchFamily="34" charset="-128"/>
              <a:cs typeface="Times New Roman" panose="02020603050405020304" pitchFamily="18" charset="0"/>
            </a:endParaRPr>
          </a:p>
        </p:txBody>
      </p:sp>
      <p:sp>
        <p:nvSpPr>
          <p:cNvPr id="5" name="Slide Image Placeholder 4">
            <a:extLst>
              <a:ext uri="{FF2B5EF4-FFF2-40B4-BE49-F238E27FC236}">
                <a16:creationId xmlns:a16="http://schemas.microsoft.com/office/drawing/2014/main" id="{269D66D6-AF99-49A1-9A84-F8AA4095087A}"/>
              </a:ext>
            </a:extLst>
          </p:cNvPr>
          <p:cNvSpPr>
            <a:spLocks noGrp="1" noRot="1" noChangeAspect="1"/>
          </p:cNvSpPr>
          <p:nvPr>
            <p:ph type="sldImg"/>
          </p:nvPr>
        </p:nvSpPr>
        <p:spPr>
          <a:xfrm>
            <a:off x="127000" y="319088"/>
            <a:ext cx="6583363" cy="3703637"/>
          </a:xfrm>
        </p:spPr>
      </p:sp>
      <p:sp>
        <p:nvSpPr>
          <p:cNvPr id="8" name="Footer Placeholder 7">
            <a:extLst>
              <a:ext uri="{FF2B5EF4-FFF2-40B4-BE49-F238E27FC236}">
                <a16:creationId xmlns:a16="http://schemas.microsoft.com/office/drawing/2014/main" id="{AD5C0D13-D2B5-4EF0-98F5-C6B3436F58D1}"/>
              </a:ext>
            </a:extLst>
          </p:cNvPr>
          <p:cNvSpPr>
            <a:spLocks noGrp="1"/>
          </p:cNvSpPr>
          <p:nvPr>
            <p:ph type="ftr" sz="quarter" idx="4"/>
          </p:nvPr>
        </p:nvSpPr>
        <p:spPr/>
        <p:txBody>
          <a:bodyPr/>
          <a:lstStyle/>
          <a:p>
            <a:r>
              <a:rPr lang="en-US"/>
              <a:t>© Cadence Design Systems, Inc. All rights reserved.</a:t>
            </a:r>
            <a:endParaRPr lang="en-US" dirty="0"/>
          </a:p>
        </p:txBody>
      </p:sp>
      <p:sp>
        <p:nvSpPr>
          <p:cNvPr id="10" name="Slide Number Placeholder 9">
            <a:extLst>
              <a:ext uri="{FF2B5EF4-FFF2-40B4-BE49-F238E27FC236}">
                <a16:creationId xmlns:a16="http://schemas.microsoft.com/office/drawing/2014/main" id="{70DEBF8A-AF54-4B63-B85F-B6D6E692084F}"/>
              </a:ext>
            </a:extLst>
          </p:cNvPr>
          <p:cNvSpPr>
            <a:spLocks noGrp="1"/>
          </p:cNvSpPr>
          <p:nvPr>
            <p:ph type="sldNum" sz="quarter" idx="5"/>
          </p:nvPr>
        </p:nvSpPr>
        <p:spPr/>
        <p:txBody>
          <a:bodyPr/>
          <a:lstStyle/>
          <a:p>
            <a:fld id="{293AADAC-C9ED-48A7-BC01-520AD825B313}" type="slidenum">
              <a:rPr lang="en-US" smtClean="0"/>
              <a:pPr/>
              <a:t>4</a:t>
            </a:fld>
            <a:endParaRPr lang="en-US" dirty="0"/>
          </a:p>
        </p:txBody>
      </p:sp>
    </p:spTree>
    <p:extLst>
      <p:ext uri="{BB962C8B-B14F-4D97-AF65-F5344CB8AC3E}">
        <p14:creationId xmlns:p14="http://schemas.microsoft.com/office/powerpoint/2010/main" val="1275163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0500" y="381000"/>
            <a:ext cx="6583363" cy="3703638"/>
          </a:xfrm>
        </p:spPr>
      </p:sp>
      <p:sp>
        <p:nvSpPr>
          <p:cNvPr id="3" name="Notes Placeholder 2"/>
          <p:cNvSpPr>
            <a:spLocks noGrp="1" noChangeAspect="1"/>
          </p:cNvSpPr>
          <p:nvPr>
            <p:ph type="body" idx="1"/>
          </p:nvPr>
        </p:nvSpPr>
        <p:spPr>
          <a:xfrm>
            <a:off x="190500" y="4267200"/>
            <a:ext cx="6583680" cy="4434840"/>
          </a:xfrm>
        </p:spPr>
        <p:txBody>
          <a:bodyPr>
            <a:normAutofit/>
          </a:bodyPr>
          <a:lstStyle/>
          <a:p>
            <a:pPr marL="0" marR="0" lvl="0" indent="0" algn="l" defTabSz="914400" rtl="0" eaLnBrk="1" fontAlgn="base" latinLnBrk="0" hangingPunct="1">
              <a:lnSpc>
                <a:spcPct val="100000"/>
              </a:lnSpc>
              <a:spcBef>
                <a:spcPts val="800"/>
              </a:spcBef>
              <a:spcAft>
                <a:spcPct val="0"/>
              </a:spcAft>
              <a:buClrTx/>
              <a:buSzTx/>
              <a:buFont typeface="Arial" pitchFamily="34" charset="0"/>
              <a:buNone/>
              <a:tabLst/>
              <a:defRPr/>
            </a:pPr>
            <a:r>
              <a:rPr lang="en-US" dirty="0"/>
              <a:t>To access the materials, download the </a:t>
            </a:r>
            <a:r>
              <a:rPr lang="en-US" i="1" dirty="0"/>
              <a:t>Analog IC Design Implementation and Verification </a:t>
            </a:r>
            <a:r>
              <a:rPr lang="en-US" dirty="0"/>
              <a:t>zip file, attached to this course.</a:t>
            </a:r>
          </a:p>
          <a:p>
            <a:pPr marL="0" marR="0" lvl="0" indent="0" algn="l" defTabSz="914400" rtl="0" eaLnBrk="1" fontAlgn="base" latinLnBrk="0" hangingPunct="1">
              <a:lnSpc>
                <a:spcPct val="100000"/>
              </a:lnSpc>
              <a:spcBef>
                <a:spcPts val="800"/>
              </a:spcBef>
              <a:spcAft>
                <a:spcPct val="0"/>
              </a:spcAft>
              <a:buClrTx/>
              <a:buSzTx/>
              <a:buFont typeface="Arial" pitchFamily="34" charset="0"/>
              <a:buNone/>
              <a:tabLst/>
              <a:defRPr/>
            </a:pPr>
            <a:r>
              <a:rPr lang="en-US" dirty="0"/>
              <a:t>Once you unzip the file, you will see three items: a folder called Lecture and Labs, a Word document called </a:t>
            </a:r>
            <a:r>
              <a:rPr lang="en-US" dirty="0" err="1"/>
              <a:t>README_syllabus</a:t>
            </a:r>
            <a:r>
              <a:rPr lang="en-US" dirty="0"/>
              <a:t> usage, and a Digital Design and Signoff syllabus spreadsheet. This Excel file details the 16-week curriculum.</a:t>
            </a:r>
          </a:p>
          <a:p>
            <a:pPr marL="0" marR="0" lvl="0" indent="0" algn="l" defTabSz="914400" rtl="0" eaLnBrk="1" fontAlgn="base" latinLnBrk="0" hangingPunct="1">
              <a:lnSpc>
                <a:spcPct val="100000"/>
              </a:lnSpc>
              <a:spcBef>
                <a:spcPts val="800"/>
              </a:spcBef>
              <a:spcAft>
                <a:spcPct val="0"/>
              </a:spcAft>
              <a:buClrTx/>
              <a:buSzTx/>
              <a:buFont typeface="Arial" pitchFamily="34" charset="0"/>
              <a:buNone/>
              <a:tabLst/>
              <a:defRPr/>
            </a:pPr>
            <a:r>
              <a:rPr lang="en-US" dirty="0"/>
              <a:t>If you are a professor or an instructor, please review the </a:t>
            </a:r>
            <a:r>
              <a:rPr lang="en-US" dirty="0" err="1"/>
              <a:t>README_Syllabus</a:t>
            </a:r>
            <a:r>
              <a:rPr lang="en-US" dirty="0"/>
              <a:t> Usage file for guidelines on how to use the materials.</a:t>
            </a:r>
          </a:p>
          <a:p>
            <a:pPr marL="0" marR="0" lvl="0" indent="0" algn="l" defTabSz="914400" rtl="0" eaLnBrk="1" fontAlgn="base" latinLnBrk="0" hangingPunct="1">
              <a:lnSpc>
                <a:spcPct val="100000"/>
              </a:lnSpc>
              <a:spcBef>
                <a:spcPts val="800"/>
              </a:spcBef>
              <a:spcAft>
                <a:spcPct val="0"/>
              </a:spcAft>
              <a:buClrTx/>
              <a:buSzTx/>
              <a:buFont typeface="Arial" pitchFamily="34" charset="0"/>
              <a:buNone/>
              <a:tabLst/>
              <a:defRPr/>
            </a:pPr>
            <a:endParaRPr lang="en-US" dirty="0"/>
          </a:p>
          <a:p>
            <a:endParaRPr lang="en-US" dirty="0"/>
          </a:p>
          <a:p>
            <a:endParaRPr lang="en-US" dirty="0"/>
          </a:p>
        </p:txBody>
      </p:sp>
      <p:sp>
        <p:nvSpPr>
          <p:cNvPr id="6" name="Footer Placeholder 5">
            <a:extLst>
              <a:ext uri="{FF2B5EF4-FFF2-40B4-BE49-F238E27FC236}">
                <a16:creationId xmlns:a16="http://schemas.microsoft.com/office/drawing/2014/main" id="{EAEC07FB-05E7-BB35-7117-A914A5851F30}"/>
              </a:ext>
            </a:extLst>
          </p:cNvPr>
          <p:cNvSpPr>
            <a:spLocks noGrp="1"/>
          </p:cNvSpPr>
          <p:nvPr>
            <p:ph type="ftr" sz="quarter" idx="4"/>
          </p:nvPr>
        </p:nvSpPr>
        <p:spPr/>
        <p:txBody>
          <a:bodyPr/>
          <a:lstStyle/>
          <a:p>
            <a:r>
              <a:rPr lang="en-US"/>
              <a:t>© Cadence Design Systems, Inc. All rights reserved.</a:t>
            </a:r>
            <a:endParaRPr lang="en-US" dirty="0"/>
          </a:p>
        </p:txBody>
      </p:sp>
      <p:sp>
        <p:nvSpPr>
          <p:cNvPr id="7" name="Slide Number Placeholder 6">
            <a:extLst>
              <a:ext uri="{FF2B5EF4-FFF2-40B4-BE49-F238E27FC236}">
                <a16:creationId xmlns:a16="http://schemas.microsoft.com/office/drawing/2014/main" id="{F1A63197-A83D-F4BD-E31E-2873E75325D5}"/>
              </a:ext>
            </a:extLst>
          </p:cNvPr>
          <p:cNvSpPr>
            <a:spLocks noGrp="1"/>
          </p:cNvSpPr>
          <p:nvPr>
            <p:ph type="sldNum" sz="quarter" idx="5"/>
          </p:nvPr>
        </p:nvSpPr>
        <p:spPr/>
        <p:txBody>
          <a:bodyPr/>
          <a:lstStyle/>
          <a:p>
            <a:fld id="{293AADAC-C9ED-48A7-BC01-520AD825B313}" type="slidenum">
              <a:rPr lang="en-US" smtClean="0"/>
              <a:pPr/>
              <a:t>5</a:t>
            </a:fld>
            <a:endParaRPr lang="en-US" dirty="0"/>
          </a:p>
        </p:txBody>
      </p:sp>
    </p:spTree>
    <p:extLst>
      <p:ext uri="{BB962C8B-B14F-4D97-AF65-F5344CB8AC3E}">
        <p14:creationId xmlns:p14="http://schemas.microsoft.com/office/powerpoint/2010/main" val="13348945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31.xml"/><Relationship Id="rId5" Type="http://schemas.openxmlformats.org/officeDocument/2006/relationships/image" Target="../media/image7.png"/><Relationship Id="rId4" Type="http://schemas.openxmlformats.org/officeDocument/2006/relationships/hyperlink" Target="https://www.cadence.com/go/trademarks"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200" y="4114800"/>
            <a:ext cx="10972800" cy="1371600"/>
          </a:xfrm>
          <a:prstGeom prst="rect">
            <a:avLst/>
          </a:prstGeom>
        </p:spPr>
        <p:txBody>
          <a:bodyPr anchor="ctr">
            <a:normAutofit/>
          </a:bodyPr>
          <a:lstStyle>
            <a:lvl1pPr marL="0" indent="0" algn="l">
              <a:defRPr lang="en-US" sz="3600" b="0" kern="1200" dirty="0">
                <a:solidFill>
                  <a:srgbClr val="333333"/>
                </a:solidFill>
                <a:latin typeface="+mj-lt"/>
                <a:ea typeface="+mj-ea"/>
                <a:cs typeface="Arial" panose="020B0604020202020204" pitchFamily="34" charset="0"/>
              </a:defRPr>
            </a:lvl1pPr>
          </a:lstStyle>
          <a:p>
            <a:pPr marL="0" lvl="0" indent="-228600" algn="l" defTabSz="914400" rtl="0" eaLnBrk="1" latinLnBrk="0" hangingPunct="1">
              <a:lnSpc>
                <a:spcPct val="90000"/>
              </a:lnSpc>
              <a:spcBef>
                <a:spcPct val="0"/>
              </a:spcBef>
              <a:buFont typeface="Arial" panose="020B0604020202020204" pitchFamily="34" charset="0"/>
              <a:buNone/>
            </a:pPr>
            <a:r>
              <a:rPr lang="en-US" dirty="0"/>
              <a:t>Click to Enter Title</a:t>
            </a:r>
          </a:p>
        </p:txBody>
      </p:sp>
      <p:sp>
        <p:nvSpPr>
          <p:cNvPr id="3" name="Subtitle 2"/>
          <p:cNvSpPr>
            <a:spLocks noGrp="1"/>
          </p:cNvSpPr>
          <p:nvPr>
            <p:ph type="subTitle" idx="1" hasCustomPrompt="1"/>
          </p:nvPr>
        </p:nvSpPr>
        <p:spPr>
          <a:xfrm>
            <a:off x="1828800" y="5494867"/>
            <a:ext cx="2286000" cy="365760"/>
          </a:xfrm>
          <a:prstGeom prst="rect">
            <a:avLst/>
          </a:prstGeom>
        </p:spPr>
        <p:txBody>
          <a:bodyPr wrap="none" lIns="91440" tIns="91440" rIns="91440" bIns="91440" anchor="ctr">
            <a:noAutofit/>
          </a:bodyPr>
          <a:lstStyle>
            <a:lvl1pPr marL="0" indent="0" algn="l" defTabSz="914400" rtl="0" eaLnBrk="1" latinLnBrk="0" hangingPunct="1">
              <a:lnSpc>
                <a:spcPct val="100000"/>
              </a:lnSpc>
              <a:spcBef>
                <a:spcPts val="0"/>
              </a:spcBef>
              <a:buFontTx/>
              <a:buNone/>
              <a:defRPr lang="en-US" sz="2000" b="0" kern="1200" baseline="0" dirty="0">
                <a:solidFill>
                  <a:srgbClr val="333333"/>
                </a:solidFill>
                <a:latin typeface="+mn-lt"/>
                <a:ea typeface="+mn-ea"/>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X.X</a:t>
            </a:r>
          </a:p>
        </p:txBody>
      </p:sp>
      <p:sp>
        <p:nvSpPr>
          <p:cNvPr id="13" name="Subtitle 2"/>
          <p:cNvSpPr txBox="1">
            <a:spLocks/>
          </p:cNvSpPr>
          <p:nvPr/>
        </p:nvSpPr>
        <p:spPr bwMode="gray">
          <a:xfrm>
            <a:off x="457200" y="6339357"/>
            <a:ext cx="1119575" cy="175098"/>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defPPr>
              <a:defRPr lang="en-US"/>
            </a:defPPr>
            <a:lvl1pPr marR="0" lvl="0" indent="0" fontAlgn="base">
              <a:lnSpc>
                <a:spcPct val="100000"/>
              </a:lnSpc>
              <a:spcBef>
                <a:spcPct val="50000"/>
              </a:spcBef>
              <a:spcAft>
                <a:spcPct val="0"/>
              </a:spcAft>
              <a:buClrTx/>
              <a:buSzTx/>
              <a:buFontTx/>
              <a:buNone/>
              <a:tabLst/>
              <a:defRPr kumimoji="0" sz="1000" b="1" i="0" u="none" strike="noStrike" kern="0" cap="none" spc="0" normalizeH="0" baseline="0">
                <a:ln>
                  <a:noFill/>
                </a:ln>
                <a:solidFill>
                  <a:srgbClr val="333333"/>
                </a:solidFill>
                <a:effectLst/>
                <a:uLnTx/>
                <a:uFillTx/>
              </a:defRPr>
            </a:lvl1pPr>
          </a:lstStyle>
          <a:p>
            <a:pPr lvl="0"/>
            <a:r>
              <a:rPr lang="en-US" noProof="0" dirty="0"/>
              <a:t>Estimated time:</a:t>
            </a:r>
          </a:p>
        </p:txBody>
      </p:sp>
      <p:sp>
        <p:nvSpPr>
          <p:cNvPr id="14" name="Text Placeholder 27"/>
          <p:cNvSpPr>
            <a:spLocks noGrp="1"/>
          </p:cNvSpPr>
          <p:nvPr>
            <p:ph type="body" sz="quarter" idx="14" hasCustomPrompt="1"/>
          </p:nvPr>
        </p:nvSpPr>
        <p:spPr bwMode="gray">
          <a:xfrm>
            <a:off x="1828800" y="6330890"/>
            <a:ext cx="2286000" cy="182880"/>
          </a:xfrm>
          <a:prstGeom prst="rect">
            <a:avLst/>
          </a:prstGeom>
          <a:noFill/>
        </p:spPr>
        <p:txBody>
          <a:bodyPr vert="horz" wrap="none" lIns="91440" tIns="45720" rIns="91440" bIns="45720" rtlCol="0" anchor="ctr" anchorCtr="0">
            <a:noAutofit/>
          </a:bodyPr>
          <a:lstStyle>
            <a:lvl1pPr>
              <a:spcBef>
                <a:spcPts val="0"/>
              </a:spcBef>
              <a:defRPr lang="en-US" sz="1000" b="1" baseline="0" dirty="0">
                <a:solidFill>
                  <a:srgbClr val="333333"/>
                </a:solidFill>
              </a:defRPr>
            </a:lvl1pPr>
          </a:lstStyle>
          <a:p>
            <a:pPr lvl="0"/>
            <a:r>
              <a:rPr lang="en-US" dirty="0"/>
              <a:t>__ Days </a:t>
            </a:r>
          </a:p>
        </p:txBody>
      </p:sp>
      <p:sp>
        <p:nvSpPr>
          <p:cNvPr id="15" name="Rectangle 14"/>
          <p:cNvSpPr/>
          <p:nvPr/>
        </p:nvSpPr>
        <p:spPr bwMode="auto">
          <a:xfrm>
            <a:off x="457200" y="5494867"/>
            <a:ext cx="1115568" cy="365760"/>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lvl="0"/>
            <a:r>
              <a:rPr lang="en-US" sz="2000" b="0" dirty="0">
                <a:solidFill>
                  <a:srgbClr val="333333"/>
                </a:solidFill>
                <a:latin typeface="+mn-lt"/>
              </a:rPr>
              <a:t>Version</a:t>
            </a:r>
          </a:p>
        </p:txBody>
      </p:sp>
      <p:pic>
        <p:nvPicPr>
          <p:cNvPr id="16" name="Picture 15" descr="A picture containing television, dark, monitor, drawing&#10;&#10;Description automatically generated">
            <a:extLst>
              <a:ext uri="{FF2B5EF4-FFF2-40B4-BE49-F238E27FC236}">
                <a16:creationId xmlns:a16="http://schemas.microsoft.com/office/drawing/2014/main" id="{DB1FECBE-C5B5-4E72-B014-6EBEB00AE21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10" name="Rectangle 9">
            <a:extLst>
              <a:ext uri="{FF2B5EF4-FFF2-40B4-BE49-F238E27FC236}">
                <a16:creationId xmlns:a16="http://schemas.microsoft.com/office/drawing/2014/main" id="{2A72C6F2-E20D-4D97-8B93-751CC2E7ABDB}"/>
              </a:ext>
            </a:extLst>
          </p:cNvPr>
          <p:cNvSpPr/>
          <p:nvPr userDrawn="1"/>
        </p:nvSpPr>
        <p:spPr bwMode="auto">
          <a:xfrm>
            <a:off x="457200" y="6035650"/>
            <a:ext cx="1115568" cy="173736"/>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Autofit/>
          </a:bodyPr>
          <a:lstStyle/>
          <a:p>
            <a:pPr lvl="0"/>
            <a:r>
              <a:rPr lang="en-US" sz="1000" b="1" dirty="0">
                <a:solidFill>
                  <a:srgbClr val="333333"/>
                </a:solidFill>
                <a:latin typeface="+mn-lt"/>
              </a:rPr>
              <a:t>Revision</a:t>
            </a:r>
          </a:p>
        </p:txBody>
      </p:sp>
      <p:sp>
        <p:nvSpPr>
          <p:cNvPr id="11" name="Text Placeholder 24">
            <a:extLst>
              <a:ext uri="{FF2B5EF4-FFF2-40B4-BE49-F238E27FC236}">
                <a16:creationId xmlns:a16="http://schemas.microsoft.com/office/drawing/2014/main" id="{E5A274E0-38C2-4FB1-BB84-8A540D186057}"/>
              </a:ext>
            </a:extLst>
          </p:cNvPr>
          <p:cNvSpPr>
            <a:spLocks noGrp="1"/>
          </p:cNvSpPr>
          <p:nvPr>
            <p:ph type="body" sz="quarter" idx="15" hasCustomPrompt="1"/>
          </p:nvPr>
        </p:nvSpPr>
        <p:spPr>
          <a:xfrm>
            <a:off x="1828800" y="6025486"/>
            <a:ext cx="2286000" cy="182880"/>
          </a:xfrm>
        </p:spPr>
        <p:txBody>
          <a:bodyPr anchor="ctr" anchorCtr="0">
            <a:noAutofit/>
          </a:bodyPr>
          <a:lstStyle>
            <a:lvl1pPr>
              <a:spcBef>
                <a:spcPts val="0"/>
              </a:spcBef>
              <a:defRPr sz="1000" b="1"/>
            </a:lvl1pPr>
          </a:lstStyle>
          <a:p>
            <a:pPr lvl="0"/>
            <a:r>
              <a:rPr lang="en-US" dirty="0"/>
              <a:t>X.X</a:t>
            </a:r>
          </a:p>
        </p:txBody>
      </p:sp>
    </p:spTree>
    <p:custDataLst>
      <p:tags r:id="rId1"/>
    </p:custDataLst>
    <p:extLst>
      <p:ext uri="{BB962C8B-B14F-4D97-AF65-F5344CB8AC3E}">
        <p14:creationId xmlns:p14="http://schemas.microsoft.com/office/powerpoint/2010/main" val="4017593341"/>
      </p:ext>
    </p:extLst>
  </p:cSld>
  <p:clrMapOvr>
    <a:masterClrMapping/>
  </p:clrMapOvr>
  <p:extLst>
    <p:ext uri="{DCECCB84-F9BA-43D5-87BE-67443E8EF086}">
      <p15:sldGuideLst xmlns:p15="http://schemas.microsoft.com/office/powerpoint/2012/main">
        <p15:guide id="1" orient="horz" pos="2160">
          <p15:clr>
            <a:srgbClr val="FBAE40"/>
          </p15:clr>
        </p15:guide>
        <p15:guide id="2" pos="288">
          <p15:clr>
            <a:srgbClr val="FBAE40"/>
          </p15:clr>
        </p15:guide>
        <p15:guide id="3" pos="3744">
          <p15:clr>
            <a:srgbClr val="FBAE40"/>
          </p15:clr>
        </p15:guide>
        <p15:guide id="5" pos="3624">
          <p15:clr>
            <a:srgbClr val="FBAE40"/>
          </p15:clr>
        </p15:guide>
        <p15:guide id="6" pos="3844">
          <p15:clr>
            <a:srgbClr val="FBAE40"/>
          </p15:clr>
        </p15:guide>
        <p15:guide id="7" orient="horz" pos="3696">
          <p15:clr>
            <a:srgbClr val="FBAE40"/>
          </p15:clr>
        </p15:guide>
        <p15:guide id="8" orient="horz" pos="3456">
          <p15:clr>
            <a:srgbClr val="FBAE40"/>
          </p15:clr>
        </p15:guide>
        <p15:guide id="9" pos="1152">
          <p15:clr>
            <a:srgbClr val="FBAE40"/>
          </p15:clr>
        </p15:guide>
        <p15:guide id="10" orient="horz" pos="4104">
          <p15:clr>
            <a:srgbClr val="FBAE40"/>
          </p15:clr>
        </p15:guide>
        <p15:guide id="11" orient="horz" pos="391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5338949"/>
            <a:ext cx="10972800" cy="1379579"/>
          </a:xfrm>
          <a:prstGeom prst="rect">
            <a:avLst/>
          </a:prstGeom>
        </p:spPr>
        <p:txBody>
          <a:bodyPr wrap="square" lIns="91440" tIns="182880" rIns="91440" anchor="t" anchorCtr="0">
            <a:normAutofit/>
          </a:bodyPr>
          <a:lstStyle>
            <a:lvl1pPr>
              <a:defRPr sz="3200" b="0" baseline="0">
                <a:solidFill>
                  <a:srgbClr val="005968"/>
                </a:solidFill>
              </a:defRPr>
            </a:lvl1pPr>
          </a:lstStyle>
          <a:p>
            <a:r>
              <a:rPr lang="en-US" dirty="0"/>
              <a:t>Click to Enter Module Title</a:t>
            </a:r>
          </a:p>
        </p:txBody>
      </p:sp>
      <p:sp>
        <p:nvSpPr>
          <p:cNvPr id="21" name="Subtitle 2"/>
          <p:cNvSpPr txBox="1">
            <a:spLocks noChangeAspect="1"/>
          </p:cNvSpPr>
          <p:nvPr/>
        </p:nvSpPr>
        <p:spPr bwMode="auto">
          <a:xfrm>
            <a:off x="612648" y="4911793"/>
            <a:ext cx="1485850" cy="392347"/>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lvl1pPr>
              <a:defRPr b="1">
                <a:solidFill>
                  <a:schemeClr val="accent1"/>
                </a:solidFill>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2800" b="1" i="0" u="none" strike="noStrike" kern="0" cap="none" spc="0" normalizeH="0" baseline="0" noProof="0" dirty="0">
                <a:ln>
                  <a:noFill/>
                </a:ln>
                <a:solidFill>
                  <a:srgbClr val="005968"/>
                </a:solidFill>
                <a:effectLst/>
                <a:uLnTx/>
                <a:uFillTx/>
                <a:latin typeface="+mn-lt"/>
                <a:ea typeface="+mn-ea"/>
                <a:cs typeface="Arial" panose="020B0604020202020204" pitchFamily="34" charset="0"/>
              </a:rPr>
              <a:t>Module</a:t>
            </a:r>
          </a:p>
        </p:txBody>
      </p:sp>
      <p:pic>
        <p:nvPicPr>
          <p:cNvPr id="22" name="Picture 21" descr="A picture containing television, dark, monitor, drawing&#10;&#10;Description automatically generated">
            <a:extLst>
              <a:ext uri="{FF2B5EF4-FFF2-40B4-BE49-F238E27FC236}">
                <a16:creationId xmlns:a16="http://schemas.microsoft.com/office/drawing/2014/main" id="{D7172F31-5BC1-47D9-A7DD-8FE70FC2B5A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6" name="Text Placeholder 5">
            <a:extLst>
              <a:ext uri="{FF2B5EF4-FFF2-40B4-BE49-F238E27FC236}">
                <a16:creationId xmlns:a16="http://schemas.microsoft.com/office/drawing/2014/main" id="{32224124-FC9F-4349-B8DB-54054127E7BF}"/>
              </a:ext>
            </a:extLst>
          </p:cNvPr>
          <p:cNvSpPr>
            <a:spLocks noGrp="1" noChangeAspect="1"/>
          </p:cNvSpPr>
          <p:nvPr>
            <p:ph type="body" sz="quarter" idx="10" hasCustomPrompt="1"/>
          </p:nvPr>
        </p:nvSpPr>
        <p:spPr>
          <a:xfrm>
            <a:off x="2219500" y="4914900"/>
            <a:ext cx="1490472" cy="388619"/>
          </a:xfrm>
        </p:spPr>
        <p:txBody>
          <a:bodyPr tIns="45720" bIns="45720" anchor="ctr" anchorCtr="0">
            <a:noAutofit/>
          </a:bodyPr>
          <a:lstStyle>
            <a:lvl1pPr>
              <a:spcBef>
                <a:spcPts val="0"/>
              </a:spcBef>
              <a:defRPr sz="2800" b="1">
                <a:solidFill>
                  <a:srgbClr val="005968"/>
                </a:solidFill>
              </a:defRPr>
            </a:lvl1pPr>
          </a:lstStyle>
          <a:p>
            <a:pPr lvl="0"/>
            <a:r>
              <a:rPr lang="en-US" dirty="0"/>
              <a:t>X.X</a:t>
            </a:r>
          </a:p>
        </p:txBody>
      </p:sp>
    </p:spTree>
    <p:custDataLst>
      <p:tags r:id="rId1"/>
    </p:custDataLst>
    <p:extLst>
      <p:ext uri="{BB962C8B-B14F-4D97-AF65-F5344CB8AC3E}">
        <p14:creationId xmlns:p14="http://schemas.microsoft.com/office/powerpoint/2010/main" val="2250068813"/>
      </p:ext>
    </p:extLst>
  </p:cSld>
  <p:clrMapOvr>
    <a:masterClrMapping/>
  </p:clrMapOvr>
  <p:extLst>
    <p:ext uri="{DCECCB84-F9BA-43D5-87BE-67443E8EF086}">
      <p15:sldGuideLst xmlns:p15="http://schemas.microsoft.com/office/powerpoint/2012/main">
        <p15:guide id="1" orient="horz" pos="2160">
          <p15:clr>
            <a:srgbClr val="FBAE40"/>
          </p15:clr>
        </p15:guide>
        <p15:guide id="2" pos="1320">
          <p15:clr>
            <a:srgbClr val="FBAE40"/>
          </p15:clr>
        </p15:guide>
        <p15:guide id="3" orient="horz" pos="3096">
          <p15:clr>
            <a:srgbClr val="FBAE40"/>
          </p15:clr>
        </p15:guide>
        <p15:guide id="4" orient="horz" pos="3336">
          <p15:clr>
            <a:srgbClr val="FBAE40"/>
          </p15:clr>
        </p15:guide>
        <p15:guide id="5" pos="384">
          <p15:clr>
            <a:srgbClr val="FBAE40"/>
          </p15:clr>
        </p15:guide>
        <p15:guide id="6" pos="13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ubmodul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5340096"/>
            <a:ext cx="10972800" cy="1379579"/>
          </a:xfrm>
          <a:prstGeom prst="rect">
            <a:avLst/>
          </a:prstGeom>
        </p:spPr>
        <p:txBody>
          <a:bodyPr wrap="square" tIns="182880" anchor="t" anchorCtr="0">
            <a:normAutofit/>
          </a:bodyPr>
          <a:lstStyle>
            <a:lvl1pPr>
              <a:defRPr sz="3200" b="0" baseline="0">
                <a:solidFill>
                  <a:srgbClr val="005968"/>
                </a:solidFill>
              </a:defRPr>
            </a:lvl1pPr>
          </a:lstStyle>
          <a:p>
            <a:r>
              <a:rPr lang="en-US" dirty="0"/>
              <a:t>Click to Enter Module Title</a:t>
            </a:r>
          </a:p>
        </p:txBody>
      </p:sp>
      <p:sp>
        <p:nvSpPr>
          <p:cNvPr id="21" name="Subtitle 2"/>
          <p:cNvSpPr txBox="1">
            <a:spLocks noChangeAspect="1"/>
          </p:cNvSpPr>
          <p:nvPr/>
        </p:nvSpPr>
        <p:spPr bwMode="auto">
          <a:xfrm>
            <a:off x="609650" y="4911793"/>
            <a:ext cx="2175114" cy="392347"/>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lvl1pPr>
              <a:defRPr b="1">
                <a:solidFill>
                  <a:schemeClr val="accent1"/>
                </a:solidFill>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2800" b="1" i="0" u="none" strike="noStrike" kern="0" cap="none" spc="0" normalizeH="0" baseline="0" noProof="0" dirty="0">
                <a:ln>
                  <a:noFill/>
                </a:ln>
                <a:solidFill>
                  <a:srgbClr val="005968"/>
                </a:solidFill>
                <a:effectLst/>
                <a:uLnTx/>
                <a:uFillTx/>
                <a:latin typeface="+mn-lt"/>
                <a:ea typeface="+mn-ea"/>
                <a:cs typeface="Arial" panose="020B0604020202020204" pitchFamily="34" charset="0"/>
              </a:rPr>
              <a:t>Submodule</a:t>
            </a:r>
          </a:p>
        </p:txBody>
      </p:sp>
      <p:pic>
        <p:nvPicPr>
          <p:cNvPr id="22" name="Picture 21" descr="A picture containing television, dark, monitor, drawing&#10;&#10;Description automatically generated">
            <a:extLst>
              <a:ext uri="{FF2B5EF4-FFF2-40B4-BE49-F238E27FC236}">
                <a16:creationId xmlns:a16="http://schemas.microsoft.com/office/drawing/2014/main" id="{D7172F31-5BC1-47D9-A7DD-8FE70FC2B5A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7" name="Text Placeholder 5">
            <a:extLst>
              <a:ext uri="{FF2B5EF4-FFF2-40B4-BE49-F238E27FC236}">
                <a16:creationId xmlns:a16="http://schemas.microsoft.com/office/drawing/2014/main" id="{7493ACD8-FB25-4370-8D30-3C25C7B42FE3}"/>
              </a:ext>
            </a:extLst>
          </p:cNvPr>
          <p:cNvSpPr>
            <a:spLocks noGrp="1" noChangeAspect="1"/>
          </p:cNvSpPr>
          <p:nvPr>
            <p:ph type="body" sz="quarter" idx="10" hasCustomPrompt="1"/>
          </p:nvPr>
        </p:nvSpPr>
        <p:spPr>
          <a:xfrm>
            <a:off x="2897927" y="4921624"/>
            <a:ext cx="1490472" cy="381895"/>
          </a:xfrm>
        </p:spPr>
        <p:txBody>
          <a:bodyPr tIns="45720" bIns="45720" anchor="ctr" anchorCtr="0">
            <a:noAutofit/>
          </a:bodyPr>
          <a:lstStyle>
            <a:lvl1pPr>
              <a:spcBef>
                <a:spcPts val="0"/>
              </a:spcBef>
              <a:defRPr sz="2800" b="1">
                <a:solidFill>
                  <a:srgbClr val="005968"/>
                </a:solidFill>
              </a:defRPr>
            </a:lvl1pPr>
          </a:lstStyle>
          <a:p>
            <a:pPr lvl="0"/>
            <a:r>
              <a:rPr lang="en-US" dirty="0"/>
              <a:t>X.X</a:t>
            </a:r>
          </a:p>
        </p:txBody>
      </p:sp>
    </p:spTree>
    <p:custDataLst>
      <p:tags r:id="rId1"/>
    </p:custDataLst>
    <p:extLst>
      <p:ext uri="{BB962C8B-B14F-4D97-AF65-F5344CB8AC3E}">
        <p14:creationId xmlns:p14="http://schemas.microsoft.com/office/powerpoint/2010/main" val="1349984221"/>
      </p:ext>
    </p:extLst>
  </p:cSld>
  <p:clrMapOvr>
    <a:masterClrMapping/>
  </p:clrMapOvr>
  <p:extLst>
    <p:ext uri="{DCECCB84-F9BA-43D5-87BE-67443E8EF086}">
      <p15:sldGuideLst xmlns:p15="http://schemas.microsoft.com/office/powerpoint/2012/main">
        <p15:guide id="1" orient="horz" pos="2160">
          <p15:clr>
            <a:srgbClr val="FBAE40"/>
          </p15:clr>
        </p15:guide>
        <p15:guide id="2" pos="1752">
          <p15:clr>
            <a:srgbClr val="FBAE40"/>
          </p15:clr>
        </p15:guide>
        <p15:guide id="3" orient="horz" pos="3096">
          <p15:clr>
            <a:srgbClr val="FBAE40"/>
          </p15:clr>
        </p15:guide>
        <p15:guide id="4" orient="horz" pos="3336">
          <p15:clr>
            <a:srgbClr val="FBAE40"/>
          </p15:clr>
        </p15:guide>
        <p15:guide id="5" pos="384">
          <p15:clr>
            <a:srgbClr val="FBAE40"/>
          </p15:clr>
        </p15:guide>
        <p15:guide id="6" pos="182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ppendix">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5340096"/>
            <a:ext cx="10972800" cy="1379579"/>
          </a:xfrm>
          <a:prstGeom prst="rect">
            <a:avLst/>
          </a:prstGeom>
        </p:spPr>
        <p:txBody>
          <a:bodyPr wrap="square" tIns="182880" anchor="t" anchorCtr="0">
            <a:normAutofit/>
          </a:bodyPr>
          <a:lstStyle>
            <a:lvl1pPr>
              <a:defRPr sz="3200" b="0" baseline="0">
                <a:solidFill>
                  <a:srgbClr val="005968"/>
                </a:solidFill>
              </a:defRPr>
            </a:lvl1pPr>
          </a:lstStyle>
          <a:p>
            <a:r>
              <a:rPr lang="en-US" dirty="0"/>
              <a:t>Click to Enter Module Title</a:t>
            </a:r>
          </a:p>
        </p:txBody>
      </p:sp>
      <p:sp>
        <p:nvSpPr>
          <p:cNvPr id="21" name="Subtitle 2"/>
          <p:cNvSpPr txBox="1">
            <a:spLocks noChangeAspect="1"/>
          </p:cNvSpPr>
          <p:nvPr/>
        </p:nvSpPr>
        <p:spPr bwMode="auto">
          <a:xfrm>
            <a:off x="609600" y="4910328"/>
            <a:ext cx="1882790" cy="393192"/>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lvl1pPr>
              <a:defRPr b="1">
                <a:solidFill>
                  <a:schemeClr val="accent1"/>
                </a:solidFill>
              </a:defRPr>
            </a:lvl1pPr>
          </a:lstStyle>
          <a:p>
            <a:pPr marL="0" marR="0" lvl="0" indent="0" algn="l" defTabSz="914400" rtl="0" eaLnBrk="1" fontAlgn="base" latinLnBrk="0" hangingPunct="1">
              <a:lnSpc>
                <a:spcPct val="100000"/>
              </a:lnSpc>
              <a:spcBef>
                <a:spcPts val="1000"/>
              </a:spcBef>
              <a:spcAft>
                <a:spcPct val="0"/>
              </a:spcAft>
              <a:buClrTx/>
              <a:buSzTx/>
              <a:buFontTx/>
              <a:buNone/>
              <a:tabLst/>
              <a:defRPr/>
            </a:pPr>
            <a:r>
              <a:rPr kumimoji="0" lang="en-US" sz="2800" b="1" i="0" u="none" strike="noStrike" kern="0" cap="none" spc="0" normalizeH="0" baseline="0" noProof="0" dirty="0">
                <a:ln>
                  <a:noFill/>
                </a:ln>
                <a:solidFill>
                  <a:srgbClr val="005968"/>
                </a:solidFill>
                <a:effectLst/>
                <a:uLnTx/>
                <a:uFillTx/>
                <a:latin typeface="+mn-lt"/>
                <a:ea typeface="+mn-ea"/>
                <a:cs typeface="Arial" panose="020B0604020202020204" pitchFamily="34" charset="0"/>
              </a:rPr>
              <a:t>Appendix</a:t>
            </a:r>
          </a:p>
        </p:txBody>
      </p:sp>
      <p:pic>
        <p:nvPicPr>
          <p:cNvPr id="22" name="Picture 21" descr="A picture containing television, dark, monitor, drawing&#10;&#10;Description automatically generated">
            <a:extLst>
              <a:ext uri="{FF2B5EF4-FFF2-40B4-BE49-F238E27FC236}">
                <a16:creationId xmlns:a16="http://schemas.microsoft.com/office/drawing/2014/main" id="{D7172F31-5BC1-47D9-A7DD-8FE70FC2B5A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7" name="Text Placeholder 5">
            <a:extLst>
              <a:ext uri="{FF2B5EF4-FFF2-40B4-BE49-F238E27FC236}">
                <a16:creationId xmlns:a16="http://schemas.microsoft.com/office/drawing/2014/main" id="{7493ACD8-FB25-4370-8D30-3C25C7B42FE3}"/>
              </a:ext>
            </a:extLst>
          </p:cNvPr>
          <p:cNvSpPr>
            <a:spLocks noGrp="1" noChangeAspect="1"/>
          </p:cNvSpPr>
          <p:nvPr>
            <p:ph type="body" sz="quarter" idx="10" hasCustomPrompt="1"/>
          </p:nvPr>
        </p:nvSpPr>
        <p:spPr>
          <a:xfrm>
            <a:off x="2561377" y="4921624"/>
            <a:ext cx="1490472" cy="381895"/>
          </a:xfrm>
        </p:spPr>
        <p:txBody>
          <a:bodyPr tIns="45720" bIns="45720" anchor="ctr" anchorCtr="0">
            <a:noAutofit/>
          </a:bodyPr>
          <a:lstStyle>
            <a:lvl1pPr>
              <a:spcBef>
                <a:spcPts val="0"/>
              </a:spcBef>
              <a:defRPr sz="2800" b="1">
                <a:solidFill>
                  <a:srgbClr val="005968"/>
                </a:solidFill>
              </a:defRPr>
            </a:lvl1pPr>
          </a:lstStyle>
          <a:p>
            <a:pPr lvl="0"/>
            <a:r>
              <a:rPr lang="en-US" dirty="0"/>
              <a:t>X.X</a:t>
            </a:r>
          </a:p>
        </p:txBody>
      </p:sp>
    </p:spTree>
    <p:custDataLst>
      <p:tags r:id="rId1"/>
    </p:custDataLst>
    <p:extLst>
      <p:ext uri="{BB962C8B-B14F-4D97-AF65-F5344CB8AC3E}">
        <p14:creationId xmlns:p14="http://schemas.microsoft.com/office/powerpoint/2010/main" val="2330610807"/>
      </p:ext>
    </p:extLst>
  </p:cSld>
  <p:clrMapOvr>
    <a:masterClrMapping/>
  </p:clrMapOvr>
  <p:extLst>
    <p:ext uri="{DCECCB84-F9BA-43D5-87BE-67443E8EF086}">
      <p15:sldGuideLst xmlns:p15="http://schemas.microsoft.com/office/powerpoint/2012/main">
        <p15:guide id="1" orient="horz" pos="2160">
          <p15:clr>
            <a:srgbClr val="FBAE40"/>
          </p15:clr>
        </p15:guide>
        <p15:guide id="2" pos="1536">
          <p15:clr>
            <a:srgbClr val="FBAE40"/>
          </p15:clr>
        </p15:guide>
        <p15:guide id="3" orient="horz" pos="3096">
          <p15:clr>
            <a:srgbClr val="FBAE40"/>
          </p15:clr>
        </p15:guide>
        <p15:guide id="4" orient="horz" pos="3336">
          <p15:clr>
            <a:srgbClr val="FBAE40"/>
          </p15:clr>
        </p15:guide>
        <p15:guide id="5" pos="384">
          <p15:clr>
            <a:srgbClr val="FBAE40"/>
          </p15:clr>
        </p15:guide>
        <p15:guide id="6" pos="160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ubappendix">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5340096"/>
            <a:ext cx="10972800" cy="1379579"/>
          </a:xfrm>
          <a:prstGeom prst="rect">
            <a:avLst/>
          </a:prstGeom>
        </p:spPr>
        <p:txBody>
          <a:bodyPr wrap="square" tIns="182880" anchor="t" anchorCtr="0">
            <a:normAutofit/>
          </a:bodyPr>
          <a:lstStyle>
            <a:lvl1pPr>
              <a:defRPr sz="3200" b="0" baseline="0">
                <a:solidFill>
                  <a:srgbClr val="005968"/>
                </a:solidFill>
              </a:defRPr>
            </a:lvl1pPr>
          </a:lstStyle>
          <a:p>
            <a:r>
              <a:rPr lang="en-US" dirty="0"/>
              <a:t>Click to Enter Module Title</a:t>
            </a:r>
          </a:p>
        </p:txBody>
      </p:sp>
      <p:sp>
        <p:nvSpPr>
          <p:cNvPr id="21" name="Subtitle 2"/>
          <p:cNvSpPr txBox="1">
            <a:spLocks noChangeAspect="1"/>
          </p:cNvSpPr>
          <p:nvPr/>
        </p:nvSpPr>
        <p:spPr bwMode="auto">
          <a:xfrm>
            <a:off x="609650" y="4914900"/>
            <a:ext cx="2395728" cy="389240"/>
          </a:xfrm>
          <a:prstGeom prst="rect">
            <a:avLst/>
          </a:prstGeom>
          <a:noFill/>
          <a:ln w="9525">
            <a:noFill/>
            <a:miter lim="800000"/>
            <a:headEnd/>
            <a:tailEnd/>
          </a:ln>
        </p:spPr>
        <p:txBody>
          <a:bodyPr vert="horz" wrap="none" lIns="91440" tIns="45720" rIns="91440" bIns="45720" numCol="1" anchor="ctr" anchorCtr="0" compatLnSpc="1">
            <a:prstTxWarp prst="textNoShape">
              <a:avLst/>
            </a:prstTxWarp>
            <a:noAutofit/>
          </a:bodyPr>
          <a:lstStyle>
            <a:lvl1pPr>
              <a:defRPr b="1">
                <a:solidFill>
                  <a:schemeClr val="accent1"/>
                </a:solidFill>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2800" b="1" i="0" u="none" strike="noStrike" kern="0" cap="none" spc="0" normalizeH="0" baseline="0" noProof="0" dirty="0" err="1">
                <a:ln>
                  <a:noFill/>
                </a:ln>
                <a:solidFill>
                  <a:srgbClr val="005968"/>
                </a:solidFill>
                <a:effectLst/>
                <a:uLnTx/>
                <a:uFillTx/>
                <a:latin typeface="+mn-lt"/>
                <a:ea typeface="+mn-ea"/>
                <a:cs typeface="Arial" panose="020B0604020202020204" pitchFamily="34" charset="0"/>
              </a:rPr>
              <a:t>Subappendix</a:t>
            </a:r>
            <a:endParaRPr kumimoji="0" lang="en-US" sz="2800" b="1" i="0" u="none" strike="noStrike" kern="0" cap="none" spc="0" normalizeH="0" baseline="0" noProof="0" dirty="0">
              <a:ln>
                <a:noFill/>
              </a:ln>
              <a:solidFill>
                <a:srgbClr val="005968"/>
              </a:solidFill>
              <a:effectLst/>
              <a:uLnTx/>
              <a:uFillTx/>
              <a:latin typeface="+mn-lt"/>
              <a:ea typeface="+mn-ea"/>
              <a:cs typeface="Arial" panose="020B0604020202020204" pitchFamily="34" charset="0"/>
            </a:endParaRPr>
          </a:p>
        </p:txBody>
      </p:sp>
      <p:pic>
        <p:nvPicPr>
          <p:cNvPr id="22" name="Picture 21" descr="A picture containing television, dark, monitor, drawing&#10;&#10;Description automatically generated">
            <a:extLst>
              <a:ext uri="{FF2B5EF4-FFF2-40B4-BE49-F238E27FC236}">
                <a16:creationId xmlns:a16="http://schemas.microsoft.com/office/drawing/2014/main" id="{D7172F31-5BC1-47D9-A7DD-8FE70FC2B5A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86416" y="6217920"/>
            <a:ext cx="1642747" cy="310896"/>
          </a:xfrm>
          <a:prstGeom prst="rect">
            <a:avLst/>
          </a:prstGeom>
        </p:spPr>
      </p:pic>
      <p:sp>
        <p:nvSpPr>
          <p:cNvPr id="7" name="Text Placeholder 5">
            <a:extLst>
              <a:ext uri="{FF2B5EF4-FFF2-40B4-BE49-F238E27FC236}">
                <a16:creationId xmlns:a16="http://schemas.microsoft.com/office/drawing/2014/main" id="{7493ACD8-FB25-4370-8D30-3C25C7B42FE3}"/>
              </a:ext>
            </a:extLst>
          </p:cNvPr>
          <p:cNvSpPr>
            <a:spLocks noGrp="1" noChangeAspect="1"/>
          </p:cNvSpPr>
          <p:nvPr>
            <p:ph type="body" sz="quarter" idx="10" hasCustomPrompt="1"/>
          </p:nvPr>
        </p:nvSpPr>
        <p:spPr>
          <a:xfrm>
            <a:off x="3129200" y="4921624"/>
            <a:ext cx="1490472" cy="381895"/>
          </a:xfrm>
        </p:spPr>
        <p:txBody>
          <a:bodyPr tIns="45720" bIns="45720" anchor="ctr" anchorCtr="0">
            <a:noAutofit/>
          </a:bodyPr>
          <a:lstStyle>
            <a:lvl1pPr>
              <a:spcBef>
                <a:spcPts val="0"/>
              </a:spcBef>
              <a:defRPr sz="2800" b="1">
                <a:solidFill>
                  <a:srgbClr val="005968"/>
                </a:solidFill>
              </a:defRPr>
            </a:lvl1pPr>
          </a:lstStyle>
          <a:p>
            <a:pPr lvl="0"/>
            <a:r>
              <a:rPr lang="en-US" dirty="0"/>
              <a:t>X.X</a:t>
            </a:r>
          </a:p>
        </p:txBody>
      </p:sp>
    </p:spTree>
    <p:custDataLst>
      <p:tags r:id="rId1"/>
    </p:custDataLst>
    <p:extLst>
      <p:ext uri="{BB962C8B-B14F-4D97-AF65-F5344CB8AC3E}">
        <p14:creationId xmlns:p14="http://schemas.microsoft.com/office/powerpoint/2010/main" val="1469135400"/>
      </p:ext>
    </p:extLst>
  </p:cSld>
  <p:clrMapOvr>
    <a:masterClrMapping/>
  </p:clrMapOvr>
  <p:extLst>
    <p:ext uri="{DCECCB84-F9BA-43D5-87BE-67443E8EF086}">
      <p15:sldGuideLst xmlns:p15="http://schemas.microsoft.com/office/powerpoint/2012/main">
        <p15:guide id="1" orient="horz" pos="2160">
          <p15:clr>
            <a:srgbClr val="FBAE40"/>
          </p15:clr>
        </p15:guide>
        <p15:guide id="2" pos="1896">
          <p15:clr>
            <a:srgbClr val="FBAE40"/>
          </p15:clr>
        </p15:guide>
        <p15:guide id="3" orient="horz" pos="3096">
          <p15:clr>
            <a:srgbClr val="FBAE40"/>
          </p15:clr>
        </p15:guide>
        <p15:guide id="4" orient="horz" pos="3336">
          <p15:clr>
            <a:srgbClr val="FBAE40"/>
          </p15:clr>
        </p15:guide>
        <p15:guide id="5" pos="384">
          <p15:clr>
            <a:srgbClr val="FBAE40"/>
          </p15:clr>
        </p15:guide>
        <p15:guide id="6" pos="196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8782D-D8DF-4AD0-968E-7626FE55431E}"/>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EE47DA59-F255-4CF7-A18F-6BE07FEA75C7}"/>
              </a:ext>
            </a:extLst>
          </p:cNvPr>
          <p:cNvSpPr>
            <a:spLocks noGrp="1"/>
          </p:cNvSpPr>
          <p:nvPr>
            <p:ph type="ftr" sz="quarter" idx="10"/>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4" name="Slide Number Placeholder 3">
            <a:extLst>
              <a:ext uri="{FF2B5EF4-FFF2-40B4-BE49-F238E27FC236}">
                <a16:creationId xmlns:a16="http://schemas.microsoft.com/office/drawing/2014/main" id="{D560DF50-F903-4C80-9643-85E90D07E97C}"/>
              </a:ext>
            </a:extLst>
          </p:cNvPr>
          <p:cNvSpPr>
            <a:spLocks noGrp="1"/>
          </p:cNvSpPr>
          <p:nvPr>
            <p:ph type="sldNum" sz="quarter" idx="11"/>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1125890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274320" y="1005840"/>
            <a:ext cx="11612880" cy="5486400"/>
          </a:xfrm>
          <a:prstGeom prst="rect">
            <a:avLst/>
          </a:prstGeom>
        </p:spPr>
        <p:txBody>
          <a:bodyPr vert="horz" lIns="91440" tIns="91440" rIns="91440" bIns="91440" rtlCol="0">
            <a:normAutofit/>
          </a:bodyPr>
          <a:lstStyle>
            <a:lvl1pPr>
              <a:defRPr lang="en-US" dirty="0"/>
            </a:lvl1pPr>
            <a:lvl2pPr marL="378460" indent="-285750">
              <a:defRPr lang="en-US" sz="1800" kern="1200" dirty="0">
                <a:solidFill>
                  <a:schemeClr val="tx1"/>
                </a:solidFill>
                <a:latin typeface="+mn-lt"/>
                <a:ea typeface="+mn-ea"/>
                <a:cs typeface="+mn-cs"/>
              </a:defRPr>
            </a:lvl2pPr>
            <a:lvl3pPr>
              <a:defRPr lang="en-US" dirty="0"/>
            </a:lvl3pPr>
            <a:lvl4pPr>
              <a:defRPr lang="en-US" dirty="0"/>
            </a:lvl4pPr>
          </a:lstStyle>
          <a:p>
            <a:pPr lvl="0"/>
            <a:r>
              <a:rPr lang="en-US" dirty="0"/>
              <a:t>Click to add text</a:t>
            </a:r>
          </a:p>
          <a:p>
            <a:pPr marL="365760" marR="0" lvl="1" indent="-273050" algn="l" defTabSz="457200" rtl="0" eaLnBrk="1" fontAlgn="auto" latinLnBrk="0" hangingPunct="1">
              <a:lnSpc>
                <a:spcPct val="100000"/>
              </a:lnSpc>
              <a:spcBef>
                <a:spcPts val="1200"/>
              </a:spcBef>
              <a:spcAft>
                <a:spcPts val="0"/>
              </a:spcAft>
              <a:buClr>
                <a:srgbClr val="147BD1"/>
              </a:buClr>
              <a:buSzTx/>
              <a:buFont typeface="Arial" panose="020B0604020202020204" pitchFamily="34" charset="0"/>
              <a:buChar char="●"/>
              <a:tabLst/>
            </a:pPr>
            <a:r>
              <a:rPr lang="en-US" dirty="0"/>
              <a:t>Second level</a:t>
            </a:r>
          </a:p>
          <a:p>
            <a:pPr marR="0" lvl="2" defTabSz="457200" fontAlgn="auto">
              <a:spcAft>
                <a:spcPts val="0"/>
              </a:spcAft>
              <a:buClr>
                <a:srgbClr val="147BD1"/>
              </a:buClr>
              <a:buSzPct val="100000"/>
              <a:tabLst/>
            </a:pPr>
            <a:r>
              <a:rPr lang="en-US" dirty="0"/>
              <a:t>Third level</a:t>
            </a:r>
          </a:p>
          <a:p>
            <a:pPr marR="0" lvl="3" defTabSz="457200" fontAlgn="auto">
              <a:spcAft>
                <a:spcPts val="0"/>
              </a:spcAft>
              <a:buClr>
                <a:srgbClr val="147BD1"/>
              </a:buClr>
              <a:buSzTx/>
              <a:tabLst/>
            </a:pPr>
            <a:r>
              <a:rPr lang="en-US" dirty="0"/>
              <a:t>Fourth level</a:t>
            </a:r>
          </a:p>
        </p:txBody>
      </p:sp>
      <p:sp>
        <p:nvSpPr>
          <p:cNvPr id="4" name="Title 3"/>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3FD51F43-20C7-46B2-A15C-A4E517BA5F0F}"/>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3" name="Slide Number Placeholder 2">
            <a:extLst>
              <a:ext uri="{FF2B5EF4-FFF2-40B4-BE49-F238E27FC236}">
                <a16:creationId xmlns:a16="http://schemas.microsoft.com/office/drawing/2014/main" id="{F351F311-4F16-4FCA-A90A-74174536F021}"/>
              </a:ext>
            </a:extLst>
          </p:cNvPr>
          <p:cNvSpPr>
            <a:spLocks noGrp="1"/>
          </p:cNvSpPr>
          <p:nvPr>
            <p:ph type="sldNum"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2392216101"/>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Image">
    <p:spTree>
      <p:nvGrpSpPr>
        <p:cNvPr id="1" name=""/>
        <p:cNvGrpSpPr/>
        <p:nvPr/>
      </p:nvGrpSpPr>
      <p:grpSpPr>
        <a:xfrm>
          <a:off x="0" y="0"/>
          <a:ext cx="0" cy="0"/>
          <a:chOff x="0" y="0"/>
          <a:chExt cx="0" cy="0"/>
        </a:xfrm>
      </p:grpSpPr>
      <p:sp>
        <p:nvSpPr>
          <p:cNvPr id="9" name="Content Placeholder 9"/>
          <p:cNvSpPr>
            <a:spLocks noGrp="1"/>
          </p:cNvSpPr>
          <p:nvPr>
            <p:ph sz="quarter" idx="14" hasCustomPrompt="1"/>
          </p:nvPr>
        </p:nvSpPr>
        <p:spPr>
          <a:xfrm>
            <a:off x="274320" y="1005840"/>
            <a:ext cx="5760720" cy="548640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Click to add text</a:t>
            </a:r>
          </a:p>
          <a:p>
            <a:pPr marL="365760" marR="0" lvl="1" indent="-273050" defTabSz="457200" fontAlgn="auto">
              <a:spcAft>
                <a:spcPts val="0"/>
              </a:spcAft>
              <a:buClr>
                <a:srgbClr val="147BD1"/>
              </a:buClr>
              <a:buSzTx/>
              <a:tabLst/>
            </a:pPr>
            <a:r>
              <a:rPr lang="en-US" dirty="0"/>
              <a:t>Second level</a:t>
            </a:r>
          </a:p>
          <a:p>
            <a:pPr marR="0" lvl="2" defTabSz="457200" fontAlgn="auto">
              <a:spcAft>
                <a:spcPts val="0"/>
              </a:spcAft>
              <a:buClr>
                <a:srgbClr val="147BD1"/>
              </a:buClr>
              <a:buSzPct val="100000"/>
              <a:tabLst/>
            </a:pPr>
            <a:r>
              <a:rPr lang="en-US" dirty="0"/>
              <a:t>Third level</a:t>
            </a:r>
          </a:p>
          <a:p>
            <a:pPr marR="0" lvl="3" defTabSz="457200" fontAlgn="auto">
              <a:spcAft>
                <a:spcPts val="0"/>
              </a:spcAft>
              <a:buClr>
                <a:srgbClr val="147BD1"/>
              </a:buClr>
              <a:buSzTx/>
              <a:tabLst/>
            </a:pPr>
            <a:r>
              <a:rPr lang="en-US" dirty="0"/>
              <a:t>Fourth level</a:t>
            </a:r>
          </a:p>
        </p:txBody>
      </p:sp>
      <p:sp>
        <p:nvSpPr>
          <p:cNvPr id="3" name="Title 2"/>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D59C1225-192F-4DD2-98BC-9A62A05A8BD0}"/>
              </a:ext>
            </a:extLst>
          </p:cNvPr>
          <p:cNvSpPr>
            <a:spLocks noGrp="1"/>
          </p:cNvSpPr>
          <p:nvPr>
            <p:ph type="ftr" sz="quarter" idx="15"/>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4" name="Slide Number Placeholder 3">
            <a:extLst>
              <a:ext uri="{FF2B5EF4-FFF2-40B4-BE49-F238E27FC236}">
                <a16:creationId xmlns:a16="http://schemas.microsoft.com/office/drawing/2014/main" id="{2F81FD5B-3C38-4D0B-8C5E-46A5A57FA8F1}"/>
              </a:ext>
            </a:extLst>
          </p:cNvPr>
          <p:cNvSpPr>
            <a:spLocks noGrp="1"/>
          </p:cNvSpPr>
          <p:nvPr>
            <p:ph type="sldNum" sz="quarter" idx="16"/>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47736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 name="Content Placeholder 9"/>
          <p:cNvSpPr>
            <a:spLocks noGrp="1"/>
          </p:cNvSpPr>
          <p:nvPr>
            <p:ph sz="quarter" idx="13" hasCustomPrompt="1"/>
          </p:nvPr>
        </p:nvSpPr>
        <p:spPr>
          <a:xfrm>
            <a:off x="6126480" y="1005840"/>
            <a:ext cx="5760720" cy="5486400"/>
          </a:xfrm>
          <a:prstGeom prst="rect">
            <a:avLst/>
          </a:prstGeom>
        </p:spPr>
        <p:txBody>
          <a:bodyPr vert="horz" lIns="91440" tIns="91440" rIns="91440" bIns="91440" rtlCol="0">
            <a:normAutofit/>
          </a:bodyPr>
          <a:lstStyle>
            <a:lvl1pPr>
              <a:defRPr lang="en-US" noProof="0" dirty="0"/>
            </a:lvl1pPr>
            <a:lvl2pPr>
              <a:defRPr lang="en-US" noProof="0" dirty="0"/>
            </a:lvl2pPr>
            <a:lvl3pPr>
              <a:defRPr lang="en-US" noProof="0" dirty="0"/>
            </a:lvl3pPr>
            <a:lvl4pPr>
              <a:defRPr lang="en-US" dirty="0"/>
            </a:lvl4pPr>
          </a:lstStyle>
          <a:p>
            <a:pPr lvl="0"/>
            <a:r>
              <a:rPr kumimoji="0" lang="en-US" sz="2000" b="0" i="0" u="none" strike="noStrike" kern="1200" cap="none" spc="0" normalizeH="0" baseline="0" noProof="0" dirty="0">
                <a:ln>
                  <a:noFill/>
                </a:ln>
                <a:solidFill>
                  <a:srgbClr val="000000"/>
                </a:solidFill>
                <a:effectLst/>
                <a:uLnTx/>
                <a:uFillTx/>
                <a:latin typeface="+mn-lt"/>
                <a:ea typeface="+mn-ea"/>
                <a:cs typeface="+mn-cs"/>
              </a:rPr>
              <a:t>Click to add text</a:t>
            </a:r>
          </a:p>
          <a:p>
            <a:pPr marL="365760" marR="0" lvl="1" indent="-273050" defTabSz="457200" fontAlgn="auto">
              <a:spcAft>
                <a:spcPts val="0"/>
              </a:spcAft>
              <a:buClr>
                <a:srgbClr val="147BD1"/>
              </a:buClr>
              <a:buSzTx/>
              <a:tabLst/>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R="0" lvl="2" defTabSz="457200" fontAlgn="auto">
              <a:spcAft>
                <a:spcPts val="0"/>
              </a:spcAft>
              <a:buClr>
                <a:srgbClr val="147BD1"/>
              </a:buClr>
              <a:buSzPct val="100000"/>
              <a:tabLst/>
            </a:pPr>
            <a:r>
              <a:rPr kumimoji="0" lang="en-US" sz="1600" b="0" i="0" u="none" strike="noStrike" kern="1200" cap="none" spc="0" normalizeH="0" baseline="0" noProof="0" dirty="0">
                <a:ln>
                  <a:noFill/>
                </a:ln>
                <a:solidFill>
                  <a:srgbClr val="000000"/>
                </a:solidFill>
                <a:effectLst/>
                <a:uLnTx/>
                <a:uFillTx/>
                <a:latin typeface="+mn-lt"/>
                <a:ea typeface="+mn-ea"/>
                <a:cs typeface="+mn-cs"/>
              </a:rPr>
              <a:t>Third level</a:t>
            </a:r>
          </a:p>
          <a:p>
            <a:pPr marR="0" lvl="3" defTabSz="457200" fontAlgn="auto">
              <a:spcAft>
                <a:spcPts val="0"/>
              </a:spcAft>
              <a:buClr>
                <a:srgbClr val="147BD1"/>
              </a:buClr>
              <a:buSzTx/>
              <a:tabLst/>
            </a:pPr>
            <a:r>
              <a:rPr kumimoji="0" lang="en-US" sz="1400" b="0" i="0" u="none" strike="noStrike" kern="1200" cap="none" spc="0" normalizeH="0" baseline="0" noProof="0" dirty="0">
                <a:ln>
                  <a:noFill/>
                </a:ln>
                <a:solidFill>
                  <a:srgbClr val="000000"/>
                </a:solidFill>
                <a:effectLst/>
                <a:uLnTx/>
                <a:uFillTx/>
                <a:latin typeface="+mn-lt"/>
                <a:ea typeface="+mn-ea"/>
                <a:cs typeface="+mn-cs"/>
              </a:rPr>
              <a:t>Fourth level</a:t>
            </a:r>
            <a:endParaRPr lang="en-US" dirty="0"/>
          </a:p>
        </p:txBody>
      </p:sp>
      <p:sp>
        <p:nvSpPr>
          <p:cNvPr id="9" name="Content Placeholder 9"/>
          <p:cNvSpPr>
            <a:spLocks noGrp="1"/>
          </p:cNvSpPr>
          <p:nvPr>
            <p:ph sz="quarter" idx="14" hasCustomPrompt="1"/>
          </p:nvPr>
        </p:nvSpPr>
        <p:spPr>
          <a:xfrm>
            <a:off x="274320" y="1005840"/>
            <a:ext cx="5760720" cy="548640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Click to add text</a:t>
            </a:r>
          </a:p>
          <a:p>
            <a:pPr marL="365760" marR="0" lvl="1" indent="-273050" defTabSz="457200" fontAlgn="auto">
              <a:spcAft>
                <a:spcPts val="0"/>
              </a:spcAft>
              <a:buClr>
                <a:srgbClr val="147BD1"/>
              </a:buClr>
              <a:buSzTx/>
              <a:tabLst/>
            </a:pPr>
            <a:r>
              <a:rPr lang="en-US" dirty="0"/>
              <a:t>Second level</a:t>
            </a:r>
          </a:p>
          <a:p>
            <a:pPr marR="0" lvl="2" defTabSz="457200" fontAlgn="auto">
              <a:spcAft>
                <a:spcPts val="0"/>
              </a:spcAft>
              <a:buClr>
                <a:srgbClr val="147BD1"/>
              </a:buClr>
              <a:buSzPct val="100000"/>
              <a:tabLst/>
            </a:pPr>
            <a:r>
              <a:rPr lang="en-US" dirty="0"/>
              <a:t>Third level</a:t>
            </a:r>
          </a:p>
          <a:p>
            <a:pPr marR="0" lvl="3" defTabSz="457200" fontAlgn="auto">
              <a:spcAft>
                <a:spcPts val="0"/>
              </a:spcAft>
              <a:buClr>
                <a:srgbClr val="147BD1"/>
              </a:buClr>
              <a:buSzTx/>
              <a:tabLst/>
            </a:pPr>
            <a:r>
              <a:rPr lang="en-US" dirty="0"/>
              <a:t>Fourth level</a:t>
            </a:r>
          </a:p>
        </p:txBody>
      </p:sp>
      <p:sp>
        <p:nvSpPr>
          <p:cNvPr id="5" name="Title 4"/>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F6F84875-A15D-498A-8E18-279A5175E36D}"/>
              </a:ext>
            </a:extLst>
          </p:cNvPr>
          <p:cNvSpPr>
            <a:spLocks noGrp="1"/>
          </p:cNvSpPr>
          <p:nvPr>
            <p:ph type="ftr" sz="quarter" idx="15"/>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3" name="Slide Number Placeholder 2">
            <a:extLst>
              <a:ext uri="{FF2B5EF4-FFF2-40B4-BE49-F238E27FC236}">
                <a16:creationId xmlns:a16="http://schemas.microsoft.com/office/drawing/2014/main" id="{BC0EC008-9ABE-4AD0-959E-5FFE1BC0D8BA}"/>
              </a:ext>
            </a:extLst>
          </p:cNvPr>
          <p:cNvSpPr>
            <a:spLocks noGrp="1"/>
          </p:cNvSpPr>
          <p:nvPr>
            <p:ph type="sldNum" sz="quarter" idx="16"/>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644931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ar Only">
    <p:spTree>
      <p:nvGrpSpPr>
        <p:cNvPr id="1" name=""/>
        <p:cNvGrpSpPr/>
        <p:nvPr/>
      </p:nvGrpSpPr>
      <p:grpSpPr>
        <a:xfrm>
          <a:off x="0" y="0"/>
          <a:ext cx="0" cy="0"/>
          <a:chOff x="0" y="0"/>
          <a:chExt cx="0" cy="0"/>
        </a:xfrm>
      </p:grpSpPr>
      <p:sp>
        <p:nvSpPr>
          <p:cNvPr id="9" name="Content Placeholder 1"/>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dirty="0"/>
              <a:t>First level 20pt (insert: a brief intro that gives context when and where to apply procedure)</a:t>
            </a:r>
          </a:p>
          <a:p>
            <a:pPr marL="365760" lvl="1" indent="-274320">
              <a:buClr>
                <a:srgbClr val="147BD1"/>
              </a:buClr>
            </a:pPr>
            <a:r>
              <a:rPr lang="en-US" dirty="0"/>
              <a:t>Second level 18pt</a:t>
            </a:r>
          </a:p>
        </p:txBody>
      </p:sp>
      <p:sp>
        <p:nvSpPr>
          <p:cNvPr id="7" name="Title 6"/>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377EE016-AA7A-42D7-872B-183780FE8893}"/>
              </a:ext>
            </a:extLst>
          </p:cNvPr>
          <p:cNvSpPr>
            <a:spLocks noGrp="1"/>
          </p:cNvSpPr>
          <p:nvPr>
            <p:ph type="ftr" sz="quarter" idx="11"/>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5" name="Slide Number Placeholder 4">
            <a:extLst>
              <a:ext uri="{FF2B5EF4-FFF2-40B4-BE49-F238E27FC236}">
                <a16:creationId xmlns:a16="http://schemas.microsoft.com/office/drawing/2014/main" id="{5DFCB953-C5A3-4F66-A9D7-692AD9F737C8}"/>
              </a:ext>
            </a:extLst>
          </p:cNvPr>
          <p:cNvSpPr>
            <a:spLocks noGrp="1"/>
          </p:cNvSpPr>
          <p:nvPr>
            <p:ph type="sldNum" sz="quarter" idx="12"/>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3044827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ar and Content">
    <p:spTree>
      <p:nvGrpSpPr>
        <p:cNvPr id="1" name=""/>
        <p:cNvGrpSpPr/>
        <p:nvPr/>
      </p:nvGrpSpPr>
      <p:grpSpPr>
        <a:xfrm>
          <a:off x="0" y="0"/>
          <a:ext cx="0" cy="0"/>
          <a:chOff x="0" y="0"/>
          <a:chExt cx="0" cy="0"/>
        </a:xfrm>
      </p:grpSpPr>
      <p:sp>
        <p:nvSpPr>
          <p:cNvPr id="11" name="Content Placeholder 3"/>
          <p:cNvSpPr>
            <a:spLocks noGrp="1"/>
          </p:cNvSpPr>
          <p:nvPr>
            <p:ph idx="11" hasCustomPrompt="1"/>
          </p:nvPr>
        </p:nvSpPr>
        <p:spPr>
          <a:xfrm>
            <a:off x="274320" y="2468880"/>
            <a:ext cx="11612880" cy="402336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either: guideline, context, steps, solution, explanation  – with either: static image, table, video - For videos, or when it doesn’t fit here, add a separate Title Only slide)</a:t>
            </a:r>
          </a:p>
          <a:p>
            <a:pPr marL="365760" marR="0" lvl="1" indent="-273050" defTabSz="457200" fontAlgn="auto">
              <a:spcAft>
                <a:spcPts val="0"/>
              </a:spcAft>
              <a:buClr>
                <a:srgbClr val="147BD1"/>
              </a:buClr>
              <a:buSzTx/>
              <a:tabLst/>
            </a:pPr>
            <a:r>
              <a:rPr lang="en-US" dirty="0"/>
              <a:t>Second level 18pt</a:t>
            </a:r>
          </a:p>
          <a:p>
            <a:pPr marR="0" lvl="2" defTabSz="457200" fontAlgn="auto">
              <a:spcAft>
                <a:spcPts val="0"/>
              </a:spcAft>
              <a:buClr>
                <a:srgbClr val="147BD1"/>
              </a:buClr>
              <a:buSzPct val="100000"/>
              <a:tabLst/>
            </a:pPr>
            <a:r>
              <a:rPr lang="en-US" dirty="0"/>
              <a:t>Third level 16pt</a:t>
            </a:r>
          </a:p>
          <a:p>
            <a:pPr marR="0" lvl="3" defTabSz="457200" fontAlgn="auto">
              <a:spcAft>
                <a:spcPts val="0"/>
              </a:spcAft>
              <a:buClr>
                <a:srgbClr val="147BD1"/>
              </a:buClr>
              <a:buSzTx/>
              <a:tabLst/>
            </a:pPr>
            <a:r>
              <a:rPr lang="en-US" dirty="0"/>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dirty="0"/>
              <a:t>First level 20pt (insert either: best practice scenario, concept definition, tool breadcrumb, how to context, problem, command syntax)</a:t>
            </a:r>
          </a:p>
          <a:p>
            <a:pPr marL="365760" lvl="1" indent="-274320">
              <a:buClr>
                <a:srgbClr val="147BD1"/>
              </a:buClr>
            </a:pPr>
            <a:r>
              <a:rPr lang="en-US" dirty="0"/>
              <a:t>Second level 18pt</a:t>
            </a:r>
          </a:p>
        </p:txBody>
      </p:sp>
      <p:sp>
        <p:nvSpPr>
          <p:cNvPr id="12" name="Title 11"/>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C939D4E1-0DF6-4EF2-B523-D82DE6DC3353}"/>
              </a:ext>
            </a:extLst>
          </p:cNvPr>
          <p:cNvSpPr>
            <a:spLocks noGrp="1"/>
          </p:cNvSpPr>
          <p:nvPr>
            <p:ph type="ftr" sz="quarter" idx="12"/>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5" name="Slide Number Placeholder 4">
            <a:extLst>
              <a:ext uri="{FF2B5EF4-FFF2-40B4-BE49-F238E27FC236}">
                <a16:creationId xmlns:a16="http://schemas.microsoft.com/office/drawing/2014/main" id="{C0E0DCDB-B57E-4ECD-9E58-F6568DA9D975}"/>
              </a:ext>
            </a:extLst>
          </p:cNvPr>
          <p:cNvSpPr>
            <a:spLocks noGrp="1"/>
          </p:cNvSpPr>
          <p:nvPr>
            <p:ph type="sldNum" sz="quarter" idx="13"/>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12648262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ar">
    <p:spTree>
      <p:nvGrpSpPr>
        <p:cNvPr id="1" name=""/>
        <p:cNvGrpSpPr/>
        <p:nvPr/>
      </p:nvGrpSpPr>
      <p:grpSpPr>
        <a:xfrm>
          <a:off x="0" y="0"/>
          <a:ext cx="0" cy="0"/>
          <a:chOff x="0" y="0"/>
          <a:chExt cx="0" cy="0"/>
        </a:xfrm>
      </p:grpSpPr>
      <p:sp>
        <p:nvSpPr>
          <p:cNvPr id="3" name="Content Placeholder 4"/>
          <p:cNvSpPr>
            <a:spLocks noGrp="1"/>
          </p:cNvSpPr>
          <p:nvPr>
            <p:ph idx="1" hasCustomPrompt="1"/>
          </p:nvPr>
        </p:nvSpPr>
        <p:spPr>
          <a:xfrm>
            <a:off x="274320" y="4480560"/>
            <a:ext cx="11612880" cy="20116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either: static image, table, video – For videos, or when it doesn’t fit here, add a separate Title Only slide)</a:t>
            </a:r>
          </a:p>
          <a:p>
            <a:pPr marL="365760" marR="0" lvl="1" indent="-273050" defTabSz="457200" fontAlgn="auto">
              <a:spcAft>
                <a:spcPts val="0"/>
              </a:spcAft>
              <a:buClr>
                <a:srgbClr val="147BD1"/>
              </a:buClr>
              <a:buSzTx/>
              <a:tabLst/>
            </a:pPr>
            <a:r>
              <a:rPr lang="en-US" dirty="0"/>
              <a:t>Second level 18pt</a:t>
            </a:r>
          </a:p>
          <a:p>
            <a:pPr marR="0" lvl="2" defTabSz="457200" fontAlgn="auto">
              <a:spcAft>
                <a:spcPts val="0"/>
              </a:spcAft>
              <a:buClr>
                <a:srgbClr val="147BD1"/>
              </a:buClr>
              <a:buSzPct val="100000"/>
              <a:tabLst/>
            </a:pPr>
            <a:r>
              <a:rPr lang="en-US" dirty="0"/>
              <a:t>Third level 16pt</a:t>
            </a:r>
          </a:p>
          <a:p>
            <a:pPr marR="0" lvl="3" defTabSz="457200" fontAlgn="auto">
              <a:spcAft>
                <a:spcPts val="0"/>
              </a:spcAft>
              <a:buClr>
                <a:srgbClr val="147BD1"/>
              </a:buClr>
              <a:buSzTx/>
              <a:tabLst/>
            </a:pPr>
            <a:r>
              <a:rPr kumimoji="0" lang="en-US" sz="1400" b="0" i="0" u="none" strike="noStrike" kern="1200" cap="none" spc="0" normalizeH="0" baseline="0" noProof="0" dirty="0">
                <a:ln>
                  <a:noFill/>
                </a:ln>
                <a:solidFill>
                  <a:srgbClr val="000000"/>
                </a:solidFill>
                <a:effectLst/>
                <a:uLnTx/>
                <a:uFillTx/>
                <a:latin typeface="+mn-lt"/>
                <a:ea typeface="+mn-ea"/>
                <a:cs typeface="+mn-cs"/>
              </a:rPr>
              <a:t>Fourth level 14pt</a:t>
            </a:r>
            <a:endParaRPr lang="en-US" dirty="0"/>
          </a:p>
        </p:txBody>
      </p:sp>
      <p:sp>
        <p:nvSpPr>
          <p:cNvPr id="11" name="Content Placeholder 3"/>
          <p:cNvSpPr>
            <a:spLocks noGrp="1"/>
          </p:cNvSpPr>
          <p:nvPr>
            <p:ph idx="11" hasCustomPrompt="1"/>
          </p:nvPr>
        </p:nvSpPr>
        <p:spPr>
          <a:xfrm>
            <a:off x="274320" y="2468880"/>
            <a:ext cx="1161288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either: guideline, context, steps, solution, explanation)</a:t>
            </a:r>
          </a:p>
          <a:p>
            <a:pPr marL="365760" marR="0" lvl="1" indent="-273050" defTabSz="457200" fontAlgn="auto">
              <a:spcAft>
                <a:spcPts val="0"/>
              </a:spcAft>
              <a:buClr>
                <a:srgbClr val="147BD1"/>
              </a:buClr>
              <a:buSzTx/>
              <a:tabLst/>
            </a:pPr>
            <a:r>
              <a:rPr lang="en-US" dirty="0"/>
              <a:t>Second level 18pt</a:t>
            </a:r>
          </a:p>
          <a:p>
            <a:pPr marR="0" lvl="2" defTabSz="457200" fontAlgn="auto">
              <a:spcAft>
                <a:spcPts val="0"/>
              </a:spcAft>
              <a:buClr>
                <a:srgbClr val="147BD1"/>
              </a:buClr>
              <a:buSzPct val="100000"/>
              <a:tabLst/>
            </a:pPr>
            <a:r>
              <a:rPr lang="en-US" dirty="0"/>
              <a:t>Third level 16pt</a:t>
            </a:r>
          </a:p>
          <a:p>
            <a:pPr marR="0" lvl="3" defTabSz="457200" fontAlgn="auto">
              <a:spcAft>
                <a:spcPts val="0"/>
              </a:spcAft>
              <a:buClr>
                <a:srgbClr val="147BD1"/>
              </a:buClr>
              <a:buSzTx/>
              <a:tabLst/>
            </a:pPr>
            <a:r>
              <a:rPr lang="en-US" dirty="0"/>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dirty="0"/>
              <a:t>First level 20pt (insert either: best practice scenario, concept definition, tool breadcrumb, how to context, problem, command syntax)</a:t>
            </a:r>
          </a:p>
          <a:p>
            <a:pPr marL="365760" lvl="1" indent="-274320">
              <a:buClr>
                <a:srgbClr val="147BD1"/>
              </a:buClr>
            </a:pPr>
            <a:r>
              <a:rPr lang="en-US" dirty="0"/>
              <a:t>Second level 18pt</a:t>
            </a:r>
          </a:p>
        </p:txBody>
      </p:sp>
      <p:sp>
        <p:nvSpPr>
          <p:cNvPr id="12" name="Title 11"/>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8981B8EB-35A0-4720-BA0B-2DBA337B4FE4}"/>
              </a:ext>
            </a:extLst>
          </p:cNvPr>
          <p:cNvSpPr>
            <a:spLocks noGrp="1"/>
          </p:cNvSpPr>
          <p:nvPr>
            <p:ph type="ftr" sz="quarter" idx="12"/>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4" name="Slide Number Placeholder 3">
            <a:extLst>
              <a:ext uri="{FF2B5EF4-FFF2-40B4-BE49-F238E27FC236}">
                <a16:creationId xmlns:a16="http://schemas.microsoft.com/office/drawing/2014/main" id="{0591A286-1505-4FF0-8F20-4CF88366AB56}"/>
              </a:ext>
            </a:extLst>
          </p:cNvPr>
          <p:cNvSpPr>
            <a:spLocks noGrp="1"/>
          </p:cNvSpPr>
          <p:nvPr>
            <p:ph type="sldNum" sz="quarter" idx="13"/>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19805551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ars">
    <p:spTree>
      <p:nvGrpSpPr>
        <p:cNvPr id="1" name=""/>
        <p:cNvGrpSpPr/>
        <p:nvPr/>
      </p:nvGrpSpPr>
      <p:grpSpPr>
        <a:xfrm>
          <a:off x="0" y="0"/>
          <a:ext cx="0" cy="0"/>
          <a:chOff x="0" y="0"/>
          <a:chExt cx="0" cy="0"/>
        </a:xfrm>
      </p:grpSpPr>
      <p:sp>
        <p:nvSpPr>
          <p:cNvPr id="3" name="Content Placeholder 2"/>
          <p:cNvSpPr>
            <a:spLocks noGrp="1"/>
          </p:cNvSpPr>
          <p:nvPr>
            <p:ph idx="11" hasCustomPrompt="1"/>
          </p:nvPr>
        </p:nvSpPr>
        <p:spPr>
          <a:xfrm>
            <a:off x="274320" y="2377440"/>
            <a:ext cx="11612880" cy="1371600"/>
          </a:xfrm>
          <a:prstGeom prst="rect">
            <a:avLst/>
          </a:prstGeom>
          <a:noFill/>
        </p:spPr>
        <p:txBody>
          <a:bodyPr lIns="91440" tIns="91440" rIns="91440" bIns="91440" anchor="t" anchorCtr="0">
            <a:normAutofit/>
          </a:bodyPr>
          <a:lstStyle>
            <a:lvl1pPr marL="0" indent="0">
              <a:buNone/>
              <a:defRPr sz="2000" baseline="0">
                <a:solidFill>
                  <a:schemeClr val="tx1"/>
                </a:solidFill>
              </a:defRPr>
            </a:lvl1pPr>
            <a:lvl2pPr marL="365760" marR="0" indent="-274320" algn="l" defTabSz="914400" rtl="0" eaLnBrk="1" fontAlgn="auto" latinLnBrk="0" hangingPunct="1">
              <a:lnSpc>
                <a:spcPct val="100000"/>
              </a:lnSpc>
              <a:spcBef>
                <a:spcPts val="1200"/>
              </a:spcBef>
              <a:spcAft>
                <a:spcPts val="0"/>
              </a:spcAft>
              <a:buClr>
                <a:srgbClr val="147BD1"/>
              </a:buClr>
              <a:buSzPct val="100000"/>
              <a:buFont typeface="Arial" panose="020B0604020202020204" pitchFamily="34" charset="0"/>
              <a:buChar char="●"/>
              <a:tabLst/>
              <a:defRPr/>
            </a:lvl2pPr>
            <a:lvl3pPr>
              <a:defRPr/>
            </a:lvl3pPr>
          </a:lstStyle>
          <a:p>
            <a:r>
              <a:rPr lang="en-US" dirty="0"/>
              <a:t>First level 20pt (insert either: detailed solution, guideline, answer, or definition)</a:t>
            </a:r>
          </a:p>
          <a:p>
            <a:pPr marL="378460" marR="0" lvl="1" indent="-285750" algn="l" defTabSz="914400" rtl="0" eaLnBrk="1" fontAlgn="auto" latinLnBrk="0" hangingPunct="1">
              <a:lnSpc>
                <a:spcPct val="100000"/>
              </a:lnSpc>
              <a:spcBef>
                <a:spcPts val="1200"/>
              </a:spcBef>
              <a:spcAft>
                <a:spcPts val="0"/>
              </a:spcAft>
              <a:buClr>
                <a:srgbClr val="147BD1"/>
              </a:buClr>
              <a:buSzPct val="100000"/>
              <a:buFont typeface="Arial" panose="020B0604020202020204" pitchFamily="34" charset="0"/>
              <a:buChar char="●"/>
              <a:tabLst/>
              <a:defRPr/>
            </a:pPr>
            <a:r>
              <a:rPr lang="en-US" dirty="0"/>
              <a:t>Second level 18pt</a:t>
            </a:r>
          </a:p>
          <a:p>
            <a:pPr lvl="2"/>
            <a:r>
              <a:rPr lang="en-US" dirty="0"/>
              <a:t>Third level 16pt</a:t>
            </a:r>
          </a:p>
        </p:txBody>
      </p:sp>
      <p:sp>
        <p:nvSpPr>
          <p:cNvPr id="7" name="Content Placeholder 2"/>
          <p:cNvSpPr>
            <a:spLocks noGrp="1"/>
          </p:cNvSpPr>
          <p:nvPr>
            <p:ph idx="12" hasCustomPrompt="1"/>
          </p:nvPr>
        </p:nvSpPr>
        <p:spPr>
          <a:xfrm>
            <a:off x="274320" y="5120640"/>
            <a:ext cx="11612880" cy="1371600"/>
          </a:xfrm>
          <a:prstGeom prst="rect">
            <a:avLst/>
          </a:prstGeom>
          <a:noFill/>
        </p:spPr>
        <p:txBody>
          <a:bodyPr lIns="91440" tIns="91440" rIns="91440" bIns="91440" anchor="t" anchorCtr="0">
            <a:normAutofit/>
          </a:bodyPr>
          <a:lstStyle>
            <a:lvl1pPr marL="0" indent="0">
              <a:buNone/>
              <a:defRPr sz="2000" baseline="0">
                <a:solidFill>
                  <a:schemeClr val="tx1"/>
                </a:solidFill>
              </a:defRPr>
            </a:lvl1pPr>
          </a:lstStyle>
          <a:p>
            <a:r>
              <a:rPr lang="en-US" dirty="0"/>
              <a:t>First level 20pt (insert either: detailed solution, guideline, answer, or definition)</a:t>
            </a:r>
          </a:p>
          <a:p>
            <a:pPr lvl="1"/>
            <a:r>
              <a:rPr lang="en-US" dirty="0"/>
              <a:t>Second level 18pt</a:t>
            </a:r>
          </a:p>
          <a:p>
            <a:pPr lvl="2"/>
            <a:r>
              <a:rPr lang="en-US" dirty="0"/>
              <a:t>Third level 16pt</a:t>
            </a:r>
          </a:p>
        </p:txBody>
      </p:sp>
      <p:sp>
        <p:nvSpPr>
          <p:cNvPr id="12"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First level 20pt (insert either: description of problem, scenario, question, or glossary term)</a:t>
            </a:r>
          </a:p>
          <a:p>
            <a:pPr marL="365760" lvl="1" indent="-274320">
              <a:buClr>
                <a:srgbClr val="147BD1"/>
              </a:buClr>
            </a:pPr>
            <a:r>
              <a:rPr lang="en-US" dirty="0"/>
              <a:t>Second level 18pt</a:t>
            </a:r>
          </a:p>
          <a:p>
            <a:pPr lvl="2">
              <a:buClr>
                <a:srgbClr val="147BD1"/>
              </a:buClr>
              <a:buSzPct val="100000"/>
            </a:pPr>
            <a:r>
              <a:rPr lang="en-US" dirty="0"/>
              <a:t>Third level 16pt</a:t>
            </a:r>
          </a:p>
        </p:txBody>
      </p:sp>
      <p:sp>
        <p:nvSpPr>
          <p:cNvPr id="13" name="Content Placeholder 2"/>
          <p:cNvSpPr>
            <a:spLocks noGrp="1"/>
          </p:cNvSpPr>
          <p:nvPr>
            <p:ph idx="13" hasCustomPrompt="1"/>
          </p:nvPr>
        </p:nvSpPr>
        <p:spPr>
          <a:xfrm>
            <a:off x="640080" y="37490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First level 20pt (insert either: description of problem, scenario, question, or glossary term)</a:t>
            </a:r>
          </a:p>
          <a:p>
            <a:pPr marL="365760" lvl="1" indent="-274320">
              <a:buClr>
                <a:srgbClr val="147BD1"/>
              </a:buClr>
            </a:pPr>
            <a:r>
              <a:rPr lang="en-US" dirty="0"/>
              <a:t>Second level 18pt</a:t>
            </a:r>
          </a:p>
          <a:p>
            <a:pPr lvl="2">
              <a:buClr>
                <a:srgbClr val="147BD1"/>
              </a:buClr>
              <a:buSzPct val="100000"/>
            </a:pPr>
            <a:r>
              <a:rPr lang="en-US" dirty="0"/>
              <a:t>Third level 16pt</a:t>
            </a:r>
          </a:p>
        </p:txBody>
      </p:sp>
      <p:sp>
        <p:nvSpPr>
          <p:cNvPr id="5" name="Title 4"/>
          <p:cNvSpPr>
            <a:spLocks noGrp="1"/>
          </p:cNvSpPr>
          <p:nvPr>
            <p:ph type="title"/>
          </p:nvPr>
        </p:nvSpPr>
        <p:spPr/>
        <p:txBody>
          <a:bodyPr/>
          <a:lstStyle/>
          <a:p>
            <a:r>
              <a:rPr lang="en-US"/>
              <a:t>Click to edit Master title style</a:t>
            </a:r>
          </a:p>
        </p:txBody>
      </p:sp>
      <p:sp>
        <p:nvSpPr>
          <p:cNvPr id="6" name="Footer Placeholder 5">
            <a:extLst>
              <a:ext uri="{FF2B5EF4-FFF2-40B4-BE49-F238E27FC236}">
                <a16:creationId xmlns:a16="http://schemas.microsoft.com/office/drawing/2014/main" id="{40220F37-9518-4251-B3C2-FC5942379D76}"/>
              </a:ext>
            </a:extLst>
          </p:cNvPr>
          <p:cNvSpPr>
            <a:spLocks noGrp="1"/>
          </p:cNvSpPr>
          <p:nvPr>
            <p:ph type="ftr"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8" name="Slide Number Placeholder 7">
            <a:extLst>
              <a:ext uri="{FF2B5EF4-FFF2-40B4-BE49-F238E27FC236}">
                <a16:creationId xmlns:a16="http://schemas.microsoft.com/office/drawing/2014/main" id="{DFD7B36B-8CE4-4D2F-94B8-62B2DFCB66DA}"/>
              </a:ext>
            </a:extLst>
          </p:cNvPr>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11014132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ar Compare">
    <p:spTree>
      <p:nvGrpSpPr>
        <p:cNvPr id="1" name=""/>
        <p:cNvGrpSpPr/>
        <p:nvPr/>
      </p:nvGrpSpPr>
      <p:grpSpPr>
        <a:xfrm>
          <a:off x="0" y="0"/>
          <a:ext cx="0" cy="0"/>
          <a:chOff x="0" y="0"/>
          <a:chExt cx="0" cy="0"/>
        </a:xfrm>
      </p:grpSpPr>
      <p:sp>
        <p:nvSpPr>
          <p:cNvPr id="13" name="Content Placeholder 4"/>
          <p:cNvSpPr>
            <a:spLocks noGrp="1"/>
          </p:cNvSpPr>
          <p:nvPr>
            <p:ph idx="1" hasCustomPrompt="1"/>
          </p:nvPr>
        </p:nvSpPr>
        <p:spPr>
          <a:xfrm>
            <a:off x="6126480" y="2468880"/>
            <a:ext cx="5760720" cy="4023360"/>
          </a:xfrm>
          <a:prstGeom prst="rect">
            <a:avLst/>
          </a:prstGeom>
        </p:spPr>
        <p:txBody>
          <a:bodyPr vert="horz" lIns="91440" tIns="45720" rIns="91440" bIns="45720" rtlCol="0">
            <a:normAutofit/>
          </a:bodyPr>
          <a:lstStyle>
            <a:lvl1pPr>
              <a:defRPr lang="en-US" dirty="0"/>
            </a:lvl1pPr>
            <a:lvl2pPr>
              <a:defRPr lang="en-US" noProof="0" dirty="0"/>
            </a:lvl2pPr>
            <a:lvl3pPr>
              <a:defRPr lang="en-US" noProof="0" dirty="0"/>
            </a:lvl3pPr>
            <a:lvl4pPr>
              <a:defRPr lang="en-US" dirty="0"/>
            </a:lvl4pPr>
          </a:lstStyle>
          <a:p>
            <a:pPr lvl="0"/>
            <a:r>
              <a:rPr lang="en-US" dirty="0"/>
              <a:t>First level 20pt (insert either: static image, table, video – For videos, or when it doesn’t fit here, add a separate Title Only slide)</a:t>
            </a:r>
          </a:p>
          <a:p>
            <a:pPr marL="365760" marR="0" lvl="1" indent="-273050" defTabSz="457200" fontAlgn="auto">
              <a:spcAft>
                <a:spcPts val="0"/>
              </a:spcAft>
              <a:buSzTx/>
              <a:tabLst/>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 18pt</a:t>
            </a:r>
          </a:p>
          <a:p>
            <a:pPr marR="0" lvl="2" defTabSz="457200" fontAlgn="auto">
              <a:spcAft>
                <a:spcPts val="0"/>
              </a:spcAft>
              <a:buSzPct val="100000"/>
              <a:tabLst/>
            </a:pPr>
            <a:r>
              <a:rPr kumimoji="0" lang="en-US" sz="1600" b="0" i="0" u="none" strike="noStrike" kern="1200" cap="none" spc="0" normalizeH="0" baseline="0" noProof="0" dirty="0">
                <a:ln>
                  <a:noFill/>
                </a:ln>
                <a:solidFill>
                  <a:srgbClr val="000000"/>
                </a:solidFill>
                <a:effectLst/>
                <a:uLnTx/>
                <a:uFillTx/>
                <a:latin typeface="+mn-lt"/>
                <a:ea typeface="+mn-ea"/>
                <a:cs typeface="+mn-cs"/>
              </a:rPr>
              <a:t>Third level 16pt</a:t>
            </a:r>
          </a:p>
          <a:p>
            <a:pPr marR="0" lvl="3" defTabSz="457200" fontAlgn="auto">
              <a:spcAft>
                <a:spcPts val="0"/>
              </a:spcAft>
              <a:buSzTx/>
              <a:tabLst/>
            </a:pPr>
            <a:r>
              <a:rPr kumimoji="0" lang="en-US" sz="1400" b="0" i="0" u="none" strike="noStrike" kern="1200" cap="none" spc="0" normalizeH="0" baseline="0" noProof="0" dirty="0">
                <a:ln>
                  <a:noFill/>
                </a:ln>
                <a:solidFill>
                  <a:srgbClr val="000000"/>
                </a:solidFill>
                <a:effectLst/>
                <a:uLnTx/>
                <a:uFillTx/>
                <a:latin typeface="+mn-lt"/>
                <a:ea typeface="+mn-ea"/>
                <a:cs typeface="+mn-cs"/>
              </a:rPr>
              <a:t>Fourth level 14pt</a:t>
            </a:r>
            <a:endParaRPr lang="en-US" dirty="0"/>
          </a:p>
        </p:txBody>
      </p:sp>
      <p:sp>
        <p:nvSpPr>
          <p:cNvPr id="10" name="Content Placeholder 3"/>
          <p:cNvSpPr>
            <a:spLocks noGrp="1"/>
          </p:cNvSpPr>
          <p:nvPr>
            <p:ph idx="13" hasCustomPrompt="1"/>
          </p:nvPr>
        </p:nvSpPr>
        <p:spPr>
          <a:xfrm>
            <a:off x="274320" y="2468880"/>
            <a:ext cx="5760720" cy="402336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either: guideline, context, steps, solution, explanation)</a:t>
            </a:r>
          </a:p>
          <a:p>
            <a:pPr marL="365760" marR="0" lvl="1" indent="-273050" defTabSz="457200" fontAlgn="auto">
              <a:spcAft>
                <a:spcPts val="0"/>
              </a:spcAft>
              <a:buSzTx/>
              <a:tabLst/>
            </a:pPr>
            <a:r>
              <a:rPr lang="en-US" dirty="0"/>
              <a:t>Second level 18pt</a:t>
            </a:r>
          </a:p>
          <a:p>
            <a:pPr marR="0" lvl="2" defTabSz="457200" fontAlgn="auto">
              <a:spcAft>
                <a:spcPts val="0"/>
              </a:spcAft>
              <a:buSzPct val="100000"/>
              <a:tabLst/>
            </a:pPr>
            <a:r>
              <a:rPr lang="en-US" dirty="0"/>
              <a:t>Third level 16pt</a:t>
            </a:r>
          </a:p>
          <a:p>
            <a:pPr marR="0" lvl="3" defTabSz="457200" fontAlgn="auto">
              <a:spcAft>
                <a:spcPts val="0"/>
              </a:spcAft>
              <a:buSzTx/>
              <a:tabLst/>
            </a:pPr>
            <a:r>
              <a:rPr lang="en-US" dirty="0"/>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dirty="0"/>
              <a:t>First level 20pt (insert either: best practice scenario, concept definition, tool breadcrumb, how to context, problem, command syntax)</a:t>
            </a:r>
          </a:p>
          <a:p>
            <a:pPr marL="365760" lvl="1" indent="-274320"/>
            <a:r>
              <a:rPr lang="en-US" dirty="0"/>
              <a:t>Second level 18pt</a:t>
            </a:r>
          </a:p>
        </p:txBody>
      </p:sp>
      <p:sp>
        <p:nvSpPr>
          <p:cNvPr id="5" name="Title 4"/>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7C6565F7-10BC-4F90-AFB7-9BC557BA1573}"/>
              </a:ext>
            </a:extLst>
          </p:cNvPr>
          <p:cNvSpPr>
            <a:spLocks noGrp="1"/>
          </p:cNvSpPr>
          <p:nvPr>
            <p:ph type="ftr" sz="quarter" idx="14"/>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6" name="Slide Number Placeholder 5">
            <a:extLst>
              <a:ext uri="{FF2B5EF4-FFF2-40B4-BE49-F238E27FC236}">
                <a16:creationId xmlns:a16="http://schemas.microsoft.com/office/drawing/2014/main" id="{61F539B4-B62E-450B-8A1E-91E4BC0CFF2A}"/>
              </a:ext>
            </a:extLst>
          </p:cNvPr>
          <p:cNvSpPr>
            <a:spLocks noGrp="1"/>
          </p:cNvSpPr>
          <p:nvPr>
            <p:ph type="sldNum" sz="quarter" idx="15"/>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683286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x Only">
    <p:spTree>
      <p:nvGrpSpPr>
        <p:cNvPr id="1" name=""/>
        <p:cNvGrpSpPr/>
        <p:nvPr/>
      </p:nvGrpSpPr>
      <p:grpSpPr>
        <a:xfrm>
          <a:off x="0" y="0"/>
          <a:ext cx="0" cy="0"/>
          <a:chOff x="0" y="0"/>
          <a:chExt cx="0" cy="0"/>
        </a:xfrm>
      </p:grpSpPr>
      <p:sp>
        <p:nvSpPr>
          <p:cNvPr id="9" name="Content Placeholder 2"/>
          <p:cNvSpPr>
            <a:spLocks noGrp="1"/>
          </p:cNvSpPr>
          <p:nvPr>
            <p:ph idx="10" hasCustomPrompt="1"/>
          </p:nvPr>
        </p:nvSpPr>
        <p:spPr>
          <a:xfrm>
            <a:off x="640080" y="1005840"/>
            <a:ext cx="5120640" cy="27432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First level 20pt (insert: a brief intro that gives context when and where to apply procedure)</a:t>
            </a:r>
          </a:p>
          <a:p>
            <a:pPr marL="365760" lvl="1" indent="-274320">
              <a:buClr>
                <a:srgbClr val="147BD1"/>
              </a:buClr>
            </a:pPr>
            <a:r>
              <a:rPr lang="en-US" dirty="0"/>
              <a:t>Second level 18pt</a:t>
            </a:r>
          </a:p>
          <a:p>
            <a:pPr lvl="2">
              <a:buClr>
                <a:srgbClr val="147BD1"/>
              </a:buClr>
              <a:buSzPct val="100000"/>
            </a:pPr>
            <a:r>
              <a:rPr lang="en-US" dirty="0"/>
              <a:t>Third level 16pt</a:t>
            </a:r>
          </a:p>
        </p:txBody>
      </p:sp>
      <p:sp>
        <p:nvSpPr>
          <p:cNvPr id="4" name="Title 3"/>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23478DC9-5E4C-4C9B-8157-E7D3C3316F94}"/>
              </a:ext>
            </a:extLst>
          </p:cNvPr>
          <p:cNvSpPr>
            <a:spLocks noGrp="1"/>
          </p:cNvSpPr>
          <p:nvPr>
            <p:ph type="ftr" sz="quarter" idx="11"/>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6" name="Slide Number Placeholder 5">
            <a:extLst>
              <a:ext uri="{FF2B5EF4-FFF2-40B4-BE49-F238E27FC236}">
                <a16:creationId xmlns:a16="http://schemas.microsoft.com/office/drawing/2014/main" id="{C5803C82-9158-4E23-9E4A-F2D03FF73E73}"/>
              </a:ext>
            </a:extLst>
          </p:cNvPr>
          <p:cNvSpPr>
            <a:spLocks noGrp="1"/>
          </p:cNvSpPr>
          <p:nvPr>
            <p:ph type="sldNum" sz="quarter" idx="12"/>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5619790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ox">
    <p:spTree>
      <p:nvGrpSpPr>
        <p:cNvPr id="1" name=""/>
        <p:cNvGrpSpPr/>
        <p:nvPr/>
      </p:nvGrpSpPr>
      <p:grpSpPr>
        <a:xfrm>
          <a:off x="0" y="0"/>
          <a:ext cx="0" cy="0"/>
          <a:chOff x="0" y="0"/>
          <a:chExt cx="0" cy="0"/>
        </a:xfrm>
      </p:grpSpPr>
      <p:sp>
        <p:nvSpPr>
          <p:cNvPr id="14" name="Content Placeholder 4">
            <a:extLst>
              <a:ext uri="{FF2B5EF4-FFF2-40B4-BE49-F238E27FC236}">
                <a16:creationId xmlns:a16="http://schemas.microsoft.com/office/drawing/2014/main" id="{DF84C0E8-A906-441E-92E6-9B935620E63F}"/>
              </a:ext>
            </a:extLst>
          </p:cNvPr>
          <p:cNvSpPr>
            <a:spLocks noGrp="1"/>
          </p:cNvSpPr>
          <p:nvPr>
            <p:ph idx="1" hasCustomPrompt="1"/>
          </p:nvPr>
        </p:nvSpPr>
        <p:spPr>
          <a:xfrm>
            <a:off x="5943600" y="1009356"/>
            <a:ext cx="5943600" cy="5486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either: static image, table, video – For videos, or when it doesn’t fit here, add a separate Title Only slide)</a:t>
            </a:r>
          </a:p>
          <a:p>
            <a:pPr lvl="1"/>
            <a:r>
              <a:rPr lang="en-US" dirty="0"/>
              <a:t>Second level 18pt</a:t>
            </a:r>
          </a:p>
          <a:p>
            <a:pPr lvl="2"/>
            <a:r>
              <a:rPr lang="en-US" dirty="0"/>
              <a:t>Third level 16pt</a:t>
            </a:r>
          </a:p>
          <a:p>
            <a:pPr lvl="3"/>
            <a:r>
              <a:rPr lang="en-US" dirty="0"/>
              <a:t>Fourth level 14pt</a:t>
            </a:r>
          </a:p>
        </p:txBody>
      </p:sp>
      <p:sp>
        <p:nvSpPr>
          <p:cNvPr id="15" name="Content Placeholder 3">
            <a:extLst>
              <a:ext uri="{FF2B5EF4-FFF2-40B4-BE49-F238E27FC236}">
                <a16:creationId xmlns:a16="http://schemas.microsoft.com/office/drawing/2014/main" id="{A731B7C3-130F-46CD-8A0C-EF412D94C096}"/>
              </a:ext>
            </a:extLst>
          </p:cNvPr>
          <p:cNvSpPr>
            <a:spLocks noGrp="1"/>
          </p:cNvSpPr>
          <p:nvPr>
            <p:ph idx="11" hasCustomPrompt="1"/>
          </p:nvPr>
        </p:nvSpPr>
        <p:spPr>
          <a:xfrm>
            <a:off x="274320" y="2468880"/>
            <a:ext cx="5577840" cy="402336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stStyle>
          <a:p>
            <a:pPr lvl="0"/>
            <a:r>
              <a:rPr lang="en-US" dirty="0"/>
              <a:t>First level 20pt (insert either: guideline, context, steps, solution, explanation)</a:t>
            </a:r>
          </a:p>
          <a:p>
            <a:pPr lvl="1"/>
            <a:r>
              <a:rPr lang="en-US" dirty="0"/>
              <a:t>Second level 18pt</a:t>
            </a:r>
          </a:p>
          <a:p>
            <a:pPr lvl="2"/>
            <a:r>
              <a:rPr lang="en-US" dirty="0"/>
              <a:t>Third level 16pt</a:t>
            </a:r>
          </a:p>
        </p:txBody>
      </p:sp>
      <p:sp>
        <p:nvSpPr>
          <p:cNvPr id="16" name="Content Placeholder 2">
            <a:extLst>
              <a:ext uri="{FF2B5EF4-FFF2-40B4-BE49-F238E27FC236}">
                <a16:creationId xmlns:a16="http://schemas.microsoft.com/office/drawing/2014/main" id="{E191D080-9783-4FA7-8BF7-A18F4AFB21C0}"/>
              </a:ext>
            </a:extLst>
          </p:cNvPr>
          <p:cNvSpPr>
            <a:spLocks noGrp="1"/>
          </p:cNvSpPr>
          <p:nvPr>
            <p:ph idx="10" hasCustomPrompt="1"/>
          </p:nvPr>
        </p:nvSpPr>
        <p:spPr>
          <a:xfrm>
            <a:off x="640080" y="1005840"/>
            <a:ext cx="521208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marL="182880" indent="-182880">
              <a:spcBef>
                <a:spcPts val="600"/>
              </a:spcBef>
              <a:defRPr lang="en-US" baseline="0" dirty="0">
                <a:solidFill>
                  <a:srgbClr val="333333"/>
                </a:solidFill>
              </a:defRPr>
            </a:lvl2pPr>
            <a:lvl3pPr>
              <a:defRPr lang="en-US" baseline="0" dirty="0">
                <a:solidFill>
                  <a:srgbClr val="333333"/>
                </a:solidFill>
              </a:defRPr>
            </a:lvl3pPr>
          </a:lstStyle>
          <a:p>
            <a:pPr lvl="0"/>
            <a:r>
              <a:rPr lang="en-US" dirty="0"/>
              <a:t>First level 20pt (add: scenario, definition, breadcrumb, context, problem, syntax)</a:t>
            </a:r>
          </a:p>
          <a:p>
            <a:pPr marL="365760" lvl="1" indent="-274320"/>
            <a:r>
              <a:rPr lang="en-US" dirty="0"/>
              <a:t>Second level 18pt</a:t>
            </a:r>
          </a:p>
        </p:txBody>
      </p:sp>
      <p:sp>
        <p:nvSpPr>
          <p:cNvPr id="19" name="Title 3">
            <a:extLst>
              <a:ext uri="{FF2B5EF4-FFF2-40B4-BE49-F238E27FC236}">
                <a16:creationId xmlns:a16="http://schemas.microsoft.com/office/drawing/2014/main" id="{7B8C9E1D-196B-4CA2-9A61-1678C01CA0E2}"/>
              </a:ext>
            </a:extLst>
          </p:cNvPr>
          <p:cNvSpPr>
            <a:spLocks noGrp="1"/>
          </p:cNvSpPr>
          <p:nvPr>
            <p:ph type="title"/>
          </p:nvPr>
        </p:nvSpPr>
        <p:spPr>
          <a:xfrm>
            <a:off x="274320" y="91440"/>
            <a:ext cx="11612880" cy="868680"/>
          </a:xfrm>
        </p:spPr>
        <p:txBody>
          <a:bodyPr/>
          <a:lstStyle/>
          <a:p>
            <a:r>
              <a:rPr lang="en-US"/>
              <a:t>Click to edit Master title style</a:t>
            </a:r>
          </a:p>
        </p:txBody>
      </p:sp>
      <p:sp>
        <p:nvSpPr>
          <p:cNvPr id="2" name="Footer Placeholder 1">
            <a:extLst>
              <a:ext uri="{FF2B5EF4-FFF2-40B4-BE49-F238E27FC236}">
                <a16:creationId xmlns:a16="http://schemas.microsoft.com/office/drawing/2014/main" id="{1EE7643B-8695-405A-BF19-FEC0A2ED9259}"/>
              </a:ext>
            </a:extLst>
          </p:cNvPr>
          <p:cNvSpPr>
            <a:spLocks noGrp="1"/>
          </p:cNvSpPr>
          <p:nvPr>
            <p:ph type="ftr" sz="quarter" idx="12"/>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3" name="Slide Number Placeholder 2">
            <a:extLst>
              <a:ext uri="{FF2B5EF4-FFF2-40B4-BE49-F238E27FC236}">
                <a16:creationId xmlns:a16="http://schemas.microsoft.com/office/drawing/2014/main" id="{11177E20-32E7-4629-9984-E538F6962752}"/>
              </a:ext>
            </a:extLst>
          </p:cNvPr>
          <p:cNvSpPr>
            <a:spLocks noGrp="1"/>
          </p:cNvSpPr>
          <p:nvPr>
            <p:ph type="sldNum" sz="quarter" idx="13"/>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35955740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oxes">
    <p:spTree>
      <p:nvGrpSpPr>
        <p:cNvPr id="1" name=""/>
        <p:cNvGrpSpPr/>
        <p:nvPr/>
      </p:nvGrpSpPr>
      <p:grpSpPr>
        <a:xfrm>
          <a:off x="0" y="0"/>
          <a:ext cx="0" cy="0"/>
          <a:chOff x="0" y="0"/>
          <a:chExt cx="0" cy="0"/>
        </a:xfrm>
      </p:grpSpPr>
      <p:sp>
        <p:nvSpPr>
          <p:cNvPr id="11" name="Content Placeholder 2"/>
          <p:cNvSpPr>
            <a:spLocks noGrp="1"/>
          </p:cNvSpPr>
          <p:nvPr>
            <p:ph idx="11" hasCustomPrompt="1"/>
          </p:nvPr>
        </p:nvSpPr>
        <p:spPr>
          <a:xfrm>
            <a:off x="276128" y="2468880"/>
            <a:ext cx="5760720" cy="4023360"/>
          </a:xfrm>
          <a:prstGeom prst="rect">
            <a:avLst/>
          </a:prstGeom>
        </p:spPr>
        <p:txBody>
          <a:bodyPr vert="horz" lIns="91440" tIns="91440" rIns="91440" bIns="91440" rtlCol="0">
            <a:normAutofit/>
          </a:bodyPr>
          <a:lstStyle>
            <a:lvl1pPr>
              <a:defRPr lang="en-US" dirty="0"/>
            </a:lvl1pPr>
            <a:lvl2pPr>
              <a:defRPr/>
            </a:lvl2pPr>
          </a:lstStyle>
          <a:p>
            <a:pPr lvl="0"/>
            <a:r>
              <a:rPr lang="en-US" dirty="0"/>
              <a:t>First level 20pt (insert either: guideline, context, solution, answer)</a:t>
            </a:r>
          </a:p>
          <a:p>
            <a:pPr lvl="1"/>
            <a:r>
              <a:rPr lang="en-US" dirty="0"/>
              <a:t>Second level 18pt</a:t>
            </a:r>
          </a:p>
          <a:p>
            <a:pPr lvl="2"/>
            <a:r>
              <a:rPr lang="en-US" dirty="0"/>
              <a:t>Third level 16pt</a:t>
            </a:r>
          </a:p>
        </p:txBody>
      </p:sp>
      <p:sp>
        <p:nvSpPr>
          <p:cNvPr id="9" name="Content Placeholder 2"/>
          <p:cNvSpPr>
            <a:spLocks noGrp="1"/>
          </p:cNvSpPr>
          <p:nvPr>
            <p:ph idx="10" hasCustomPrompt="1"/>
          </p:nvPr>
        </p:nvSpPr>
        <p:spPr>
          <a:xfrm>
            <a:off x="64008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First level 20pt (insert either: scenario, definition, problem, question)</a:t>
            </a:r>
          </a:p>
          <a:p>
            <a:pPr marL="365760" lvl="1" indent="-274320">
              <a:buClr>
                <a:srgbClr val="147BD1"/>
              </a:buClr>
            </a:pPr>
            <a:r>
              <a:rPr lang="en-US" dirty="0"/>
              <a:t>Second level 18pt</a:t>
            </a:r>
          </a:p>
        </p:txBody>
      </p:sp>
      <p:sp>
        <p:nvSpPr>
          <p:cNvPr id="15" name="Content Placeholder 2"/>
          <p:cNvSpPr>
            <a:spLocks noGrp="1"/>
          </p:cNvSpPr>
          <p:nvPr>
            <p:ph idx="12" hasCustomPrompt="1"/>
          </p:nvPr>
        </p:nvSpPr>
        <p:spPr>
          <a:xfrm>
            <a:off x="6126480" y="2468880"/>
            <a:ext cx="5760720" cy="4023360"/>
          </a:xfrm>
          <a:prstGeom prst="rect">
            <a:avLst/>
          </a:prstGeom>
        </p:spPr>
        <p:txBody>
          <a:bodyPr vert="horz" lIns="91440" tIns="91440" rIns="91440" bIns="91440" rtlCol="0">
            <a:normAutofit/>
          </a:bodyPr>
          <a:lstStyle>
            <a:lvl1pPr>
              <a:defRPr lang="en-US" dirty="0"/>
            </a:lvl1pPr>
            <a:lvl2pPr>
              <a:defRPr/>
            </a:lvl2pPr>
          </a:lstStyle>
          <a:p>
            <a:pPr lvl="0"/>
            <a:r>
              <a:rPr lang="en-US" dirty="0"/>
              <a:t>First level 20pt (insert either: guideline, context, solution, answer)</a:t>
            </a:r>
          </a:p>
          <a:p>
            <a:pPr lvl="1"/>
            <a:r>
              <a:rPr lang="en-US" dirty="0"/>
              <a:t>Second level 18pt</a:t>
            </a:r>
          </a:p>
          <a:p>
            <a:pPr lvl="2"/>
            <a:r>
              <a:rPr lang="en-US" dirty="0"/>
              <a:t>Third level 16pt</a:t>
            </a:r>
          </a:p>
        </p:txBody>
      </p:sp>
      <p:sp>
        <p:nvSpPr>
          <p:cNvPr id="16" name="Content Placeholder 2"/>
          <p:cNvSpPr>
            <a:spLocks noGrp="1"/>
          </p:cNvSpPr>
          <p:nvPr>
            <p:ph idx="13" hasCustomPrompt="1"/>
          </p:nvPr>
        </p:nvSpPr>
        <p:spPr>
          <a:xfrm>
            <a:off x="649224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First level 20pt (insert either: scenario, definition, problem, question)</a:t>
            </a:r>
          </a:p>
          <a:p>
            <a:pPr marL="365760" lvl="1" indent="-274320">
              <a:buClr>
                <a:srgbClr val="147BD1"/>
              </a:buClr>
            </a:pPr>
            <a:r>
              <a:rPr lang="en-US" dirty="0"/>
              <a:t>Second level 18pt</a:t>
            </a:r>
          </a:p>
        </p:txBody>
      </p:sp>
      <p:sp>
        <p:nvSpPr>
          <p:cNvPr id="4" name="Title 3"/>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37018B6B-921D-42B5-86E6-04F914D96B06}"/>
              </a:ext>
            </a:extLst>
          </p:cNvPr>
          <p:cNvSpPr>
            <a:spLocks noGrp="1"/>
          </p:cNvSpPr>
          <p:nvPr>
            <p:ph type="ftr" sz="quarter" idx="14"/>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6" name="Slide Number Placeholder 5">
            <a:extLst>
              <a:ext uri="{FF2B5EF4-FFF2-40B4-BE49-F238E27FC236}">
                <a16:creationId xmlns:a16="http://schemas.microsoft.com/office/drawing/2014/main" id="{E26CB714-7EB5-487D-AAAC-F387F48C5FDD}"/>
              </a:ext>
            </a:extLst>
          </p:cNvPr>
          <p:cNvSpPr>
            <a:spLocks noGrp="1"/>
          </p:cNvSpPr>
          <p:nvPr>
            <p:ph type="sldNum" sz="quarter" idx="15"/>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30413805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oxes_Combined">
    <p:spTree>
      <p:nvGrpSpPr>
        <p:cNvPr id="1" name=""/>
        <p:cNvGrpSpPr/>
        <p:nvPr/>
      </p:nvGrpSpPr>
      <p:grpSpPr>
        <a:xfrm>
          <a:off x="0" y="0"/>
          <a:ext cx="0" cy="0"/>
          <a:chOff x="0" y="0"/>
          <a:chExt cx="0" cy="0"/>
        </a:xfrm>
      </p:grpSpPr>
      <p:sp>
        <p:nvSpPr>
          <p:cNvPr id="11" name="Content Placeholder 2"/>
          <p:cNvSpPr>
            <a:spLocks noGrp="1"/>
          </p:cNvSpPr>
          <p:nvPr>
            <p:ph idx="11" hasCustomPrompt="1"/>
          </p:nvPr>
        </p:nvSpPr>
        <p:spPr>
          <a:xfrm>
            <a:off x="276128" y="4480560"/>
            <a:ext cx="5760720" cy="2011680"/>
          </a:xfrm>
          <a:prstGeom prst="rect">
            <a:avLst/>
          </a:prstGeom>
        </p:spPr>
        <p:txBody>
          <a:bodyPr vert="horz" lIns="91440" tIns="91440" rIns="91440" bIns="91440" rtlCol="0">
            <a:normAutofit/>
          </a:bodyPr>
          <a:lstStyle>
            <a:lvl1pPr>
              <a:defRPr lang="en-US" dirty="0"/>
            </a:lvl1pPr>
            <a:lvl2pPr>
              <a:defRPr/>
            </a:lvl2pPr>
          </a:lstStyle>
          <a:p>
            <a:pPr lvl="0"/>
            <a:r>
              <a:rPr lang="en-US" dirty="0"/>
              <a:t>First level 20pt (insert: visual)</a:t>
            </a:r>
          </a:p>
          <a:p>
            <a:pPr lvl="1"/>
            <a:r>
              <a:rPr lang="en-US" dirty="0"/>
              <a:t>Second level 18pt</a:t>
            </a:r>
          </a:p>
          <a:p>
            <a:pPr lvl="2"/>
            <a:r>
              <a:rPr lang="en-US" dirty="0"/>
              <a:t>Third level 16pt</a:t>
            </a:r>
          </a:p>
        </p:txBody>
      </p:sp>
      <p:sp>
        <p:nvSpPr>
          <p:cNvPr id="9" name="Content Placeholder 2"/>
          <p:cNvSpPr>
            <a:spLocks noGrp="1"/>
          </p:cNvSpPr>
          <p:nvPr>
            <p:ph idx="10" hasCustomPrompt="1"/>
          </p:nvPr>
        </p:nvSpPr>
        <p:spPr>
          <a:xfrm>
            <a:off x="64008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20pt (insert: tool menu bread crumbs)</a:t>
            </a:r>
          </a:p>
        </p:txBody>
      </p:sp>
      <p:sp>
        <p:nvSpPr>
          <p:cNvPr id="16" name="Content Placeholder 2"/>
          <p:cNvSpPr>
            <a:spLocks noGrp="1"/>
          </p:cNvSpPr>
          <p:nvPr>
            <p:ph idx="13" hasCustomPrompt="1"/>
          </p:nvPr>
        </p:nvSpPr>
        <p:spPr>
          <a:xfrm>
            <a:off x="649224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marL="91440" indent="0">
              <a:buNone/>
              <a:defRPr lang="en-US" sz="1600" b="1" baseline="0" dirty="0">
                <a:solidFill>
                  <a:srgbClr val="333333"/>
                </a:solidFill>
                <a:latin typeface="Courier New" panose="02070309020205020404" pitchFamily="49" charset="0"/>
                <a:cs typeface="Courier New" panose="02070309020205020404" pitchFamily="49" charset="0"/>
              </a:defRPr>
            </a:lvl2pPr>
            <a:lvl3pPr marL="365760" indent="0">
              <a:buNone/>
              <a:defRPr lang="en-US" sz="1400" baseline="0" dirty="0">
                <a:solidFill>
                  <a:srgbClr val="333333"/>
                </a:solidFill>
                <a:latin typeface="Courier New" panose="02070309020205020404" pitchFamily="49" charset="0"/>
                <a:cs typeface="Courier New" panose="02070309020205020404" pitchFamily="49" charset="0"/>
              </a:defRPr>
            </a:lvl3pPr>
          </a:lstStyle>
          <a:p>
            <a:pPr lvl="0"/>
            <a:r>
              <a:rPr lang="en-US" dirty="0"/>
              <a:t>18pt (insert: command syntax)</a:t>
            </a:r>
          </a:p>
          <a:p>
            <a:pPr marL="365760" lvl="1" indent="-274320">
              <a:buClr>
                <a:srgbClr val="147BD1"/>
              </a:buClr>
            </a:pPr>
            <a:r>
              <a:rPr lang="en-US" dirty="0"/>
              <a:t>Second level 16pt</a:t>
            </a:r>
          </a:p>
          <a:p>
            <a:pPr lvl="2">
              <a:buClr>
                <a:srgbClr val="147BD1"/>
              </a:buClr>
              <a:buSzPct val="100000"/>
            </a:pPr>
            <a:r>
              <a:rPr lang="en-US" dirty="0"/>
              <a:t>Third level 14t</a:t>
            </a:r>
          </a:p>
        </p:txBody>
      </p:sp>
      <p:sp>
        <p:nvSpPr>
          <p:cNvPr id="4" name="Title 3"/>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37018B6B-921D-42B5-86E6-04F914D96B06}"/>
              </a:ext>
            </a:extLst>
          </p:cNvPr>
          <p:cNvSpPr>
            <a:spLocks noGrp="1"/>
          </p:cNvSpPr>
          <p:nvPr>
            <p:ph type="ftr"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E26CB714-7EB5-487D-AAAC-F387F48C5FDD}"/>
              </a:ext>
            </a:extLst>
          </p:cNvPr>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10" name="Content Placeholder 2">
            <a:extLst>
              <a:ext uri="{FF2B5EF4-FFF2-40B4-BE49-F238E27FC236}">
                <a16:creationId xmlns:a16="http://schemas.microsoft.com/office/drawing/2014/main" id="{6B64A980-B508-4E30-A950-8C5F31936D59}"/>
              </a:ext>
            </a:extLst>
          </p:cNvPr>
          <p:cNvSpPr>
            <a:spLocks noGrp="1"/>
          </p:cNvSpPr>
          <p:nvPr>
            <p:ph idx="16" hasCustomPrompt="1"/>
          </p:nvPr>
        </p:nvSpPr>
        <p:spPr>
          <a:xfrm>
            <a:off x="274319" y="2468880"/>
            <a:ext cx="11612879" cy="2011680"/>
          </a:xfrm>
          <a:prstGeom prst="rect">
            <a:avLst/>
          </a:prstGeom>
        </p:spPr>
        <p:txBody>
          <a:bodyPr vert="horz" lIns="91440" tIns="91440" rIns="91440" bIns="91440" rtlCol="0">
            <a:normAutofit/>
          </a:bodyPr>
          <a:lstStyle>
            <a:lvl1pPr>
              <a:defRPr lang="en-US" dirty="0"/>
            </a:lvl1pPr>
            <a:lvl2pPr>
              <a:defRPr/>
            </a:lvl2pPr>
          </a:lstStyle>
          <a:p>
            <a:pPr lvl="0"/>
            <a:r>
              <a:rPr lang="en-US" dirty="0"/>
              <a:t>First level 20pt (insert: guidelines, explanation, or usage)</a:t>
            </a:r>
          </a:p>
          <a:p>
            <a:pPr lvl="1"/>
            <a:r>
              <a:rPr lang="en-US" dirty="0"/>
              <a:t>Second level 18pt</a:t>
            </a:r>
          </a:p>
          <a:p>
            <a:pPr lvl="2"/>
            <a:r>
              <a:rPr lang="en-US" dirty="0"/>
              <a:t>Third level 16pt</a:t>
            </a:r>
          </a:p>
        </p:txBody>
      </p:sp>
      <p:sp>
        <p:nvSpPr>
          <p:cNvPr id="12" name="Content Placeholder 2">
            <a:extLst>
              <a:ext uri="{FF2B5EF4-FFF2-40B4-BE49-F238E27FC236}">
                <a16:creationId xmlns:a16="http://schemas.microsoft.com/office/drawing/2014/main" id="{C49B4D86-75D2-4B6E-9DDF-044A0D74A18D}"/>
              </a:ext>
            </a:extLst>
          </p:cNvPr>
          <p:cNvSpPr>
            <a:spLocks noGrp="1"/>
          </p:cNvSpPr>
          <p:nvPr>
            <p:ph idx="17" hasCustomPrompt="1"/>
          </p:nvPr>
        </p:nvSpPr>
        <p:spPr>
          <a:xfrm>
            <a:off x="6126478" y="4480560"/>
            <a:ext cx="5760720" cy="2011680"/>
          </a:xfrm>
          <a:prstGeom prst="rect">
            <a:avLst/>
          </a:prstGeom>
          <a:noFill/>
        </p:spPr>
        <p:txBody>
          <a:bodyPr>
            <a:normAutofit/>
          </a:bodyPr>
          <a:lstStyle>
            <a:lvl1pPr marL="0" indent="0">
              <a:buClr>
                <a:srgbClr val="E31837"/>
              </a:buClr>
              <a:buNone/>
              <a:defRPr sz="1800" b="1" i="0" baseline="0">
                <a:solidFill>
                  <a:srgbClr val="147BD1"/>
                </a:solidFill>
                <a:latin typeface="Courier New" charset="0"/>
                <a:ea typeface="Courier New" charset="0"/>
                <a:cs typeface="Courier New" charset="0"/>
              </a:defRPr>
            </a:lvl1pPr>
            <a:lvl2pPr marL="365760" indent="-274320">
              <a:spcBef>
                <a:spcPts val="600"/>
              </a:spcBef>
              <a:buFont typeface="Arial" panose="020B0604020202020204" pitchFamily="34" charset="0"/>
              <a:buNone/>
              <a:defRPr sz="1600" b="1" i="0">
                <a:solidFill>
                  <a:srgbClr val="147BD1"/>
                </a:solidFill>
                <a:latin typeface="Courier New" charset="0"/>
                <a:ea typeface="Courier New" charset="0"/>
                <a:cs typeface="Courier New" charset="0"/>
              </a:defRPr>
            </a:lvl2pPr>
            <a:lvl3pPr marL="640080" indent="-274320">
              <a:spcBef>
                <a:spcPts val="600"/>
              </a:spcBef>
              <a:buFont typeface="Arial" panose="020B0604020202020204" pitchFamily="34" charset="0"/>
              <a:buNone/>
              <a:defRPr sz="1400" b="1" i="0">
                <a:solidFill>
                  <a:srgbClr val="147BD1"/>
                </a:solidFill>
                <a:latin typeface="Courier New" charset="0"/>
                <a:ea typeface="Courier New" charset="0"/>
                <a:cs typeface="Courier New" charset="0"/>
              </a:defRPr>
            </a:lvl3pPr>
            <a:lvl4pPr marL="914400" indent="-274320">
              <a:spcBef>
                <a:spcPts val="600"/>
              </a:spcBef>
              <a:buFont typeface="Arial" panose="020B0604020202020204" pitchFamily="34" charset="0"/>
              <a:buNone/>
              <a:defRPr sz="1200" b="1" i="0">
                <a:solidFill>
                  <a:srgbClr val="147BD1"/>
                </a:solidFill>
                <a:latin typeface="Courier New" charset="0"/>
                <a:ea typeface="Courier New" charset="0"/>
                <a:cs typeface="Courier New" charset="0"/>
              </a:defRPr>
            </a:lvl4pPr>
            <a:lvl5pPr>
              <a:defRPr>
                <a:latin typeface="Arial" panose="020B0604020202020204" pitchFamily="34" charset="0"/>
                <a:cs typeface="Arial" panose="020B0604020202020204" pitchFamily="34" charset="0"/>
              </a:defRPr>
            </a:lvl5pPr>
          </a:lstStyle>
          <a:p>
            <a:pPr lvl="0"/>
            <a:r>
              <a:rPr lang="en-US" dirty="0"/>
              <a:t>First level 18pt (insert: command example)</a:t>
            </a:r>
          </a:p>
          <a:p>
            <a:pPr lvl="1"/>
            <a:r>
              <a:rPr lang="en-US" dirty="0"/>
              <a:t>Second level 16pt</a:t>
            </a:r>
          </a:p>
          <a:p>
            <a:pPr lvl="2"/>
            <a:r>
              <a:rPr lang="en-US" dirty="0"/>
              <a:t>Third level 14 </a:t>
            </a:r>
            <a:r>
              <a:rPr lang="en-US" dirty="0" err="1"/>
              <a:t>pt</a:t>
            </a:r>
            <a:endParaRPr lang="en-US" dirty="0"/>
          </a:p>
          <a:p>
            <a:pPr lvl="3"/>
            <a:r>
              <a:rPr lang="en-US" dirty="0"/>
              <a:t>Fourth level 12 </a:t>
            </a:r>
            <a:r>
              <a:rPr lang="en-US" dirty="0" err="1"/>
              <a:t>pt</a:t>
            </a:r>
            <a:endParaRPr lang="en-US" dirty="0"/>
          </a:p>
        </p:txBody>
      </p:sp>
    </p:spTree>
    <p:custDataLst>
      <p:tags r:id="rId1"/>
    </p:custDataLst>
    <p:extLst>
      <p:ext uri="{BB962C8B-B14F-4D97-AF65-F5344CB8AC3E}">
        <p14:creationId xmlns:p14="http://schemas.microsoft.com/office/powerpoint/2010/main" val="36003311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de Bar">
    <p:spTree>
      <p:nvGrpSpPr>
        <p:cNvPr id="1" name=""/>
        <p:cNvGrpSpPr/>
        <p:nvPr/>
      </p:nvGrpSpPr>
      <p:grpSpPr>
        <a:xfrm>
          <a:off x="0" y="0"/>
          <a:ext cx="0" cy="0"/>
          <a:chOff x="0" y="0"/>
          <a:chExt cx="0" cy="0"/>
        </a:xfrm>
      </p:grpSpPr>
      <p:sp>
        <p:nvSpPr>
          <p:cNvPr id="3" name="Content Placeholder 4"/>
          <p:cNvSpPr>
            <a:spLocks noGrp="1"/>
          </p:cNvSpPr>
          <p:nvPr>
            <p:ph idx="1" hasCustomPrompt="1"/>
          </p:nvPr>
        </p:nvSpPr>
        <p:spPr>
          <a:xfrm>
            <a:off x="274320" y="4480560"/>
            <a:ext cx="11612880" cy="2011680"/>
          </a:xfrm>
          <a:prstGeom prst="rect">
            <a:avLst/>
          </a:prstGeom>
        </p:spPr>
        <p:txBody>
          <a:bodyPr vert="horz" lIns="91440" tIns="91440" rIns="91440" bIns="91440" rtlCol="0">
            <a:normAutofit/>
          </a:bodyPr>
          <a:lstStyle>
            <a:lvl1pPr>
              <a:defRPr lang="en-US" sz="1800" b="1" kern="1200" dirty="0" smtClean="0">
                <a:solidFill>
                  <a:srgbClr val="147BD1"/>
                </a:solidFill>
                <a:latin typeface="Courier New" panose="02070309020205020404" pitchFamily="49" charset="0"/>
                <a:ea typeface="+mn-ea"/>
                <a:cs typeface="Courier New" panose="02070309020205020404" pitchFamily="49" charset="0"/>
              </a:defRPr>
            </a:lvl1pPr>
            <a:lvl2pPr>
              <a:defRPr lang="en-US" sz="1600" b="1" kern="1200" dirty="0" smtClean="0">
                <a:solidFill>
                  <a:srgbClr val="147BD1"/>
                </a:solidFill>
                <a:latin typeface="Courier New" panose="02070309020205020404" pitchFamily="49" charset="0"/>
                <a:ea typeface="+mn-ea"/>
                <a:cs typeface="Courier New" panose="02070309020205020404" pitchFamily="49" charset="0"/>
              </a:defRPr>
            </a:lvl2pPr>
            <a:lvl3pPr>
              <a:defRPr lang="en-US" sz="1400" b="1" kern="1200" dirty="0" smtClean="0">
                <a:solidFill>
                  <a:srgbClr val="147BD1"/>
                </a:solidFill>
                <a:latin typeface="Courier New" panose="02070309020205020404" pitchFamily="49" charset="0"/>
                <a:ea typeface="+mn-ea"/>
                <a:cs typeface="Courier New" panose="02070309020205020404" pitchFamily="49" charset="0"/>
              </a:defRPr>
            </a:lvl3pPr>
            <a:lvl4pPr>
              <a:defRPr lang="en-US" sz="1200" b="1" kern="1200" dirty="0">
                <a:solidFill>
                  <a:srgbClr val="147BD1"/>
                </a:solidFill>
                <a:latin typeface="Courier New" panose="02070309020205020404" pitchFamily="49" charset="0"/>
                <a:ea typeface="+mn-ea"/>
                <a:cs typeface="Courier New" panose="02070309020205020404" pitchFamily="49" charset="0"/>
              </a:defRPr>
            </a:lvl4pPr>
          </a:lstStyle>
          <a:p>
            <a:pPr marL="0" lvl="0" indent="0" algn="l" defTabSz="914400" rtl="0" eaLnBrk="1" latinLnBrk="0" hangingPunct="1">
              <a:lnSpc>
                <a:spcPct val="100000"/>
              </a:lnSpc>
              <a:spcBef>
                <a:spcPts val="1000"/>
              </a:spcBef>
              <a:buFontTx/>
              <a:buNone/>
            </a:pPr>
            <a:r>
              <a:rPr lang="en-US" dirty="0"/>
              <a:t>First level 18pt (insert: example of code or script highlighting construct)</a:t>
            </a:r>
          </a:p>
          <a:p>
            <a:pPr marL="91440" marR="0" lvl="1" indent="0" algn="l" defTabSz="914400" rtl="0" eaLnBrk="1" fontAlgn="auto" latinLnBrk="0" hangingPunct="1">
              <a:lnSpc>
                <a:spcPct val="100000"/>
              </a:lnSpc>
              <a:spcBef>
                <a:spcPts val="1200"/>
              </a:spcBef>
              <a:spcAft>
                <a:spcPts val="0"/>
              </a:spcAft>
              <a:buClr>
                <a:srgbClr val="147BD1"/>
              </a:buClr>
              <a:buSzPct val="100000"/>
              <a:buFontTx/>
              <a:buNone/>
              <a:tabLst/>
            </a:pPr>
            <a:r>
              <a:rPr lang="en-US" dirty="0"/>
              <a:t>Second level 16pt</a:t>
            </a:r>
          </a:p>
          <a:p>
            <a:pPr marL="353060" marR="0" lvl="2" indent="0" algn="l" defTabSz="914400" rtl="0" eaLnBrk="1" fontAlgn="auto" latinLnBrk="0" hangingPunct="1">
              <a:lnSpc>
                <a:spcPct val="100000"/>
              </a:lnSpc>
              <a:spcBef>
                <a:spcPts val="1200"/>
              </a:spcBef>
              <a:spcAft>
                <a:spcPts val="0"/>
              </a:spcAft>
              <a:buClr>
                <a:srgbClr val="147BD1"/>
              </a:buClr>
              <a:buSzPct val="100000"/>
              <a:buFontTx/>
              <a:buNone/>
              <a:tabLst/>
            </a:pPr>
            <a:r>
              <a:rPr lang="en-US" dirty="0"/>
              <a:t>Third level 14pt</a:t>
            </a:r>
          </a:p>
          <a:p>
            <a:pPr marL="627380" marR="0" lvl="3" indent="0" algn="l" defTabSz="914400" rtl="0" eaLnBrk="1" fontAlgn="auto" latinLnBrk="0" hangingPunct="1">
              <a:lnSpc>
                <a:spcPct val="100000"/>
              </a:lnSpc>
              <a:spcBef>
                <a:spcPts val="1200"/>
              </a:spcBef>
              <a:spcAft>
                <a:spcPts val="0"/>
              </a:spcAft>
              <a:buClr>
                <a:srgbClr val="147BD1"/>
              </a:buClr>
              <a:buSzPct val="100000"/>
              <a:buFontTx/>
              <a:buNone/>
              <a:tabLst/>
            </a:pPr>
            <a:r>
              <a:rPr lang="en-US" dirty="0"/>
              <a:t>Fourth level 12pt</a:t>
            </a:r>
          </a:p>
        </p:txBody>
      </p:sp>
      <p:sp>
        <p:nvSpPr>
          <p:cNvPr id="11" name="Content Placeholder 3"/>
          <p:cNvSpPr>
            <a:spLocks noGrp="1"/>
          </p:cNvSpPr>
          <p:nvPr>
            <p:ph idx="11" hasCustomPrompt="1"/>
          </p:nvPr>
        </p:nvSpPr>
        <p:spPr>
          <a:xfrm>
            <a:off x="274320" y="2468880"/>
            <a:ext cx="11612880" cy="2011680"/>
          </a:xfrm>
          <a:prstGeom prst="rect">
            <a:avLst/>
          </a:prstGeom>
        </p:spPr>
        <p:txBody>
          <a:bodyPr vert="horz" lIns="91440" tIns="91440" rIns="91440" bIns="91440" rtlCol="0">
            <a:normAutofit/>
          </a:bodyPr>
          <a:lstStyle>
            <a:lvl1pPr marL="0" indent="0" algn="l" defTabSz="914400" rtl="0" eaLnBrk="1" latinLnBrk="0" hangingPunct="1">
              <a:lnSpc>
                <a:spcPct val="100000"/>
              </a:lnSpc>
              <a:spcBef>
                <a:spcPts val="1000"/>
              </a:spcBef>
              <a:buFontTx/>
              <a:buNone/>
              <a:defRPr lang="en-US" sz="2000" kern="1200" dirty="0" smtClean="0">
                <a:solidFill>
                  <a:schemeClr val="tx1"/>
                </a:solidFill>
                <a:latin typeface="+mn-lt"/>
                <a:ea typeface="+mn-ea"/>
                <a:cs typeface="+mn-cs"/>
              </a:defRPr>
            </a:lvl1pPr>
            <a:lvl2pPr marL="378460" indent="-285750">
              <a:defRPr lang="en-US" sz="1800" kern="1200" dirty="0">
                <a:solidFill>
                  <a:schemeClr val="tx1"/>
                </a:solidFill>
                <a:latin typeface="+mn-lt"/>
                <a:ea typeface="+mn-ea"/>
                <a:cs typeface="+mn-cs"/>
              </a:defRPr>
            </a:lvl2pPr>
            <a:lvl3pPr marL="640080" indent="-274320">
              <a:defRPr lang="en-US" sz="1600" kern="1200" dirty="0">
                <a:solidFill>
                  <a:schemeClr val="tx1"/>
                </a:solidFill>
                <a:latin typeface="+mn-lt"/>
                <a:ea typeface="+mn-ea"/>
                <a:cs typeface="+mn-cs"/>
              </a:defRPr>
            </a:lvl3pPr>
            <a:lvl4pPr marL="914400" indent="-274320">
              <a:defRPr kumimoji="0" lang="en-US" sz="1400" b="0" i="0" u="none" strike="noStrike" kern="1200" cap="none" spc="0" normalizeH="0" baseline="0" dirty="0">
                <a:ln>
                  <a:noFill/>
                </a:ln>
                <a:solidFill>
                  <a:srgbClr val="000000"/>
                </a:solidFill>
                <a:effectLst/>
                <a:uLnTx/>
                <a:uFillTx/>
                <a:latin typeface="+mn-lt"/>
                <a:ea typeface="+mn-ea"/>
                <a:cs typeface="+mn-cs"/>
              </a:defRPr>
            </a:lvl4pPr>
          </a:lstStyle>
          <a:p>
            <a:pPr marL="0" lvl="0" indent="0" algn="l" defTabSz="914400" rtl="0" eaLnBrk="1" latinLnBrk="0" hangingPunct="1">
              <a:lnSpc>
                <a:spcPct val="100000"/>
              </a:lnSpc>
              <a:spcBef>
                <a:spcPts val="1000"/>
              </a:spcBef>
              <a:buFontTx/>
              <a:buNone/>
            </a:pPr>
            <a:r>
              <a:rPr lang="en-US" dirty="0"/>
              <a:t>First level 20pt (insert: guidelines, explanation, or usage)</a:t>
            </a:r>
          </a:p>
          <a:p>
            <a:pPr marL="365760" marR="0" lvl="1" indent="-273050" algn="l" defTabSz="457200" rtl="0" eaLnBrk="1" fontAlgn="auto" latinLnBrk="0" hangingPunct="1">
              <a:lnSpc>
                <a:spcPct val="100000"/>
              </a:lnSpc>
              <a:spcBef>
                <a:spcPts val="1200"/>
              </a:spcBef>
              <a:spcAft>
                <a:spcPts val="0"/>
              </a:spcAft>
              <a:buClr>
                <a:srgbClr val="147BD1"/>
              </a:buClr>
              <a:buSzTx/>
              <a:buFont typeface="Arial" panose="020B0604020202020204" pitchFamily="34" charset="0"/>
              <a:buChar char="●"/>
              <a:tabLst/>
            </a:pPr>
            <a:r>
              <a:rPr lang="en-US" dirty="0"/>
              <a:t>Second level 18pt</a:t>
            </a:r>
          </a:p>
          <a:p>
            <a:pPr marL="640080" marR="0" lvl="2" indent="-274320" algn="l" defTabSz="457200" rtl="0" eaLnBrk="1" fontAlgn="auto" latinLnBrk="0" hangingPunct="1">
              <a:lnSpc>
                <a:spcPct val="100000"/>
              </a:lnSpc>
              <a:spcBef>
                <a:spcPts val="600"/>
              </a:spcBef>
              <a:spcAft>
                <a:spcPts val="0"/>
              </a:spcAft>
              <a:buClr>
                <a:srgbClr val="147BD1"/>
              </a:buClr>
              <a:buSzPct val="100000"/>
              <a:buFont typeface="Wingdings" panose="05000000000000000000" pitchFamily="2" charset="2"/>
              <a:buChar char="§"/>
              <a:tabLst/>
            </a:pPr>
            <a:r>
              <a:rPr lang="en-US" dirty="0"/>
              <a:t>Third level 16pt</a:t>
            </a:r>
          </a:p>
          <a:p>
            <a:pPr marL="914400" marR="0" lvl="3" indent="-274320" algn="l" defTabSz="457200" rtl="0" eaLnBrk="1" fontAlgn="auto" latinLnBrk="0" hangingPunct="1">
              <a:lnSpc>
                <a:spcPct val="100000"/>
              </a:lnSpc>
              <a:spcBef>
                <a:spcPts val="600"/>
              </a:spcBef>
              <a:spcAft>
                <a:spcPts val="0"/>
              </a:spcAft>
              <a:buClr>
                <a:srgbClr val="147BD1"/>
              </a:buClr>
              <a:buSzTx/>
              <a:buFont typeface="Courier New" panose="02070309020205020404" pitchFamily="49" charset="0"/>
              <a:buChar char="o"/>
              <a:tabLst/>
            </a:pPr>
            <a:r>
              <a:rPr lang="en-US" dirty="0"/>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baseline="0" dirty="0">
                <a:solidFill>
                  <a:srgbClr val="333333"/>
                </a:solidFill>
                <a:latin typeface="Courier New" panose="02070309020205020404" pitchFamily="49" charset="0"/>
                <a:ea typeface="+mn-ea"/>
                <a:cs typeface="Courier New" panose="02070309020205020404" pitchFamily="49" charset="0"/>
              </a:defRPr>
            </a:lvl1pPr>
            <a:lvl2pPr>
              <a:defRPr lang="en-US" sz="1600" b="1" kern="1200" baseline="0" dirty="0">
                <a:solidFill>
                  <a:srgbClr val="333333"/>
                </a:solidFill>
                <a:latin typeface="Courier New" panose="02070309020205020404" pitchFamily="49" charset="0"/>
                <a:ea typeface="+mn-ea"/>
                <a:cs typeface="Courier New" panose="02070309020205020404" pitchFamily="49" charset="0"/>
              </a:defRPr>
            </a:lvl2pPr>
            <a:lvl3pPr>
              <a:defRPr lang="en-US" sz="1400" b="1" kern="1200" dirty="0">
                <a:solidFill>
                  <a:srgbClr val="333333"/>
                </a:solidFill>
                <a:latin typeface="Courier New" panose="02070309020205020404" pitchFamily="49" charset="0"/>
                <a:ea typeface="+mn-ea"/>
                <a:cs typeface="Courier New" panose="02070309020205020404" pitchFamily="49" charset="0"/>
              </a:defRPr>
            </a:lvl3pPr>
            <a:lvl4pPr>
              <a:defRPr lang="en-US" baseline="0" dirty="0">
                <a:solidFill>
                  <a:srgbClr val="333333"/>
                </a:solidFill>
                <a:latin typeface="Courier New" panose="02070309020205020404" pitchFamily="49" charset="0"/>
                <a:cs typeface="Courier New" panose="02070309020205020404" pitchFamily="49" charset="0"/>
              </a:defRPr>
            </a:lvl4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First level 18pt (insert: syntax of the command-line construct)</a:t>
            </a:r>
          </a:p>
          <a:p>
            <a:pPr marL="365760" marR="0" lvl="1"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Second level 16pt</a:t>
            </a:r>
          </a:p>
          <a:p>
            <a:pPr marL="640080" marR="0" lvl="2"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Third level 14pt</a:t>
            </a:r>
          </a:p>
        </p:txBody>
      </p:sp>
      <p:sp>
        <p:nvSpPr>
          <p:cNvPr id="12" name="Title 11"/>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8981B8EB-35A0-4720-BA0B-2DBA337B4FE4}"/>
              </a:ext>
            </a:extLst>
          </p:cNvPr>
          <p:cNvSpPr>
            <a:spLocks noGrp="1"/>
          </p:cNvSpPr>
          <p:nvPr>
            <p:ph type="ft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0591A286-1505-4FF0-8F20-4CF88366AB56}"/>
              </a:ext>
            </a:extLst>
          </p:cNvPr>
          <p:cNvSpPr>
            <a:spLocks noGrp="1"/>
          </p:cNvSpPr>
          <p:nvPr>
            <p:ph type="sldNum"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22597358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de/Scripts Bar">
    <p:spTree>
      <p:nvGrpSpPr>
        <p:cNvPr id="1" name=""/>
        <p:cNvGrpSpPr/>
        <p:nvPr/>
      </p:nvGrpSpPr>
      <p:grpSpPr>
        <a:xfrm>
          <a:off x="0" y="0"/>
          <a:ext cx="0" cy="0"/>
          <a:chOff x="0" y="0"/>
          <a:chExt cx="0" cy="0"/>
        </a:xfrm>
      </p:grpSpPr>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5400000" scaled="1"/>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a:defRPr lang="en-US" sz="1600" b="1" baseline="0" dirty="0">
                <a:solidFill>
                  <a:srgbClr val="333333"/>
                </a:solidFill>
                <a:latin typeface="Courier New" panose="02070309020205020404" pitchFamily="49" charset="0"/>
                <a:cs typeface="Courier New" panose="02070309020205020404" pitchFamily="49" charset="0"/>
              </a:defRPr>
            </a:lvl2pPr>
            <a:lvl3pPr>
              <a:defRPr lang="en-US" sz="1400" b="1" dirty="0">
                <a:solidFill>
                  <a:srgbClr val="333333"/>
                </a:solidFill>
                <a:latin typeface="Courier New" panose="02070309020205020404" pitchFamily="49" charset="0"/>
                <a:cs typeface="Courier New" panose="02070309020205020404" pitchFamily="49" charset="0"/>
              </a:defRPr>
            </a:lvl3pPr>
          </a:lstStyle>
          <a:p>
            <a:pPr marR="0" lvl="0" fontAlgn="auto">
              <a:lnSpc>
                <a:spcPct val="90000"/>
              </a:lnSpc>
              <a:spcAft>
                <a:spcPts val="0"/>
              </a:spcAft>
              <a:buClrTx/>
              <a:buSzTx/>
              <a:buFont typeface="Arial" panose="020B0604020202020204" pitchFamily="34" charset="0"/>
              <a:tabLst/>
            </a:pPr>
            <a:r>
              <a:rPr lang="en-US" dirty="0"/>
              <a:t>First level 18pt Courier New (insert: syntax of command-line construct)</a:t>
            </a:r>
          </a:p>
          <a:p>
            <a:pPr marL="365760" marR="0" lvl="1" indent="0" fontAlgn="auto">
              <a:lnSpc>
                <a:spcPct val="90000"/>
              </a:lnSpc>
              <a:spcBef>
                <a:spcPts val="1000"/>
              </a:spcBef>
              <a:spcAft>
                <a:spcPts val="0"/>
              </a:spcAft>
              <a:buClrTx/>
              <a:buSzTx/>
              <a:buNone/>
              <a:tabLst/>
            </a:pPr>
            <a:r>
              <a:rPr lang="en-US" dirty="0"/>
              <a:t>Second level 16pt</a:t>
            </a:r>
          </a:p>
          <a:p>
            <a:pPr marR="0" lvl="2" indent="0" fontAlgn="auto">
              <a:lnSpc>
                <a:spcPct val="90000"/>
              </a:lnSpc>
              <a:spcBef>
                <a:spcPts val="1000"/>
              </a:spcBef>
              <a:spcAft>
                <a:spcPts val="0"/>
              </a:spcAft>
              <a:buClrTx/>
              <a:buSzTx/>
              <a:buFont typeface="Arial" panose="020B0604020202020204" pitchFamily="34" charset="0"/>
              <a:buNone/>
              <a:tabLst/>
            </a:pPr>
            <a:r>
              <a:rPr lang="en-US" dirty="0"/>
              <a:t>Third level 14pt</a:t>
            </a:r>
          </a:p>
        </p:txBody>
      </p:sp>
      <p:sp>
        <p:nvSpPr>
          <p:cNvPr id="6" name="Content Placeholder 2"/>
          <p:cNvSpPr>
            <a:spLocks noGrp="1"/>
          </p:cNvSpPr>
          <p:nvPr>
            <p:ph idx="12" hasCustomPrompt="1"/>
          </p:nvPr>
        </p:nvSpPr>
        <p:spPr>
          <a:xfrm>
            <a:off x="6126480" y="2468880"/>
            <a:ext cx="5760720" cy="4023360"/>
          </a:xfrm>
          <a:prstGeom prst="rect">
            <a:avLst/>
          </a:prstGeom>
          <a:noFill/>
        </p:spPr>
        <p:txBody>
          <a:bodyPr>
            <a:normAutofit/>
          </a:bodyPr>
          <a:lstStyle>
            <a:lvl1pPr marL="0" marR="0" indent="0" algn="l" defTabSz="914400" rtl="0" eaLnBrk="1" fontAlgn="auto" latinLnBrk="0" hangingPunct="1">
              <a:lnSpc>
                <a:spcPct val="100000"/>
              </a:lnSpc>
              <a:spcBef>
                <a:spcPts val="1000"/>
              </a:spcBef>
              <a:spcAft>
                <a:spcPts val="0"/>
              </a:spcAft>
              <a:buClr>
                <a:srgbClr val="E31837"/>
              </a:buClr>
              <a:buSzTx/>
              <a:buFontTx/>
              <a:buNone/>
              <a:tabLst/>
              <a:defRPr sz="1800" b="1" i="0" baseline="0">
                <a:solidFill>
                  <a:srgbClr val="147BD1"/>
                </a:solidFill>
                <a:latin typeface="Courier New" charset="0"/>
                <a:ea typeface="Courier New" charset="0"/>
                <a:cs typeface="Courier New" charset="0"/>
              </a:defRPr>
            </a:lvl1pPr>
            <a:lvl2pPr marL="365760" indent="-274320">
              <a:spcBef>
                <a:spcPts val="600"/>
              </a:spcBef>
              <a:buFont typeface="Arial" panose="020B0604020202020204" pitchFamily="34" charset="0"/>
              <a:buNone/>
              <a:defRPr sz="1600" b="1" i="0">
                <a:solidFill>
                  <a:srgbClr val="147BD1"/>
                </a:solidFill>
                <a:latin typeface="Courier New" charset="0"/>
                <a:ea typeface="Courier New" charset="0"/>
                <a:cs typeface="Courier New" charset="0"/>
              </a:defRPr>
            </a:lvl2pPr>
            <a:lvl3pPr marL="640080" indent="-274320">
              <a:spcBef>
                <a:spcPts val="600"/>
              </a:spcBef>
              <a:buFont typeface="Arial" panose="020B0604020202020204" pitchFamily="34" charset="0"/>
              <a:buNone/>
              <a:defRPr sz="1400" b="1" i="0">
                <a:solidFill>
                  <a:srgbClr val="147BD1"/>
                </a:solidFill>
                <a:latin typeface="Courier New" charset="0"/>
                <a:ea typeface="Courier New" charset="0"/>
                <a:cs typeface="Courier New" charset="0"/>
              </a:defRPr>
            </a:lvl3pPr>
            <a:lvl4pPr marL="914400" indent="-274320">
              <a:spcBef>
                <a:spcPts val="600"/>
              </a:spcBef>
              <a:buFont typeface="Arial" panose="020B0604020202020204" pitchFamily="34" charset="0"/>
              <a:buNone/>
              <a:defRPr sz="1200" b="1" i="0">
                <a:solidFill>
                  <a:srgbClr val="147BD1"/>
                </a:solidFill>
                <a:latin typeface="Courier New" charset="0"/>
                <a:ea typeface="Courier New" charset="0"/>
                <a:cs typeface="Courier New" charset="0"/>
              </a:defRPr>
            </a:lvl4pPr>
            <a:lvl5pPr>
              <a:defRPr>
                <a:latin typeface="Arial" panose="020B0604020202020204" pitchFamily="34" charset="0"/>
                <a:cs typeface="Arial" panose="020B0604020202020204" pitchFamily="34" charset="0"/>
              </a:defRPr>
            </a:lvl5pPr>
          </a:lstStyle>
          <a:p>
            <a:pPr marL="0" marR="0" lvl="0" indent="0" algn="l" defTabSz="914400" rtl="0" eaLnBrk="1" fontAlgn="auto" latinLnBrk="0" hangingPunct="1">
              <a:lnSpc>
                <a:spcPct val="100000"/>
              </a:lnSpc>
              <a:spcBef>
                <a:spcPts val="1000"/>
              </a:spcBef>
              <a:spcAft>
                <a:spcPts val="0"/>
              </a:spcAft>
              <a:buClr>
                <a:srgbClr val="E31837"/>
              </a:buClr>
              <a:buSzTx/>
              <a:buFontTx/>
              <a:buNone/>
              <a:tabLst/>
              <a:defRPr/>
            </a:pPr>
            <a:r>
              <a:rPr lang="en-US" dirty="0"/>
              <a:t>First level 18pt Courier New (insert: example of </a:t>
            </a:r>
            <a:r>
              <a:rPr lang="en-US" dirty="0" err="1"/>
              <a:t>code|script</a:t>
            </a:r>
            <a:r>
              <a:rPr lang="en-US" dirty="0"/>
              <a:t> highlighting construct)</a:t>
            </a:r>
          </a:p>
          <a:p>
            <a:pPr lvl="1"/>
            <a:r>
              <a:rPr lang="en-US" dirty="0"/>
              <a:t>Second level 16pt</a:t>
            </a:r>
          </a:p>
          <a:p>
            <a:pPr lvl="2"/>
            <a:r>
              <a:rPr lang="en-US" dirty="0"/>
              <a:t>Third level 14pt</a:t>
            </a:r>
          </a:p>
          <a:p>
            <a:pPr lvl="3"/>
            <a:r>
              <a:rPr lang="en-US" dirty="0"/>
              <a:t>Fourth level 12pt</a:t>
            </a:r>
          </a:p>
        </p:txBody>
      </p:sp>
      <p:sp>
        <p:nvSpPr>
          <p:cNvPr id="4" name="Title 3"/>
          <p:cNvSpPr>
            <a:spLocks noGrp="1"/>
          </p:cNvSpPr>
          <p:nvPr>
            <p:ph type="title"/>
          </p:nvPr>
        </p:nvSpPr>
        <p:spPr/>
        <p:txBody>
          <a:bodyPr/>
          <a:lstStyle/>
          <a:p>
            <a:r>
              <a:rPr lang="en-US"/>
              <a:t>Click to edit Master title style</a:t>
            </a:r>
          </a:p>
        </p:txBody>
      </p:sp>
      <p:sp>
        <p:nvSpPr>
          <p:cNvPr id="7" name="Content Placeholder 6">
            <a:extLst>
              <a:ext uri="{FF2B5EF4-FFF2-40B4-BE49-F238E27FC236}">
                <a16:creationId xmlns:a16="http://schemas.microsoft.com/office/drawing/2014/main" id="{AB770FC4-230C-4DA7-91CA-60FE6908DE6D}"/>
              </a:ext>
            </a:extLst>
          </p:cNvPr>
          <p:cNvSpPr>
            <a:spLocks noGrp="1"/>
          </p:cNvSpPr>
          <p:nvPr>
            <p:ph sz="quarter" idx="22" hasCustomPrompt="1"/>
          </p:nvPr>
        </p:nvSpPr>
        <p:spPr>
          <a:xfrm>
            <a:off x="274320" y="2468880"/>
            <a:ext cx="5760720" cy="4023360"/>
          </a:xfrm>
          <a:prstGeom prst="rect">
            <a:avLst/>
          </a:prstGeom>
        </p:spPr>
        <p:txBody>
          <a:bodyPr/>
          <a:lstStyle>
            <a:lvl1pPr>
              <a:defRPr/>
            </a:lvl1pPr>
            <a:lvl2pPr>
              <a:defRPr/>
            </a:lvl2pPr>
            <a:lvl3pPr>
              <a:defRPr/>
            </a:lvl3pPr>
            <a:lvl4pPr>
              <a:defRPr/>
            </a:lvl4pPr>
          </a:lstStyle>
          <a:p>
            <a:pPr lvl="0"/>
            <a:r>
              <a:rPr lang="en-US" dirty="0"/>
              <a:t>First level 20pt Arial (insert: guidelines, explanation, or usage)</a:t>
            </a:r>
          </a:p>
          <a:p>
            <a:pPr lvl="1"/>
            <a:r>
              <a:rPr lang="en-US" dirty="0"/>
              <a:t>Second level 18pt</a:t>
            </a:r>
          </a:p>
          <a:p>
            <a:pPr lvl="2"/>
            <a:r>
              <a:rPr lang="en-US" dirty="0"/>
              <a:t>Third level 16pt</a:t>
            </a:r>
          </a:p>
          <a:p>
            <a:pPr lvl="3"/>
            <a:r>
              <a:rPr lang="en-US" dirty="0"/>
              <a:t>Fourth level 14pt</a:t>
            </a:r>
          </a:p>
        </p:txBody>
      </p:sp>
      <p:sp>
        <p:nvSpPr>
          <p:cNvPr id="5" name="Footer Placeholder 4">
            <a:extLst>
              <a:ext uri="{FF2B5EF4-FFF2-40B4-BE49-F238E27FC236}">
                <a16:creationId xmlns:a16="http://schemas.microsoft.com/office/drawing/2014/main" id="{E7856358-0821-44D7-87D1-8D2455B83E54}"/>
              </a:ext>
            </a:extLst>
          </p:cNvPr>
          <p:cNvSpPr>
            <a:spLocks noGrp="1"/>
          </p:cNvSpPr>
          <p:nvPr>
            <p:ph type="ftr" sz="quarter" idx="2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8" name="Slide Number Placeholder 7">
            <a:extLst>
              <a:ext uri="{FF2B5EF4-FFF2-40B4-BE49-F238E27FC236}">
                <a16:creationId xmlns:a16="http://schemas.microsoft.com/office/drawing/2014/main" id="{AC12D065-0853-424E-BA20-A033DC5B61BD}"/>
              </a:ext>
            </a:extLst>
          </p:cNvPr>
          <p:cNvSpPr>
            <a:spLocks noGrp="1"/>
          </p:cNvSpPr>
          <p:nvPr>
            <p:ph type="sldNum" sz="quarter" idx="2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35807623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de/Scripts Box">
    <p:spTree>
      <p:nvGrpSpPr>
        <p:cNvPr id="1" name=""/>
        <p:cNvGrpSpPr/>
        <p:nvPr/>
      </p:nvGrpSpPr>
      <p:grpSpPr>
        <a:xfrm>
          <a:off x="0" y="0"/>
          <a:ext cx="0" cy="0"/>
          <a:chOff x="0" y="0"/>
          <a:chExt cx="0" cy="0"/>
        </a:xfrm>
      </p:grpSpPr>
      <p:sp>
        <p:nvSpPr>
          <p:cNvPr id="10" name="Content Placeholder 2"/>
          <p:cNvSpPr>
            <a:spLocks noGrp="1"/>
          </p:cNvSpPr>
          <p:nvPr>
            <p:ph idx="19" hasCustomPrompt="1"/>
          </p:nvPr>
        </p:nvSpPr>
        <p:spPr>
          <a:xfrm>
            <a:off x="5943600" y="1005840"/>
            <a:ext cx="5943600" cy="5486400"/>
          </a:xfrm>
          <a:prstGeom prst="rect">
            <a:avLst/>
          </a:prstGeom>
        </p:spPr>
        <p:txBody>
          <a:bodyPr vert="horz" lIns="91440" tIns="91440" rIns="91440" bIns="91440" rtlCol="0">
            <a:normAutofit/>
          </a:bodyPr>
          <a:lstStyle>
            <a:lvl1pPr>
              <a:defRPr lang="en-US" noProof="0" dirty="0"/>
            </a:lvl1pPr>
            <a:lvl2pPr>
              <a:defRPr lang="en-US" noProof="0" dirty="0"/>
            </a:lvl2pPr>
            <a:lvl3pPr>
              <a:defRPr lang="en-US" noProof="0" dirty="0"/>
            </a:lvl3pPr>
            <a:lvl4pPr>
              <a:defRPr lang="en-US" dirty="0"/>
            </a:lvl4pPr>
          </a:lstStyle>
          <a:p>
            <a:pPr lvl="0"/>
            <a:r>
              <a:rPr kumimoji="0" lang="en-US" sz="2000" b="0" i="0" u="none" strike="noStrike" kern="1200" cap="none" spc="0" normalizeH="0" baseline="0" noProof="0" dirty="0">
                <a:ln>
                  <a:noFill/>
                </a:ln>
                <a:solidFill>
                  <a:srgbClr val="000000"/>
                </a:solidFill>
                <a:effectLst/>
                <a:uLnTx/>
                <a:uFillTx/>
                <a:latin typeface="+mn-lt"/>
                <a:ea typeface="+mn-ea"/>
                <a:cs typeface="+mn-cs"/>
              </a:rPr>
              <a:t>First level 20pt (insert: guidelines, explanation, or usage) </a:t>
            </a:r>
          </a:p>
          <a:p>
            <a:pPr lvl="1"/>
            <a:r>
              <a:rPr kumimoji="0" lang="en-US" sz="1800" b="0" i="0" u="none" strike="noStrike" kern="1200" cap="none" spc="0" normalizeH="0" baseline="0" noProof="0" dirty="0">
                <a:ln>
                  <a:noFill/>
                </a:ln>
                <a:solidFill>
                  <a:srgbClr val="000000"/>
                </a:solidFill>
                <a:effectLst/>
                <a:uLnTx/>
                <a:uFillTx/>
                <a:latin typeface="+mn-lt"/>
                <a:ea typeface="+mn-ea"/>
                <a:cs typeface="+mn-cs"/>
              </a:rPr>
              <a:t>Second level 18pt</a:t>
            </a:r>
          </a:p>
          <a:p>
            <a:pPr lvl="2"/>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mn-cs"/>
              </a:rPr>
              <a:t>Third level 16pt</a:t>
            </a:r>
          </a:p>
          <a:p>
            <a:pPr lvl="3"/>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Fourth level 14pt</a:t>
            </a:r>
            <a:endParaRPr lang="en-US" dirty="0"/>
          </a:p>
        </p:txBody>
      </p:sp>
      <p:sp>
        <p:nvSpPr>
          <p:cNvPr id="12" name="Content Placeholder 2"/>
          <p:cNvSpPr>
            <a:spLocks noGrp="1"/>
          </p:cNvSpPr>
          <p:nvPr>
            <p:ph idx="21" hasCustomPrompt="1"/>
          </p:nvPr>
        </p:nvSpPr>
        <p:spPr>
          <a:xfrm>
            <a:off x="640080" y="1005840"/>
            <a:ext cx="5212080" cy="1371600"/>
          </a:xfrm>
          <a:prstGeom prst="rect">
            <a:avLst/>
          </a:prstGeom>
          <a:noFill/>
          <a:ln w="25400">
            <a:gradFill>
              <a:gsLst>
                <a:gs pos="0">
                  <a:srgbClr val="61CF5C"/>
                </a:gs>
                <a:gs pos="100000">
                  <a:srgbClr val="2CCCD3"/>
                </a:gs>
              </a:gsLst>
              <a:lin ang="5400000" scaled="1"/>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marL="92710" indent="0">
              <a:buNone/>
              <a:defRPr lang="en-US" sz="1600" b="1" kern="1200" dirty="0">
                <a:solidFill>
                  <a:schemeClr val="tx1"/>
                </a:solidFill>
                <a:latin typeface="Courier New" panose="02070309020205020404" pitchFamily="49" charset="0"/>
                <a:ea typeface="+mn-ea"/>
                <a:cs typeface="Courier New" panose="02070309020205020404" pitchFamily="49" charset="0"/>
              </a:defRPr>
            </a:lvl2pPr>
            <a:lvl3pPr>
              <a:defRPr lang="en-US" sz="1400" b="1" dirty="0">
                <a:solidFill>
                  <a:srgbClr val="333333"/>
                </a:solidFill>
                <a:latin typeface="Courier New" panose="02070309020205020404" pitchFamily="49" charset="0"/>
                <a:cs typeface="Courier New" panose="02070309020205020404" pitchFamily="49" charset="0"/>
              </a:defRPr>
            </a:lvl3pPr>
          </a:lstStyle>
          <a:p>
            <a:pPr marR="0" lvl="0" fontAlgn="auto">
              <a:lnSpc>
                <a:spcPct val="90000"/>
              </a:lnSpc>
              <a:spcAft>
                <a:spcPts val="0"/>
              </a:spcAft>
              <a:buClrTx/>
              <a:buSzTx/>
              <a:buFont typeface="Arial" panose="020B0604020202020204" pitchFamily="34" charset="0"/>
              <a:tabLst/>
            </a:pPr>
            <a:r>
              <a:rPr lang="en-US" dirty="0"/>
              <a:t>First level 18pt(insert:  command syntax)</a:t>
            </a:r>
            <a:r>
              <a:rPr lang="en-US" b="1" dirty="0">
                <a:latin typeface="Courier New" panose="02070309020205020404" pitchFamily="49" charset="0"/>
                <a:cs typeface="Courier New" panose="02070309020205020404" pitchFamily="49" charset="0"/>
              </a:rPr>
              <a:t> </a:t>
            </a:r>
          </a:p>
          <a:p>
            <a:pPr marR="0" lvl="1" fontAlgn="auto">
              <a:lnSpc>
                <a:spcPct val="90000"/>
              </a:lnSpc>
              <a:spcAft>
                <a:spcPts val="0"/>
              </a:spcAft>
              <a:buClrTx/>
              <a:buSzTx/>
              <a:buFont typeface="Arial" panose="020B0604020202020204" pitchFamily="34" charset="0"/>
              <a:tabLst/>
            </a:pPr>
            <a:r>
              <a:rPr lang="en-US" b="1" dirty="0">
                <a:latin typeface="Courier New" panose="02070309020205020404" pitchFamily="49" charset="0"/>
                <a:cs typeface="Courier New" panose="02070309020205020404" pitchFamily="49" charset="0"/>
              </a:rPr>
              <a:t>Second level 16pt</a:t>
            </a:r>
          </a:p>
        </p:txBody>
      </p:sp>
      <p:sp>
        <p:nvSpPr>
          <p:cNvPr id="4" name="Title 3"/>
          <p:cNvSpPr>
            <a:spLocks noGrp="1"/>
          </p:cNvSpPr>
          <p:nvPr>
            <p:ph type="title"/>
          </p:nvPr>
        </p:nvSpPr>
        <p:spPr/>
        <p:txBody>
          <a:bodyPr/>
          <a:lstStyle/>
          <a:p>
            <a:r>
              <a:rPr lang="en-US"/>
              <a:t>Click to edit Master title style</a:t>
            </a:r>
            <a:endParaRPr lang="en-US" dirty="0"/>
          </a:p>
        </p:txBody>
      </p:sp>
      <p:sp>
        <p:nvSpPr>
          <p:cNvPr id="7" name="Content Placeholder 6"/>
          <p:cNvSpPr>
            <a:spLocks noGrp="1"/>
          </p:cNvSpPr>
          <p:nvPr>
            <p:ph sz="quarter" idx="24" hasCustomPrompt="1"/>
          </p:nvPr>
        </p:nvSpPr>
        <p:spPr>
          <a:xfrm>
            <a:off x="275273" y="2468880"/>
            <a:ext cx="5576887" cy="4023360"/>
          </a:xfrm>
          <a:prstGeom prst="rect">
            <a:avLst/>
          </a:prstGeom>
        </p:spPr>
        <p:txBody>
          <a:bodyPr/>
          <a:lstStyle>
            <a:lvl1pPr>
              <a:defRPr sz="1800" b="1">
                <a:solidFill>
                  <a:srgbClr val="147BD1"/>
                </a:solidFill>
                <a:latin typeface="Courier New" panose="02070309020205020404" pitchFamily="49" charset="0"/>
                <a:cs typeface="Courier New" panose="02070309020205020404" pitchFamily="49" charset="0"/>
              </a:defRPr>
            </a:lvl1pPr>
            <a:lvl2pPr marL="91440" indent="0">
              <a:buFontTx/>
              <a:buNone/>
              <a:defRPr sz="1600" b="1">
                <a:solidFill>
                  <a:srgbClr val="147BD1"/>
                </a:solidFill>
                <a:latin typeface="Courier New" panose="02070309020205020404" pitchFamily="49" charset="0"/>
                <a:cs typeface="Courier New" panose="02070309020205020404" pitchFamily="49" charset="0"/>
              </a:defRPr>
            </a:lvl2pPr>
            <a:lvl3pPr marL="365760" indent="0">
              <a:buFontTx/>
              <a:buNone/>
              <a:defRPr sz="1400" b="1">
                <a:solidFill>
                  <a:srgbClr val="147BD1"/>
                </a:solidFill>
                <a:latin typeface="Courier New" panose="02070309020205020404" pitchFamily="49" charset="0"/>
                <a:cs typeface="Courier New" panose="02070309020205020404" pitchFamily="49" charset="0"/>
              </a:defRPr>
            </a:lvl3pPr>
            <a:lvl4pPr marL="640080" indent="0">
              <a:buFontTx/>
              <a:buNone/>
              <a:defRPr sz="1200" b="1">
                <a:solidFill>
                  <a:srgbClr val="147BD1"/>
                </a:solidFill>
                <a:latin typeface="Courier New" panose="02070309020205020404" pitchFamily="49" charset="0"/>
                <a:cs typeface="Courier New" panose="02070309020205020404" pitchFamily="49" charset="0"/>
              </a:defRPr>
            </a:lvl4pPr>
          </a:lstStyle>
          <a:p>
            <a:pPr lvl="0"/>
            <a:r>
              <a:rPr lang="en-US" dirty="0"/>
              <a:t>First level 18pt (insert: example of code or script highlighting construct)</a:t>
            </a:r>
          </a:p>
          <a:p>
            <a:pPr lvl="1"/>
            <a:r>
              <a:rPr lang="en-US" dirty="0"/>
              <a:t>Second level 16pt Courier New</a:t>
            </a:r>
          </a:p>
          <a:p>
            <a:pPr lvl="2"/>
            <a:r>
              <a:rPr lang="en-US" dirty="0"/>
              <a:t>Third level 14pt Courier New</a:t>
            </a:r>
          </a:p>
          <a:p>
            <a:pPr lvl="3"/>
            <a:r>
              <a:rPr lang="en-US" dirty="0"/>
              <a:t>Fourth level 12pt Courier New</a:t>
            </a:r>
          </a:p>
        </p:txBody>
      </p:sp>
      <p:sp>
        <p:nvSpPr>
          <p:cNvPr id="2" name="Footer Placeholder 1">
            <a:extLst>
              <a:ext uri="{FF2B5EF4-FFF2-40B4-BE49-F238E27FC236}">
                <a16:creationId xmlns:a16="http://schemas.microsoft.com/office/drawing/2014/main" id="{CFDCC0AD-4862-4568-89A6-AE519257999E}"/>
              </a:ext>
            </a:extLst>
          </p:cNvPr>
          <p:cNvSpPr>
            <a:spLocks noGrp="1"/>
          </p:cNvSpPr>
          <p:nvPr>
            <p:ph type="ftr" sz="quarter" idx="2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3" name="Slide Number Placeholder 2">
            <a:extLst>
              <a:ext uri="{FF2B5EF4-FFF2-40B4-BE49-F238E27FC236}">
                <a16:creationId xmlns:a16="http://schemas.microsoft.com/office/drawing/2014/main" id="{E6CF7C2D-EAA5-4CC9-90E0-2A5761061ADA}"/>
              </a:ext>
            </a:extLst>
          </p:cNvPr>
          <p:cNvSpPr>
            <a:spLocks noGrp="1"/>
          </p:cNvSpPr>
          <p:nvPr>
            <p:ph type="sldNum" sz="quarter" idx="2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28283057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de Compa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56B61-8F7C-4013-BA7B-FA04FF6E3BA6}"/>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895A295A-15E1-48C2-823C-254F3327CC6C}"/>
              </a:ext>
            </a:extLst>
          </p:cNvPr>
          <p:cNvSpPr>
            <a:spLocks noGrp="1"/>
          </p:cNvSpPr>
          <p:nvPr>
            <p:ph type="ftr" sz="quarter" idx="10"/>
          </p:nvPr>
        </p:nvSpPr>
        <p:spPr/>
        <p:txBody>
          <a:bodyPr/>
          <a:lstStyle/>
          <a:p>
            <a:r>
              <a:rPr lang="en-US">
                <a:cs typeface="Arial" panose="020B0604020202020204" pitchFamily="34" charset="0"/>
              </a:rPr>
              <a:t>© Cadence Design Systems, Inc. All rights reserved.</a:t>
            </a:r>
            <a:endParaRPr lang="en-US" dirty="0">
              <a:cs typeface="Arial" panose="020B0604020202020204" pitchFamily="34" charset="0"/>
            </a:endParaRPr>
          </a:p>
        </p:txBody>
      </p:sp>
      <p:sp>
        <p:nvSpPr>
          <p:cNvPr id="4" name="Slide Number Placeholder 3">
            <a:extLst>
              <a:ext uri="{FF2B5EF4-FFF2-40B4-BE49-F238E27FC236}">
                <a16:creationId xmlns:a16="http://schemas.microsoft.com/office/drawing/2014/main" id="{715ED10B-54E3-4E85-925C-FF84167AA93C}"/>
              </a:ext>
            </a:extLst>
          </p:cNvPr>
          <p:cNvSpPr>
            <a:spLocks noGrp="1"/>
          </p:cNvSpPr>
          <p:nvPr>
            <p:ph type="sldNum" sz="quarter" idx="11"/>
          </p:nvPr>
        </p:nvSpPr>
        <p:spPr/>
        <p:txBody>
          <a:bodyPr/>
          <a:lstStyle/>
          <a:p>
            <a:fld id="{B6FA71F5-8E13-46C5-A63A-9121BEB3B8A9}" type="slidenum">
              <a:rPr lang="en-US" smtClean="0"/>
              <a:pPr/>
              <a:t>‹#›</a:t>
            </a:fld>
            <a:endParaRPr lang="en-US" dirty="0"/>
          </a:p>
        </p:txBody>
      </p:sp>
      <p:sp>
        <p:nvSpPr>
          <p:cNvPr id="5" name="Content Placeholder 2">
            <a:extLst>
              <a:ext uri="{FF2B5EF4-FFF2-40B4-BE49-F238E27FC236}">
                <a16:creationId xmlns:a16="http://schemas.microsoft.com/office/drawing/2014/main" id="{078E58B8-6812-48E0-AF2D-DBFED52A7692}"/>
              </a:ext>
            </a:extLst>
          </p:cNvPr>
          <p:cNvSpPr>
            <a:spLocks noGrp="1"/>
          </p:cNvSpPr>
          <p:nvPr>
            <p:ph idx="12" hasCustomPrompt="1"/>
          </p:nvPr>
        </p:nvSpPr>
        <p:spPr>
          <a:xfrm>
            <a:off x="64008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sz="1800" b="1" kern="1200" baseline="0" dirty="0">
                <a:solidFill>
                  <a:srgbClr val="333333"/>
                </a:solidFill>
                <a:latin typeface="Courier New" panose="02070309020205020404" pitchFamily="49" charset="0"/>
                <a:ea typeface="+mn-ea"/>
                <a:cs typeface="Courier New" panose="02070309020205020404" pitchFamily="49" charset="0"/>
              </a:defRPr>
            </a:lvl1pPr>
            <a:lvl2pPr>
              <a:defRPr lang="en-US" sz="1600" b="1" kern="1200" baseline="0" dirty="0">
                <a:solidFill>
                  <a:srgbClr val="333333"/>
                </a:solidFill>
                <a:latin typeface="Courier New" panose="02070309020205020404" pitchFamily="49" charset="0"/>
                <a:ea typeface="+mn-ea"/>
                <a:cs typeface="Courier New" panose="02070309020205020404" pitchFamily="49" charset="0"/>
              </a:defRPr>
            </a:lvl2pPr>
            <a:lvl3pPr>
              <a:defRPr lang="en-US" sz="1400" b="1" kern="1200" dirty="0">
                <a:solidFill>
                  <a:srgbClr val="333333"/>
                </a:solidFill>
                <a:latin typeface="Courier New" panose="02070309020205020404" pitchFamily="49" charset="0"/>
                <a:ea typeface="+mn-ea"/>
                <a:cs typeface="Courier New" panose="02070309020205020404" pitchFamily="49" charset="0"/>
              </a:defRPr>
            </a:lvl3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18pt (insert: command syntax)</a:t>
            </a:r>
          </a:p>
          <a:p>
            <a:pPr marL="365760" marR="0" lvl="1"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Second level 16pt</a:t>
            </a:r>
          </a:p>
          <a:p>
            <a:pPr marL="640080" marR="0" lvl="2"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Third level 16pt</a:t>
            </a:r>
          </a:p>
        </p:txBody>
      </p:sp>
      <p:sp>
        <p:nvSpPr>
          <p:cNvPr id="6" name="Content Placeholder 2">
            <a:extLst>
              <a:ext uri="{FF2B5EF4-FFF2-40B4-BE49-F238E27FC236}">
                <a16:creationId xmlns:a16="http://schemas.microsoft.com/office/drawing/2014/main" id="{0E426C72-5F56-48A3-86EA-A9F546826D3F}"/>
              </a:ext>
            </a:extLst>
          </p:cNvPr>
          <p:cNvSpPr>
            <a:spLocks noGrp="1"/>
          </p:cNvSpPr>
          <p:nvPr>
            <p:ph idx="13" hasCustomPrompt="1"/>
          </p:nvPr>
        </p:nvSpPr>
        <p:spPr>
          <a:xfrm>
            <a:off x="6492240" y="1005840"/>
            <a:ext cx="539496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sz="1800" b="1" kern="1200" baseline="0" dirty="0">
                <a:solidFill>
                  <a:srgbClr val="333333"/>
                </a:solidFill>
                <a:latin typeface="Courier New" panose="02070309020205020404" pitchFamily="49" charset="0"/>
                <a:ea typeface="+mn-ea"/>
                <a:cs typeface="Courier New" panose="02070309020205020404" pitchFamily="49" charset="0"/>
              </a:defRPr>
            </a:lvl1pPr>
            <a:lvl2pPr>
              <a:defRPr lang="en-US" sz="1600" b="1" kern="1200" baseline="0" dirty="0">
                <a:solidFill>
                  <a:srgbClr val="333333"/>
                </a:solidFill>
                <a:latin typeface="Courier New" panose="02070309020205020404" pitchFamily="49" charset="0"/>
                <a:ea typeface="+mn-ea"/>
                <a:cs typeface="Courier New" panose="02070309020205020404" pitchFamily="49" charset="0"/>
              </a:defRPr>
            </a:lvl2pPr>
            <a:lvl3pPr>
              <a:defRPr lang="en-US" sz="1400" b="1" kern="1200" dirty="0">
                <a:solidFill>
                  <a:srgbClr val="333333"/>
                </a:solidFill>
                <a:latin typeface="Courier New" panose="02070309020205020404" pitchFamily="49" charset="0"/>
                <a:ea typeface="+mn-ea"/>
                <a:cs typeface="Courier New" panose="02070309020205020404" pitchFamily="49" charset="0"/>
              </a:defRPr>
            </a:lvl3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18pt (insert: command syntax)</a:t>
            </a:r>
          </a:p>
          <a:p>
            <a:pPr marL="365760" marR="0" lvl="1"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Second level 16pt</a:t>
            </a:r>
          </a:p>
          <a:p>
            <a:pPr marL="640080" marR="0" lvl="2"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pPr>
            <a:r>
              <a:rPr lang="en-US" dirty="0"/>
              <a:t>Third level 14pt</a:t>
            </a:r>
          </a:p>
        </p:txBody>
      </p:sp>
      <p:sp>
        <p:nvSpPr>
          <p:cNvPr id="7" name="Content Placeholder 2">
            <a:extLst>
              <a:ext uri="{FF2B5EF4-FFF2-40B4-BE49-F238E27FC236}">
                <a16:creationId xmlns:a16="http://schemas.microsoft.com/office/drawing/2014/main" id="{E2FA659F-FCA7-4BA7-97BB-4B4D4FA32F27}"/>
              </a:ext>
            </a:extLst>
          </p:cNvPr>
          <p:cNvSpPr>
            <a:spLocks noGrp="1"/>
          </p:cNvSpPr>
          <p:nvPr>
            <p:ph idx="16" hasCustomPrompt="1"/>
          </p:nvPr>
        </p:nvSpPr>
        <p:spPr>
          <a:xfrm>
            <a:off x="274320" y="4480560"/>
            <a:ext cx="5760720" cy="2011680"/>
          </a:xfrm>
          <a:prstGeom prst="rect">
            <a:avLst/>
          </a:prstGeom>
        </p:spPr>
        <p:txBody>
          <a:bodyPr vert="horz" lIns="91440" tIns="91440" rIns="91440" bIns="91440" rtlCol="0">
            <a:normAutofit/>
          </a:bodyPr>
          <a:lstStyle>
            <a:lvl1pPr>
              <a:defRPr lang="en-US" sz="1800" b="1" dirty="0">
                <a:solidFill>
                  <a:srgbClr val="147BD1"/>
                </a:solidFill>
                <a:latin typeface="Courier New" panose="02070309020205020404" pitchFamily="49" charset="0"/>
                <a:cs typeface="Courier New" panose="02070309020205020404" pitchFamily="49" charset="0"/>
              </a:defRPr>
            </a:lvl1pPr>
            <a:lvl2pPr>
              <a:defRPr lang="en-US" sz="1600" b="1" kern="1200" dirty="0">
                <a:solidFill>
                  <a:srgbClr val="147BD1"/>
                </a:solidFill>
                <a:latin typeface="Courier New" panose="02070309020205020404" pitchFamily="49" charset="0"/>
                <a:ea typeface="+mn-ea"/>
                <a:cs typeface="Courier New" panose="02070309020205020404" pitchFamily="49" charset="0"/>
              </a:defRPr>
            </a:lvl2pPr>
            <a:lvl3pPr>
              <a:defRPr lang="en-US" sz="1400" b="1" kern="1200" dirty="0">
                <a:solidFill>
                  <a:srgbClr val="147BD1"/>
                </a:solidFill>
                <a:latin typeface="Courier New" panose="02070309020205020404" pitchFamily="49" charset="0"/>
                <a:ea typeface="+mn-ea"/>
                <a:cs typeface="Courier New" panose="02070309020205020404" pitchFamily="49" charset="0"/>
              </a:defRPr>
            </a:lvl3pPr>
          </a:lstStyle>
          <a:p>
            <a:pPr marL="0" lvl="0" indent="-287020" algn="l" defTabSz="914400" rtl="0" eaLnBrk="1" latinLnBrk="0" hangingPunct="1">
              <a:lnSpc>
                <a:spcPct val="100000"/>
              </a:lnSpc>
              <a:spcBef>
                <a:spcPts val="1200"/>
              </a:spcBef>
              <a:buClr>
                <a:srgbClr val="147BD1"/>
              </a:buClr>
              <a:buSzPct val="100000"/>
              <a:buFontTx/>
              <a:buNone/>
            </a:pPr>
            <a:r>
              <a:rPr lang="en-US" dirty="0"/>
              <a:t>First level 18pt (insert: example of code or script highlighting construct)</a:t>
            </a:r>
          </a:p>
          <a:p>
            <a:pPr marL="91440" lvl="1" indent="0" algn="l" defTabSz="914400" rtl="0" eaLnBrk="1" latinLnBrk="0" hangingPunct="1">
              <a:lnSpc>
                <a:spcPct val="100000"/>
              </a:lnSpc>
              <a:spcBef>
                <a:spcPts val="1200"/>
              </a:spcBef>
              <a:buClr>
                <a:srgbClr val="147BD1"/>
              </a:buClr>
              <a:buSzPct val="100000"/>
              <a:buFontTx/>
              <a:buNone/>
            </a:pPr>
            <a:r>
              <a:rPr lang="en-US" dirty="0"/>
              <a:t>Second level 16pt</a:t>
            </a:r>
          </a:p>
          <a:p>
            <a:pPr marL="365760" lvl="2" indent="0" algn="l" defTabSz="914400" rtl="0" eaLnBrk="1" latinLnBrk="0" hangingPunct="1">
              <a:lnSpc>
                <a:spcPct val="100000"/>
              </a:lnSpc>
              <a:spcBef>
                <a:spcPts val="600"/>
              </a:spcBef>
              <a:buClr>
                <a:srgbClr val="147BD1"/>
              </a:buClr>
              <a:buFontTx/>
              <a:buNone/>
            </a:pPr>
            <a:r>
              <a:rPr lang="en-US" dirty="0"/>
              <a:t>Third level 14pt</a:t>
            </a:r>
          </a:p>
        </p:txBody>
      </p:sp>
      <p:sp>
        <p:nvSpPr>
          <p:cNvPr id="8" name="Content Placeholder 2">
            <a:extLst>
              <a:ext uri="{FF2B5EF4-FFF2-40B4-BE49-F238E27FC236}">
                <a16:creationId xmlns:a16="http://schemas.microsoft.com/office/drawing/2014/main" id="{1BE95313-9083-4BF8-A22E-5013AA4CD8C0}"/>
              </a:ext>
            </a:extLst>
          </p:cNvPr>
          <p:cNvSpPr>
            <a:spLocks noGrp="1"/>
          </p:cNvSpPr>
          <p:nvPr>
            <p:ph idx="17" hasCustomPrompt="1"/>
          </p:nvPr>
        </p:nvSpPr>
        <p:spPr>
          <a:xfrm>
            <a:off x="6126480" y="4480560"/>
            <a:ext cx="5760720" cy="2011680"/>
          </a:xfrm>
          <a:prstGeom prst="rect">
            <a:avLst/>
          </a:prstGeom>
        </p:spPr>
        <p:txBody>
          <a:bodyPr vert="horz" lIns="91440" tIns="91440" rIns="91440" bIns="91440" rtlCol="0">
            <a:normAutofit/>
          </a:bodyPr>
          <a:lstStyle>
            <a:lvl1pPr marL="0" indent="0">
              <a:defRPr lang="en-US" sz="1800" b="1" kern="1200" dirty="0">
                <a:solidFill>
                  <a:srgbClr val="147BD1"/>
                </a:solidFill>
                <a:latin typeface="Courier New" panose="02070309020205020404" pitchFamily="49" charset="0"/>
                <a:ea typeface="+mn-ea"/>
                <a:cs typeface="Courier New" panose="02070309020205020404" pitchFamily="49" charset="0"/>
              </a:defRPr>
            </a:lvl1pPr>
            <a:lvl2pPr>
              <a:defRPr lang="en-US" sz="1600" b="1" kern="1200" dirty="0">
                <a:solidFill>
                  <a:srgbClr val="147BD1"/>
                </a:solidFill>
                <a:latin typeface="Courier New" panose="02070309020205020404" pitchFamily="49" charset="0"/>
                <a:ea typeface="+mn-ea"/>
                <a:cs typeface="Courier New" panose="02070309020205020404" pitchFamily="49" charset="0"/>
              </a:defRPr>
            </a:lvl2pPr>
            <a:lvl3pPr>
              <a:defRPr lang="en-US" sz="1400" b="1" kern="1200" dirty="0">
                <a:solidFill>
                  <a:srgbClr val="147BD1"/>
                </a:solidFill>
                <a:latin typeface="Courier New" panose="02070309020205020404" pitchFamily="49" charset="0"/>
                <a:ea typeface="+mn-ea"/>
                <a:cs typeface="Courier New" panose="02070309020205020404" pitchFamily="49" charset="0"/>
              </a:defRPr>
            </a:lvl3pPr>
          </a:lstStyle>
          <a:p>
            <a:pPr marL="0" lvl="0" indent="-287020" algn="l" defTabSz="914400" rtl="0" eaLnBrk="1" latinLnBrk="0" hangingPunct="1">
              <a:lnSpc>
                <a:spcPct val="100000"/>
              </a:lnSpc>
              <a:spcBef>
                <a:spcPts val="1200"/>
              </a:spcBef>
              <a:buClr>
                <a:srgbClr val="147BD1"/>
              </a:buClr>
              <a:buSzPct val="100000"/>
              <a:buFontTx/>
              <a:buNone/>
            </a:pPr>
            <a:r>
              <a:rPr lang="en-US" dirty="0"/>
              <a:t>First level 18pt (insert: example of code or script highlighting construct)</a:t>
            </a:r>
          </a:p>
          <a:p>
            <a:pPr marL="91440" lvl="1" indent="0" algn="l" defTabSz="914400" rtl="0" eaLnBrk="1" latinLnBrk="0" hangingPunct="1">
              <a:lnSpc>
                <a:spcPct val="100000"/>
              </a:lnSpc>
              <a:spcBef>
                <a:spcPts val="1200"/>
              </a:spcBef>
              <a:buClr>
                <a:srgbClr val="147BD1"/>
              </a:buClr>
              <a:buSzPct val="100000"/>
              <a:buFontTx/>
              <a:buNone/>
            </a:pPr>
            <a:r>
              <a:rPr lang="en-US" dirty="0"/>
              <a:t>Second level 16pt</a:t>
            </a:r>
          </a:p>
          <a:p>
            <a:pPr marL="365760" lvl="2" indent="0" algn="l" defTabSz="914400" rtl="0" eaLnBrk="1" latinLnBrk="0" hangingPunct="1">
              <a:lnSpc>
                <a:spcPct val="100000"/>
              </a:lnSpc>
              <a:spcBef>
                <a:spcPts val="600"/>
              </a:spcBef>
              <a:buClr>
                <a:srgbClr val="147BD1"/>
              </a:buClr>
              <a:buFontTx/>
              <a:buNone/>
            </a:pPr>
            <a:r>
              <a:rPr lang="en-US" dirty="0"/>
              <a:t>Third level 14pt</a:t>
            </a:r>
          </a:p>
        </p:txBody>
      </p:sp>
      <p:sp>
        <p:nvSpPr>
          <p:cNvPr id="12" name="Content Placeholder 11">
            <a:extLst>
              <a:ext uri="{FF2B5EF4-FFF2-40B4-BE49-F238E27FC236}">
                <a16:creationId xmlns:a16="http://schemas.microsoft.com/office/drawing/2014/main" id="{9F43CCAD-85FD-4995-A9BA-957B88677717}"/>
              </a:ext>
            </a:extLst>
          </p:cNvPr>
          <p:cNvSpPr>
            <a:spLocks noGrp="1"/>
          </p:cNvSpPr>
          <p:nvPr>
            <p:ph sz="quarter" idx="19" hasCustomPrompt="1"/>
          </p:nvPr>
        </p:nvSpPr>
        <p:spPr>
          <a:xfrm>
            <a:off x="6126163" y="2468563"/>
            <a:ext cx="5761037" cy="2011362"/>
          </a:xfrm>
        </p:spPr>
        <p:txBody>
          <a:bodyPr/>
          <a:lstStyle/>
          <a:p>
            <a:pPr lvl="0"/>
            <a:r>
              <a:rPr lang="en-US" dirty="0"/>
              <a:t>First level 20pt (insert: guidelines, explanation, or usage)</a:t>
            </a:r>
          </a:p>
          <a:p>
            <a:pPr lvl="1"/>
            <a:r>
              <a:rPr lang="en-US" dirty="0"/>
              <a:t>Second level</a:t>
            </a:r>
          </a:p>
          <a:p>
            <a:pPr lvl="2"/>
            <a:r>
              <a:rPr lang="en-US" dirty="0"/>
              <a:t>Third level</a:t>
            </a:r>
          </a:p>
        </p:txBody>
      </p:sp>
      <p:sp>
        <p:nvSpPr>
          <p:cNvPr id="14" name="Content Placeholder 13">
            <a:extLst>
              <a:ext uri="{FF2B5EF4-FFF2-40B4-BE49-F238E27FC236}">
                <a16:creationId xmlns:a16="http://schemas.microsoft.com/office/drawing/2014/main" id="{ED33B527-DB9A-48A6-AB64-3FD9C211B381}"/>
              </a:ext>
            </a:extLst>
          </p:cNvPr>
          <p:cNvSpPr>
            <a:spLocks noGrp="1"/>
          </p:cNvSpPr>
          <p:nvPr>
            <p:ph sz="quarter" idx="20" hasCustomPrompt="1"/>
          </p:nvPr>
        </p:nvSpPr>
        <p:spPr>
          <a:xfrm>
            <a:off x="274638" y="2468563"/>
            <a:ext cx="5761037" cy="2011362"/>
          </a:xfrm>
        </p:spPr>
        <p:txBody>
          <a:bodyPr/>
          <a:lstStyle/>
          <a:p>
            <a:pPr lvl="0"/>
            <a:r>
              <a:rPr lang="en-US" dirty="0"/>
              <a:t>First level 20pt (insert: guidelines, explanation, or usage)</a:t>
            </a:r>
          </a:p>
          <a:p>
            <a:pPr lvl="1"/>
            <a:r>
              <a:rPr lang="en-US" dirty="0"/>
              <a:t>Second level</a:t>
            </a:r>
          </a:p>
          <a:p>
            <a:pPr lvl="2"/>
            <a:r>
              <a:rPr lang="en-US" dirty="0"/>
              <a:t>Third level</a:t>
            </a:r>
          </a:p>
        </p:txBody>
      </p:sp>
    </p:spTree>
    <p:extLst>
      <p:ext uri="{BB962C8B-B14F-4D97-AF65-F5344CB8AC3E}">
        <p14:creationId xmlns:p14="http://schemas.microsoft.com/office/powerpoint/2010/main" val="1001846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de/Scripts Vertical">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640080" y="1005840"/>
            <a:ext cx="5394960" cy="5486400"/>
          </a:xfrm>
          <a:prstGeom prst="rect">
            <a:avLst/>
          </a:prstGeom>
          <a:noFill/>
          <a:ln w="25400">
            <a:gradFill>
              <a:gsLst>
                <a:gs pos="0">
                  <a:srgbClr val="61CF5C"/>
                </a:gs>
                <a:gs pos="100000">
                  <a:srgbClr val="2CCCD3"/>
                </a:gs>
              </a:gsLst>
              <a:lin ang="5400000" scaled="1"/>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a:defRPr lang="en-US" sz="1600" b="1" baseline="0" dirty="0">
                <a:solidFill>
                  <a:srgbClr val="333333"/>
                </a:solidFill>
                <a:latin typeface="Courier New" panose="02070309020205020404" pitchFamily="49" charset="0"/>
                <a:cs typeface="Courier New" panose="02070309020205020404" pitchFamily="49" charset="0"/>
              </a:defRPr>
            </a:lvl2pPr>
            <a:lvl3pPr>
              <a:defRPr lang="en-US" sz="1400" b="1" dirty="0">
                <a:solidFill>
                  <a:srgbClr val="333333"/>
                </a:solidFill>
                <a:latin typeface="Courier New" panose="02070309020205020404" pitchFamily="49" charset="0"/>
                <a:cs typeface="Courier New" panose="02070309020205020404" pitchFamily="49" charset="0"/>
              </a:defRPr>
            </a:lvl3pPr>
          </a:lstStyle>
          <a:p>
            <a:pPr marR="0" lvl="0" fontAlgn="auto">
              <a:lnSpc>
                <a:spcPct val="90000"/>
              </a:lnSpc>
              <a:spcAft>
                <a:spcPts val="0"/>
              </a:spcAft>
              <a:buClrTx/>
              <a:buSzTx/>
              <a:buFont typeface="Arial" panose="020B0604020202020204" pitchFamily="34" charset="0"/>
              <a:tabLst/>
            </a:pPr>
            <a:r>
              <a:rPr lang="en-US" dirty="0"/>
              <a:t>First level 18pt (insert: syntax of command-line construct) </a:t>
            </a:r>
          </a:p>
          <a:p>
            <a:pPr marL="365760" marR="0" lvl="1" indent="0" fontAlgn="auto">
              <a:lnSpc>
                <a:spcPct val="90000"/>
              </a:lnSpc>
              <a:spcBef>
                <a:spcPts val="1000"/>
              </a:spcBef>
              <a:spcAft>
                <a:spcPts val="0"/>
              </a:spcAft>
              <a:buClrTx/>
              <a:buSzTx/>
              <a:buNone/>
              <a:tabLst/>
            </a:pPr>
            <a:r>
              <a:rPr lang="en-US" dirty="0"/>
              <a:t>Second level 16pt</a:t>
            </a:r>
          </a:p>
          <a:p>
            <a:pPr marR="0" lvl="2" indent="0" fontAlgn="auto">
              <a:lnSpc>
                <a:spcPct val="90000"/>
              </a:lnSpc>
              <a:spcBef>
                <a:spcPts val="1000"/>
              </a:spcBef>
              <a:spcAft>
                <a:spcPts val="0"/>
              </a:spcAft>
              <a:buClrTx/>
              <a:buSzTx/>
              <a:buFont typeface="Arial" panose="020B0604020202020204" pitchFamily="34" charset="0"/>
              <a:buNone/>
              <a:tabLst/>
            </a:pPr>
            <a:r>
              <a:rPr lang="en-US" dirty="0">
                <a:latin typeface="Courier New" panose="02070309020205020404" pitchFamily="49" charset="0"/>
                <a:cs typeface="Courier New" panose="02070309020205020404" pitchFamily="49" charset="0"/>
              </a:rPr>
              <a:t>Third level 14pt</a:t>
            </a:r>
            <a:endParaRPr lang="en-US" dirty="0"/>
          </a:p>
        </p:txBody>
      </p:sp>
      <p:sp>
        <p:nvSpPr>
          <p:cNvPr id="8" name="Content Placeholder 7"/>
          <p:cNvSpPr>
            <a:spLocks noGrp="1"/>
          </p:cNvSpPr>
          <p:nvPr>
            <p:ph sz="quarter" idx="13" hasCustomPrompt="1"/>
          </p:nvPr>
        </p:nvSpPr>
        <p:spPr>
          <a:xfrm>
            <a:off x="6126480" y="1005840"/>
            <a:ext cx="5760720" cy="1371600"/>
          </a:xfrm>
          <a:prstGeom prst="rect">
            <a:avLst/>
          </a:prstGeom>
        </p:spPr>
        <p:txBody>
          <a:bodyPr/>
          <a:lstStyle>
            <a:lvl1pPr marL="0" indent="0">
              <a:buFontTx/>
              <a:buNone/>
              <a:defRPr sz="2000"/>
            </a:lvl1pPr>
            <a:lvl2pPr>
              <a:defRPr/>
            </a:lvl2pPr>
            <a:lvl3pPr>
              <a:defRPr/>
            </a:lvl3pPr>
          </a:lstStyle>
          <a:p>
            <a:pPr lvl="0"/>
            <a:r>
              <a:rPr lang="en-US" dirty="0"/>
              <a:t>First level 20pt (insert: guidelines, explanation, or usage)</a:t>
            </a:r>
          </a:p>
          <a:p>
            <a:pPr lvl="1"/>
            <a:r>
              <a:rPr lang="en-US" dirty="0"/>
              <a:t>Second level 18pt</a:t>
            </a:r>
          </a:p>
        </p:txBody>
      </p:sp>
      <p:sp>
        <p:nvSpPr>
          <p:cNvPr id="5" name="Title 4"/>
          <p:cNvSpPr>
            <a:spLocks noGrp="1"/>
          </p:cNvSpPr>
          <p:nvPr>
            <p:ph type="title"/>
          </p:nvPr>
        </p:nvSpPr>
        <p:spPr/>
        <p:txBody>
          <a:bodyPr/>
          <a:lstStyle/>
          <a:p>
            <a:r>
              <a:rPr lang="en-US"/>
              <a:t>Click to edit Master title style</a:t>
            </a:r>
          </a:p>
        </p:txBody>
      </p:sp>
      <p:sp>
        <p:nvSpPr>
          <p:cNvPr id="7" name="Content Placeholder 6">
            <a:extLst>
              <a:ext uri="{FF2B5EF4-FFF2-40B4-BE49-F238E27FC236}">
                <a16:creationId xmlns:a16="http://schemas.microsoft.com/office/drawing/2014/main" id="{FD116991-9908-433B-9F4D-26AFDDE259F4}"/>
              </a:ext>
            </a:extLst>
          </p:cNvPr>
          <p:cNvSpPr>
            <a:spLocks noGrp="1"/>
          </p:cNvSpPr>
          <p:nvPr>
            <p:ph sz="quarter" idx="16" hasCustomPrompt="1"/>
          </p:nvPr>
        </p:nvSpPr>
        <p:spPr>
          <a:xfrm>
            <a:off x="6126163" y="2468880"/>
            <a:ext cx="5761037" cy="4023360"/>
          </a:xfrm>
          <a:prstGeom prst="rect">
            <a:avLst/>
          </a:prstGeom>
        </p:spPr>
        <p:txBody>
          <a:bodyPr/>
          <a:lstStyle>
            <a:lvl1pPr>
              <a:defRPr sz="1800" b="1">
                <a:solidFill>
                  <a:srgbClr val="147BD1"/>
                </a:solidFill>
                <a:latin typeface="Courier New" panose="02070309020205020404" pitchFamily="49" charset="0"/>
                <a:cs typeface="Courier New" panose="02070309020205020404" pitchFamily="49" charset="0"/>
              </a:defRPr>
            </a:lvl1pPr>
            <a:lvl2pPr marL="91440" indent="0">
              <a:buFontTx/>
              <a:buNone/>
              <a:defRPr sz="1600" b="1">
                <a:solidFill>
                  <a:srgbClr val="147BD1"/>
                </a:solidFill>
                <a:latin typeface="Courier New" panose="02070309020205020404" pitchFamily="49" charset="0"/>
                <a:cs typeface="Courier New" panose="02070309020205020404" pitchFamily="49" charset="0"/>
              </a:defRPr>
            </a:lvl2pPr>
            <a:lvl3pPr marL="365760" indent="0">
              <a:buFontTx/>
              <a:buNone/>
              <a:defRPr sz="1400" b="1">
                <a:solidFill>
                  <a:srgbClr val="147BD1"/>
                </a:solidFill>
                <a:latin typeface="Courier New" panose="02070309020205020404" pitchFamily="49" charset="0"/>
                <a:cs typeface="Courier New" panose="02070309020205020404" pitchFamily="49" charset="0"/>
              </a:defRPr>
            </a:lvl3pPr>
            <a:lvl4pPr marL="640080" indent="0">
              <a:buFontTx/>
              <a:buNone/>
              <a:defRPr sz="1200" b="1">
                <a:solidFill>
                  <a:srgbClr val="147BD1"/>
                </a:solidFill>
                <a:latin typeface="Courier New" panose="02070309020205020404" pitchFamily="49" charset="0"/>
                <a:cs typeface="Courier New" panose="02070309020205020404" pitchFamily="49" charset="0"/>
              </a:defRPr>
            </a:lvl4pPr>
          </a:lstStyle>
          <a:p>
            <a:pPr lvl="0"/>
            <a:r>
              <a:rPr lang="en-US" dirty="0"/>
              <a:t>First level 18pt Courier New (insert: example of code or script highlighting construct)</a:t>
            </a:r>
          </a:p>
          <a:p>
            <a:pPr lvl="1"/>
            <a:r>
              <a:rPr lang="en-US" dirty="0"/>
              <a:t>Second level 16pt</a:t>
            </a:r>
          </a:p>
          <a:p>
            <a:pPr lvl="2"/>
            <a:r>
              <a:rPr lang="en-US" dirty="0"/>
              <a:t>Third level 14pt</a:t>
            </a:r>
          </a:p>
          <a:p>
            <a:pPr lvl="3"/>
            <a:r>
              <a:rPr lang="en-US" dirty="0"/>
              <a:t>Fourth level 12pt</a:t>
            </a:r>
          </a:p>
        </p:txBody>
      </p:sp>
      <p:sp>
        <p:nvSpPr>
          <p:cNvPr id="2" name="Footer Placeholder 1">
            <a:extLst>
              <a:ext uri="{FF2B5EF4-FFF2-40B4-BE49-F238E27FC236}">
                <a16:creationId xmlns:a16="http://schemas.microsoft.com/office/drawing/2014/main" id="{BDB408DB-22C6-4C39-9983-ABB6715C8FDE}"/>
              </a:ext>
            </a:extLst>
          </p:cNvPr>
          <p:cNvSpPr>
            <a:spLocks noGrp="1"/>
          </p:cNvSpPr>
          <p:nvPr>
            <p:ph type="ftr" sz="quarter" idx="17"/>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9" name="Slide Number Placeholder 8">
            <a:extLst>
              <a:ext uri="{FF2B5EF4-FFF2-40B4-BE49-F238E27FC236}">
                <a16:creationId xmlns:a16="http://schemas.microsoft.com/office/drawing/2014/main" id="{462B135A-BE8C-4664-973A-E487A0D02BBF}"/>
              </a:ext>
            </a:extLst>
          </p:cNvPr>
          <p:cNvSpPr>
            <a:spLocks noGrp="1"/>
          </p:cNvSpPr>
          <p:nvPr>
            <p:ph type="sldNum" sz="quarter"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706046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de/Scripts Horizontal">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640080" y="1005840"/>
            <a:ext cx="5303520" cy="4023360"/>
          </a:xfrm>
          <a:prstGeom prst="rect">
            <a:avLst/>
          </a:prstGeom>
          <a:noFill/>
          <a:ln w="25400">
            <a:gradFill>
              <a:gsLst>
                <a:gs pos="0">
                  <a:srgbClr val="61CF5C"/>
                </a:gs>
                <a:gs pos="100000">
                  <a:srgbClr val="2CCCD3"/>
                </a:gs>
              </a:gsLst>
              <a:lin ang="5400000" scaled="1"/>
            </a:gradFill>
          </a:ln>
        </p:spPr>
        <p:txBody>
          <a:bodyPr vert="horz" lIns="731520" tIns="91440" rIns="91440" bIns="91440" rtlCol="0">
            <a:normAutofit/>
          </a:bodyPr>
          <a:lstStyle>
            <a:lvl1pPr>
              <a:defRPr lang="en-US" sz="1800" b="1" baseline="0" dirty="0">
                <a:solidFill>
                  <a:srgbClr val="333333"/>
                </a:solidFill>
                <a:latin typeface="Courier New" panose="02070309020205020404" pitchFamily="49" charset="0"/>
                <a:cs typeface="Courier New" panose="02070309020205020404" pitchFamily="49" charset="0"/>
              </a:defRPr>
            </a:lvl1pPr>
            <a:lvl2pPr>
              <a:defRPr lang="en-US" sz="1600" b="1" baseline="0" dirty="0">
                <a:solidFill>
                  <a:srgbClr val="333333"/>
                </a:solidFill>
                <a:latin typeface="Courier New" panose="02070309020205020404" pitchFamily="49" charset="0"/>
                <a:cs typeface="Courier New" panose="02070309020205020404" pitchFamily="49" charset="0"/>
              </a:defRPr>
            </a:lvl2pPr>
            <a:lvl3pPr>
              <a:defRPr lang="en-US" sz="1400" b="1" dirty="0">
                <a:solidFill>
                  <a:srgbClr val="333333"/>
                </a:solidFill>
                <a:latin typeface="Courier New" panose="02070309020205020404" pitchFamily="49" charset="0"/>
                <a:cs typeface="Courier New" panose="02070309020205020404" pitchFamily="49" charset="0"/>
              </a:defRPr>
            </a:lvl3pPr>
          </a:lstStyle>
          <a:p>
            <a:pPr marR="0" lvl="0" fontAlgn="auto">
              <a:lnSpc>
                <a:spcPct val="90000"/>
              </a:lnSpc>
              <a:spcAft>
                <a:spcPts val="0"/>
              </a:spcAft>
              <a:buClrTx/>
              <a:buSzTx/>
              <a:buFont typeface="Arial" panose="020B0604020202020204" pitchFamily="34" charset="0"/>
              <a:tabLst/>
            </a:pPr>
            <a:r>
              <a:rPr lang="en-US" dirty="0"/>
              <a:t>First level 18pt (insert: syntax of command-line construct)</a:t>
            </a:r>
          </a:p>
          <a:p>
            <a:pPr marL="365760" marR="0" lvl="1" indent="0" fontAlgn="auto">
              <a:lnSpc>
                <a:spcPct val="90000"/>
              </a:lnSpc>
              <a:spcBef>
                <a:spcPts val="1000"/>
              </a:spcBef>
              <a:spcAft>
                <a:spcPts val="0"/>
              </a:spcAft>
              <a:buClrTx/>
              <a:buSzTx/>
              <a:buNone/>
              <a:tabLst/>
            </a:pPr>
            <a:r>
              <a:rPr lang="en-US" dirty="0"/>
              <a:t>Second level 16pt</a:t>
            </a:r>
          </a:p>
          <a:p>
            <a:pPr marR="0" lvl="2" indent="0" fontAlgn="auto">
              <a:lnSpc>
                <a:spcPct val="90000"/>
              </a:lnSpc>
              <a:spcBef>
                <a:spcPts val="1000"/>
              </a:spcBef>
              <a:spcAft>
                <a:spcPts val="0"/>
              </a:spcAft>
              <a:buClrTx/>
              <a:buSzTx/>
              <a:buFont typeface="Arial" panose="020B0604020202020204" pitchFamily="34" charset="0"/>
              <a:buNone/>
              <a:tabLst/>
            </a:pPr>
            <a:r>
              <a:rPr lang="en-US" dirty="0">
                <a:latin typeface="Courier New" panose="02070309020205020404" pitchFamily="49" charset="0"/>
                <a:cs typeface="Courier New" panose="02070309020205020404" pitchFamily="49" charset="0"/>
              </a:rPr>
              <a:t>Third level 14pt</a:t>
            </a:r>
            <a:endParaRPr lang="en-US" dirty="0"/>
          </a:p>
        </p:txBody>
      </p:sp>
      <p:sp>
        <p:nvSpPr>
          <p:cNvPr id="8" name="Content Placeholder 7"/>
          <p:cNvSpPr>
            <a:spLocks noGrp="1"/>
          </p:cNvSpPr>
          <p:nvPr>
            <p:ph sz="quarter" idx="13" hasCustomPrompt="1"/>
          </p:nvPr>
        </p:nvSpPr>
        <p:spPr>
          <a:xfrm>
            <a:off x="274320" y="5120640"/>
            <a:ext cx="11612880" cy="1371600"/>
          </a:xfrm>
          <a:prstGeom prst="rect">
            <a:avLst/>
          </a:prstGeom>
        </p:spPr>
        <p:txBody>
          <a:bodyPr/>
          <a:lstStyle>
            <a:lvl1pPr marL="0" indent="0">
              <a:buFontTx/>
              <a:buNone/>
              <a:defRPr sz="2000"/>
            </a:lvl1pPr>
            <a:lvl2pPr>
              <a:defRPr/>
            </a:lvl2pPr>
            <a:lvl3pPr>
              <a:defRPr/>
            </a:lvl3pPr>
          </a:lstStyle>
          <a:p>
            <a:pPr lvl="0"/>
            <a:r>
              <a:rPr lang="en-US" dirty="0"/>
              <a:t>First level 20pt (insert: guidelines, explanation, or usage)</a:t>
            </a:r>
          </a:p>
          <a:p>
            <a:pPr lvl="1"/>
            <a:r>
              <a:rPr lang="en-US" dirty="0"/>
              <a:t>Second level 18pt</a:t>
            </a:r>
          </a:p>
          <a:p>
            <a:pPr lvl="2"/>
            <a:r>
              <a:rPr lang="en-US" dirty="0"/>
              <a:t>Third level 16pt</a:t>
            </a:r>
          </a:p>
        </p:txBody>
      </p:sp>
      <p:sp>
        <p:nvSpPr>
          <p:cNvPr id="5" name="Title 4"/>
          <p:cNvSpPr>
            <a:spLocks noGrp="1"/>
          </p:cNvSpPr>
          <p:nvPr>
            <p:ph type="title"/>
          </p:nvPr>
        </p:nvSpPr>
        <p:spPr/>
        <p:txBody>
          <a:bodyPr/>
          <a:lstStyle/>
          <a:p>
            <a:r>
              <a:rPr lang="en-US"/>
              <a:t>Click to edit Master title style</a:t>
            </a:r>
          </a:p>
        </p:txBody>
      </p:sp>
      <p:sp>
        <p:nvSpPr>
          <p:cNvPr id="12" name="Content Placeholder 11"/>
          <p:cNvSpPr>
            <a:spLocks noGrp="1"/>
          </p:cNvSpPr>
          <p:nvPr>
            <p:ph sz="quarter" idx="16" hasCustomPrompt="1"/>
          </p:nvPr>
        </p:nvSpPr>
        <p:spPr>
          <a:xfrm>
            <a:off x="6126480" y="1005840"/>
            <a:ext cx="5760720" cy="4023360"/>
          </a:xfrm>
          <a:prstGeom prst="rect">
            <a:avLst/>
          </a:prstGeom>
        </p:spPr>
        <p:txBody>
          <a:bodyPr/>
          <a:lstStyle>
            <a:lvl1pPr>
              <a:defRPr sz="1800" b="1">
                <a:solidFill>
                  <a:srgbClr val="147BD1"/>
                </a:solidFill>
                <a:latin typeface="Courier New" panose="02070309020205020404" pitchFamily="49" charset="0"/>
                <a:cs typeface="Courier New" panose="02070309020205020404" pitchFamily="49" charset="0"/>
              </a:defRPr>
            </a:lvl1pPr>
            <a:lvl2pPr marL="91440" indent="0">
              <a:buFontTx/>
              <a:buNone/>
              <a:defRPr sz="1600" b="1">
                <a:solidFill>
                  <a:srgbClr val="147BD1"/>
                </a:solidFill>
                <a:latin typeface="Courier New" panose="02070309020205020404" pitchFamily="49" charset="0"/>
                <a:cs typeface="Courier New" panose="02070309020205020404" pitchFamily="49" charset="0"/>
              </a:defRPr>
            </a:lvl2pPr>
            <a:lvl3pPr marL="365760" indent="0">
              <a:buFontTx/>
              <a:buNone/>
              <a:defRPr sz="1400" b="1">
                <a:solidFill>
                  <a:srgbClr val="147BD1"/>
                </a:solidFill>
                <a:latin typeface="Courier New" panose="02070309020205020404" pitchFamily="49" charset="0"/>
                <a:cs typeface="Courier New" panose="02070309020205020404" pitchFamily="49" charset="0"/>
              </a:defRPr>
            </a:lvl3pPr>
            <a:lvl4pPr marL="640080" indent="0">
              <a:buFontTx/>
              <a:buNone/>
              <a:defRPr sz="1200" b="1">
                <a:solidFill>
                  <a:srgbClr val="147BD1"/>
                </a:solidFill>
                <a:latin typeface="Courier New" panose="02070309020205020404" pitchFamily="49" charset="0"/>
                <a:cs typeface="Courier New" panose="02070309020205020404" pitchFamily="49" charset="0"/>
              </a:defRPr>
            </a:lvl4pPr>
          </a:lstStyle>
          <a:p>
            <a:pPr lvl="0"/>
            <a:r>
              <a:rPr lang="en-US" dirty="0"/>
              <a:t>First level 18pt Courier New (insert: example of </a:t>
            </a:r>
            <a:r>
              <a:rPr lang="en-US" dirty="0" err="1"/>
              <a:t>code|script</a:t>
            </a:r>
            <a:r>
              <a:rPr lang="en-US" dirty="0"/>
              <a:t> highlighting construct)</a:t>
            </a:r>
          </a:p>
          <a:p>
            <a:pPr lvl="1"/>
            <a:r>
              <a:rPr lang="en-US" dirty="0"/>
              <a:t>Second level 16pt</a:t>
            </a:r>
          </a:p>
          <a:p>
            <a:pPr lvl="2"/>
            <a:r>
              <a:rPr lang="en-US" dirty="0"/>
              <a:t>Third level 14pt</a:t>
            </a:r>
          </a:p>
          <a:p>
            <a:pPr lvl="3"/>
            <a:r>
              <a:rPr lang="en-US" dirty="0"/>
              <a:t>Fourth level 12pt</a:t>
            </a:r>
          </a:p>
        </p:txBody>
      </p:sp>
      <p:sp>
        <p:nvSpPr>
          <p:cNvPr id="2" name="Footer Placeholder 1">
            <a:extLst>
              <a:ext uri="{FF2B5EF4-FFF2-40B4-BE49-F238E27FC236}">
                <a16:creationId xmlns:a16="http://schemas.microsoft.com/office/drawing/2014/main" id="{EFE28A82-CE06-4C7D-8D50-8F0941E582B7}"/>
              </a:ext>
            </a:extLst>
          </p:cNvPr>
          <p:cNvSpPr>
            <a:spLocks noGrp="1"/>
          </p:cNvSpPr>
          <p:nvPr>
            <p:ph type="ftr" sz="quarter" idx="17"/>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7" name="Slide Number Placeholder 6">
            <a:extLst>
              <a:ext uri="{FF2B5EF4-FFF2-40B4-BE49-F238E27FC236}">
                <a16:creationId xmlns:a16="http://schemas.microsoft.com/office/drawing/2014/main" id="{5E63C453-2F3E-4BE4-B2FD-28FB0A952322}"/>
              </a:ext>
            </a:extLst>
          </p:cNvPr>
          <p:cNvSpPr>
            <a:spLocks noGrp="1"/>
          </p:cNvSpPr>
          <p:nvPr>
            <p:ph type="sldNum" sz="quarter"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24141521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oxes (4)">
    <p:spTree>
      <p:nvGrpSpPr>
        <p:cNvPr id="1" name=""/>
        <p:cNvGrpSpPr/>
        <p:nvPr/>
      </p:nvGrpSpPr>
      <p:grpSpPr>
        <a:xfrm>
          <a:off x="0" y="0"/>
          <a:ext cx="0" cy="0"/>
          <a:chOff x="0" y="0"/>
          <a:chExt cx="0" cy="0"/>
        </a:xfrm>
      </p:grpSpPr>
      <p:sp>
        <p:nvSpPr>
          <p:cNvPr id="11" name="Content Placeholder 2"/>
          <p:cNvSpPr>
            <a:spLocks noGrp="1"/>
          </p:cNvSpPr>
          <p:nvPr>
            <p:ph idx="11" hasCustomPrompt="1"/>
          </p:nvPr>
        </p:nvSpPr>
        <p:spPr>
          <a:xfrm>
            <a:off x="274320" y="2392680"/>
            <a:ext cx="5486400" cy="1371600"/>
          </a:xfrm>
          <a:prstGeom prst="rect">
            <a:avLst/>
          </a:prstGeom>
          <a:solidFill>
            <a:schemeClr val="bg1"/>
          </a:solidFill>
        </p:spPr>
        <p:txBody>
          <a:bodyPr lIns="182880" tIns="91440" rIns="91440" bIns="91440" anchor="t" anchorCtr="0">
            <a:normAutofit/>
          </a:bodyPr>
          <a:lstStyle>
            <a:lvl1pPr marL="0" indent="0">
              <a:buNone/>
              <a:defRPr sz="2000" baseline="0">
                <a:solidFill>
                  <a:schemeClr val="tx1"/>
                </a:solidFill>
              </a:defRPr>
            </a:lvl1pPr>
            <a:lvl2pPr>
              <a:defRPr/>
            </a:lvl2pPr>
          </a:lstStyle>
          <a:p>
            <a:r>
              <a:rPr lang="en-US" dirty="0"/>
              <a:t>20pt (add: definition or answer)</a:t>
            </a:r>
          </a:p>
          <a:p>
            <a:pPr lvl="1"/>
            <a:r>
              <a:rPr lang="en-US" b="0" dirty="0"/>
              <a:t>Second level 18pt</a:t>
            </a:r>
          </a:p>
        </p:txBody>
      </p:sp>
      <p:sp>
        <p:nvSpPr>
          <p:cNvPr id="9" name="Content Placeholder 2"/>
          <p:cNvSpPr>
            <a:spLocks noGrp="1"/>
          </p:cNvSpPr>
          <p:nvPr>
            <p:ph idx="10" hasCustomPrompt="1"/>
          </p:nvPr>
        </p:nvSpPr>
        <p:spPr>
          <a:xfrm>
            <a:off x="763206" y="1005840"/>
            <a:ext cx="502920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20pt (add: term or question)</a:t>
            </a:r>
          </a:p>
          <a:p>
            <a:pPr marL="365760" lvl="1" indent="-274320">
              <a:buClr>
                <a:srgbClr val="147BD1"/>
              </a:buClr>
            </a:pPr>
            <a:r>
              <a:rPr lang="en-US" b="0" dirty="0"/>
              <a:t>Second level 18pt</a:t>
            </a:r>
          </a:p>
        </p:txBody>
      </p:sp>
      <p:sp>
        <p:nvSpPr>
          <p:cNvPr id="15" name="Content Placeholder 2"/>
          <p:cNvSpPr>
            <a:spLocks noGrp="1"/>
          </p:cNvSpPr>
          <p:nvPr>
            <p:ph idx="12" hasCustomPrompt="1"/>
          </p:nvPr>
        </p:nvSpPr>
        <p:spPr>
          <a:xfrm>
            <a:off x="6400799" y="2392680"/>
            <a:ext cx="5486400" cy="1371600"/>
          </a:xfrm>
          <a:prstGeom prst="rect">
            <a:avLst/>
          </a:prstGeom>
          <a:solidFill>
            <a:schemeClr val="bg1"/>
          </a:solidFill>
        </p:spPr>
        <p:txBody>
          <a:bodyPr lIns="182880" tIns="91440" rIns="91440" bIns="91440" anchor="t" anchorCtr="0">
            <a:normAutofit/>
          </a:bodyPr>
          <a:lstStyle>
            <a:lvl1pPr marL="0" indent="0">
              <a:buNone/>
              <a:defRPr sz="2000" baseline="0">
                <a:solidFill>
                  <a:schemeClr val="tx1"/>
                </a:solidFill>
              </a:defRPr>
            </a:lvl1pPr>
          </a:lstStyle>
          <a:p>
            <a:r>
              <a:rPr lang="en-US" dirty="0"/>
              <a:t>20pt (add: definition or answer)</a:t>
            </a:r>
          </a:p>
          <a:p>
            <a:pPr lvl="1"/>
            <a:r>
              <a:rPr lang="en-US" b="0" dirty="0"/>
              <a:t>Second level 18pt</a:t>
            </a:r>
          </a:p>
        </p:txBody>
      </p:sp>
      <p:sp>
        <p:nvSpPr>
          <p:cNvPr id="16" name="Content Placeholder 2"/>
          <p:cNvSpPr>
            <a:spLocks noGrp="1"/>
          </p:cNvSpPr>
          <p:nvPr>
            <p:ph idx="13" hasCustomPrompt="1"/>
          </p:nvPr>
        </p:nvSpPr>
        <p:spPr>
          <a:xfrm>
            <a:off x="6857999" y="1005840"/>
            <a:ext cx="502920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20pt (add: term or question)</a:t>
            </a:r>
          </a:p>
          <a:p>
            <a:pPr marL="365760" lvl="1" indent="-274320">
              <a:buClr>
                <a:srgbClr val="147BD1"/>
              </a:buClr>
            </a:pPr>
            <a:r>
              <a:rPr lang="en-US" b="0" dirty="0"/>
              <a:t>Second level 18pt</a:t>
            </a:r>
          </a:p>
        </p:txBody>
      </p:sp>
      <p:sp>
        <p:nvSpPr>
          <p:cNvPr id="17" name="Content Placeholder 2"/>
          <p:cNvSpPr>
            <a:spLocks noGrp="1"/>
          </p:cNvSpPr>
          <p:nvPr>
            <p:ph idx="14" hasCustomPrompt="1"/>
          </p:nvPr>
        </p:nvSpPr>
        <p:spPr>
          <a:xfrm>
            <a:off x="274320" y="5166360"/>
            <a:ext cx="5486400" cy="1371600"/>
          </a:xfrm>
          <a:prstGeom prst="rect">
            <a:avLst/>
          </a:prstGeom>
          <a:solidFill>
            <a:schemeClr val="bg1"/>
          </a:solidFill>
        </p:spPr>
        <p:txBody>
          <a:bodyPr lIns="182880" tIns="91440" rIns="91440" bIns="91440" anchor="t" anchorCtr="0">
            <a:normAutofit/>
          </a:bodyPr>
          <a:lstStyle>
            <a:lvl1pPr marL="0" indent="0">
              <a:buNone/>
              <a:defRPr sz="2000" baseline="0">
                <a:solidFill>
                  <a:schemeClr val="tx1"/>
                </a:solidFill>
              </a:defRPr>
            </a:lvl1pPr>
          </a:lstStyle>
          <a:p>
            <a:r>
              <a:rPr lang="en-US" dirty="0"/>
              <a:t>20pt (add: definition or answer)</a:t>
            </a:r>
          </a:p>
          <a:p>
            <a:pPr lvl="1"/>
            <a:r>
              <a:rPr lang="en-US" b="0" dirty="0"/>
              <a:t>Second level 18pt</a:t>
            </a:r>
          </a:p>
        </p:txBody>
      </p:sp>
      <p:sp>
        <p:nvSpPr>
          <p:cNvPr id="18" name="Content Placeholder 2"/>
          <p:cNvSpPr>
            <a:spLocks noGrp="1"/>
          </p:cNvSpPr>
          <p:nvPr>
            <p:ph idx="15" hasCustomPrompt="1"/>
          </p:nvPr>
        </p:nvSpPr>
        <p:spPr>
          <a:xfrm>
            <a:off x="763206" y="3779520"/>
            <a:ext cx="502920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20pt (add: term or question)</a:t>
            </a:r>
          </a:p>
          <a:p>
            <a:pPr marL="365760" lvl="1" indent="-274320">
              <a:buClr>
                <a:srgbClr val="147BD1"/>
              </a:buClr>
            </a:pPr>
            <a:r>
              <a:rPr lang="en-US" b="0" dirty="0"/>
              <a:t>Second level 18pt</a:t>
            </a:r>
          </a:p>
        </p:txBody>
      </p:sp>
      <p:sp>
        <p:nvSpPr>
          <p:cNvPr id="19" name="Content Placeholder 2"/>
          <p:cNvSpPr>
            <a:spLocks noGrp="1"/>
          </p:cNvSpPr>
          <p:nvPr>
            <p:ph idx="16" hasCustomPrompt="1"/>
          </p:nvPr>
        </p:nvSpPr>
        <p:spPr>
          <a:xfrm>
            <a:off x="6400799" y="5166360"/>
            <a:ext cx="5486400" cy="1371600"/>
          </a:xfrm>
          <a:prstGeom prst="rect">
            <a:avLst/>
          </a:prstGeom>
          <a:solidFill>
            <a:schemeClr val="bg1"/>
          </a:solidFill>
        </p:spPr>
        <p:txBody>
          <a:bodyPr lIns="182880" tIns="91440" rIns="91440" bIns="91440" anchor="t" anchorCtr="0">
            <a:normAutofit/>
          </a:bodyPr>
          <a:lstStyle>
            <a:lvl1pPr marL="0" indent="0">
              <a:buNone/>
              <a:defRPr sz="2000" baseline="0">
                <a:solidFill>
                  <a:schemeClr val="tx1"/>
                </a:solidFill>
              </a:defRPr>
            </a:lvl1pPr>
          </a:lstStyle>
          <a:p>
            <a:r>
              <a:rPr lang="en-US" dirty="0"/>
              <a:t>20pt (add: definition or answer)</a:t>
            </a:r>
          </a:p>
          <a:p>
            <a:pPr lvl="1"/>
            <a:r>
              <a:rPr lang="en-US" b="0" dirty="0"/>
              <a:t>Second level 18pt</a:t>
            </a:r>
          </a:p>
        </p:txBody>
      </p:sp>
      <p:sp>
        <p:nvSpPr>
          <p:cNvPr id="20" name="Content Placeholder 2"/>
          <p:cNvSpPr>
            <a:spLocks noGrp="1"/>
          </p:cNvSpPr>
          <p:nvPr>
            <p:ph idx="17" hasCustomPrompt="1"/>
          </p:nvPr>
        </p:nvSpPr>
        <p:spPr>
          <a:xfrm>
            <a:off x="6857999" y="3779520"/>
            <a:ext cx="502920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stStyle>
          <a:p>
            <a:pPr lvl="0"/>
            <a:r>
              <a:rPr lang="en-US" dirty="0"/>
              <a:t>20pt (add: term or question)</a:t>
            </a:r>
          </a:p>
          <a:p>
            <a:pPr marL="365760" lvl="1" indent="-274320">
              <a:buClr>
                <a:srgbClr val="147BD1"/>
              </a:buClr>
            </a:pPr>
            <a:r>
              <a:rPr lang="en-US" b="0" dirty="0"/>
              <a:t>Second level 18pt</a:t>
            </a:r>
          </a:p>
        </p:txBody>
      </p:sp>
      <p:sp>
        <p:nvSpPr>
          <p:cNvPr id="5" name="Title 4"/>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D36303D7-964E-4E80-9D95-FB667B570CBD}"/>
              </a:ext>
            </a:extLst>
          </p:cNvPr>
          <p:cNvSpPr>
            <a:spLocks noGrp="1"/>
          </p:cNvSpPr>
          <p:nvPr>
            <p:ph type="ftr" sz="quarter"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6" name="Slide Number Placeholder 5">
            <a:extLst>
              <a:ext uri="{FF2B5EF4-FFF2-40B4-BE49-F238E27FC236}">
                <a16:creationId xmlns:a16="http://schemas.microsoft.com/office/drawing/2014/main" id="{32E90317-C7ED-4060-8598-BBF8337CE4BE}"/>
              </a:ext>
            </a:extLst>
          </p:cNvPr>
          <p:cNvSpPr>
            <a:spLocks noGrp="1"/>
          </p:cNvSpPr>
          <p:nvPr>
            <p:ph type="sldNum" sz="quarter" idx="19"/>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16308529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ars (4)">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640080" y="1371599"/>
            <a:ext cx="2743200" cy="9144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stStyle>
          <a:p>
            <a:pPr lvl="0"/>
            <a:r>
              <a:rPr lang="en-US" dirty="0"/>
              <a:t>add: term or question</a:t>
            </a:r>
          </a:p>
        </p:txBody>
      </p:sp>
      <p:sp>
        <p:nvSpPr>
          <p:cNvPr id="8" name="Content Placeholder 7"/>
          <p:cNvSpPr>
            <a:spLocks noGrp="1"/>
          </p:cNvSpPr>
          <p:nvPr>
            <p:ph sz="quarter" idx="13" hasCustomPrompt="1"/>
          </p:nvPr>
        </p:nvSpPr>
        <p:spPr>
          <a:xfrm>
            <a:off x="3383280" y="1371599"/>
            <a:ext cx="8229600" cy="914400"/>
          </a:xfrm>
          <a:prstGeom prst="rect">
            <a:avLst/>
          </a:prstGeom>
          <a:noFill/>
        </p:spPr>
        <p:txBody>
          <a:bodyPr vert="horz" lIns="91440" tIns="91440" rIns="91440" bIns="91440" rtlCol="0" anchor="t" anchorCtr="0">
            <a:normAutofit/>
          </a:bodyPr>
          <a:lstStyle>
            <a:lvl1pPr>
              <a:defRPr lang="en-US" baseline="0" dirty="0"/>
            </a:lvl1pPr>
          </a:lstStyle>
          <a:p>
            <a:pPr lvl="0"/>
            <a:r>
              <a:rPr lang="en-US" sz="2000" dirty="0"/>
              <a:t>add: definition for term, or answer for question</a:t>
            </a:r>
            <a:endParaRPr lang="en-US" dirty="0"/>
          </a:p>
        </p:txBody>
      </p:sp>
      <p:sp>
        <p:nvSpPr>
          <p:cNvPr id="9" name="Content Placeholder 5"/>
          <p:cNvSpPr>
            <a:spLocks noGrp="1"/>
          </p:cNvSpPr>
          <p:nvPr>
            <p:ph sz="quarter" idx="14" hasCustomPrompt="1"/>
          </p:nvPr>
        </p:nvSpPr>
        <p:spPr>
          <a:xfrm>
            <a:off x="640080" y="2560320"/>
            <a:ext cx="2743200" cy="9144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stStyle>
          <a:p>
            <a:pPr lvl="0"/>
            <a:r>
              <a:rPr lang="en-US" dirty="0"/>
              <a:t>add: term or question</a:t>
            </a:r>
          </a:p>
        </p:txBody>
      </p:sp>
      <p:sp>
        <p:nvSpPr>
          <p:cNvPr id="10" name="Content Placeholder 7"/>
          <p:cNvSpPr>
            <a:spLocks noGrp="1"/>
          </p:cNvSpPr>
          <p:nvPr>
            <p:ph sz="quarter" idx="15" hasCustomPrompt="1"/>
          </p:nvPr>
        </p:nvSpPr>
        <p:spPr>
          <a:xfrm>
            <a:off x="3383280" y="2560320"/>
            <a:ext cx="8229600" cy="914400"/>
          </a:xfrm>
          <a:prstGeom prst="rect">
            <a:avLst/>
          </a:prstGeom>
          <a:noFill/>
        </p:spPr>
        <p:txBody>
          <a:bodyPr vert="horz" lIns="91440" tIns="91440" rIns="91440" bIns="91440" rtlCol="0" anchor="t" anchorCtr="0">
            <a:normAutofit/>
          </a:bodyPr>
          <a:lstStyle>
            <a:lvl1pPr>
              <a:defRPr lang="en-US" baseline="0" dirty="0"/>
            </a:lvl1pPr>
          </a:lstStyle>
          <a:p>
            <a:pPr lvl="0"/>
            <a:r>
              <a:rPr lang="en-US" sz="2000" dirty="0"/>
              <a:t>add: definition for term, or answer for question</a:t>
            </a:r>
            <a:endParaRPr lang="en-US" dirty="0"/>
          </a:p>
        </p:txBody>
      </p:sp>
      <p:sp>
        <p:nvSpPr>
          <p:cNvPr id="11" name="Content Placeholder 5"/>
          <p:cNvSpPr>
            <a:spLocks noGrp="1"/>
          </p:cNvSpPr>
          <p:nvPr>
            <p:ph sz="quarter" idx="16" hasCustomPrompt="1"/>
          </p:nvPr>
        </p:nvSpPr>
        <p:spPr>
          <a:xfrm>
            <a:off x="640080" y="3840480"/>
            <a:ext cx="2743200" cy="9144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stStyle>
          <a:p>
            <a:pPr lvl="0"/>
            <a:r>
              <a:rPr lang="en-US" dirty="0"/>
              <a:t>add: term or question</a:t>
            </a:r>
          </a:p>
        </p:txBody>
      </p:sp>
      <p:sp>
        <p:nvSpPr>
          <p:cNvPr id="12" name="Content Placeholder 7"/>
          <p:cNvSpPr>
            <a:spLocks noGrp="1"/>
          </p:cNvSpPr>
          <p:nvPr>
            <p:ph sz="quarter" idx="17" hasCustomPrompt="1"/>
          </p:nvPr>
        </p:nvSpPr>
        <p:spPr>
          <a:xfrm>
            <a:off x="3383280" y="3840480"/>
            <a:ext cx="8229600" cy="914400"/>
          </a:xfrm>
          <a:prstGeom prst="rect">
            <a:avLst/>
          </a:prstGeom>
          <a:noFill/>
        </p:spPr>
        <p:txBody>
          <a:bodyPr vert="horz" lIns="91440" tIns="91440" rIns="91440" bIns="91440" rtlCol="0" anchor="t" anchorCtr="0">
            <a:normAutofit/>
          </a:bodyPr>
          <a:lstStyle>
            <a:lvl1pPr>
              <a:defRPr lang="en-US" baseline="0" dirty="0"/>
            </a:lvl1pPr>
          </a:lstStyle>
          <a:p>
            <a:pPr lvl="0"/>
            <a:r>
              <a:rPr lang="en-US" sz="2000" dirty="0"/>
              <a:t>add: definition for term, or answer for question</a:t>
            </a:r>
            <a:endParaRPr lang="en-US" dirty="0"/>
          </a:p>
        </p:txBody>
      </p:sp>
      <p:sp>
        <p:nvSpPr>
          <p:cNvPr id="13" name="Content Placeholder 5"/>
          <p:cNvSpPr>
            <a:spLocks noGrp="1"/>
          </p:cNvSpPr>
          <p:nvPr>
            <p:ph sz="quarter" idx="18" hasCustomPrompt="1"/>
          </p:nvPr>
        </p:nvSpPr>
        <p:spPr>
          <a:xfrm>
            <a:off x="640080" y="5029200"/>
            <a:ext cx="2743200" cy="9144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stStyle>
          <a:p>
            <a:pPr lvl="0"/>
            <a:r>
              <a:rPr lang="en-US" dirty="0"/>
              <a:t>add: term or question</a:t>
            </a:r>
          </a:p>
        </p:txBody>
      </p:sp>
      <p:sp>
        <p:nvSpPr>
          <p:cNvPr id="14" name="Content Placeholder 7"/>
          <p:cNvSpPr>
            <a:spLocks noGrp="1"/>
          </p:cNvSpPr>
          <p:nvPr>
            <p:ph sz="quarter" idx="19" hasCustomPrompt="1"/>
          </p:nvPr>
        </p:nvSpPr>
        <p:spPr>
          <a:xfrm>
            <a:off x="3383280" y="5029200"/>
            <a:ext cx="8229600" cy="914400"/>
          </a:xfrm>
          <a:prstGeom prst="rect">
            <a:avLst/>
          </a:prstGeom>
          <a:noFill/>
        </p:spPr>
        <p:txBody>
          <a:bodyPr vert="horz" lIns="91440" tIns="91440" rIns="91440" bIns="91440" rtlCol="0" anchor="t" anchorCtr="0">
            <a:normAutofit/>
          </a:bodyPr>
          <a:lstStyle>
            <a:lvl1pPr>
              <a:defRPr lang="en-US" baseline="0" dirty="0"/>
            </a:lvl1pPr>
          </a:lstStyle>
          <a:p>
            <a:pPr lvl="0"/>
            <a:r>
              <a:rPr lang="en-US" sz="2000" dirty="0"/>
              <a:t>add: definition for term, or answer for question</a:t>
            </a:r>
            <a:endParaRPr lang="en-US" dirty="0"/>
          </a:p>
        </p:txBody>
      </p:sp>
      <p:sp>
        <p:nvSpPr>
          <p:cNvPr id="5" name="Title 4"/>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CC202275-74EC-460D-9787-1EC0B576B71A}"/>
              </a:ext>
            </a:extLst>
          </p:cNvPr>
          <p:cNvSpPr>
            <a:spLocks noGrp="1"/>
          </p:cNvSpPr>
          <p:nvPr>
            <p:ph type="ftr"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7" name="Slide Number Placeholder 6">
            <a:extLst>
              <a:ext uri="{FF2B5EF4-FFF2-40B4-BE49-F238E27FC236}">
                <a16:creationId xmlns:a16="http://schemas.microsoft.com/office/drawing/2014/main" id="{AC692B76-D854-49C7-9866-A243DE7291B5}"/>
              </a:ext>
            </a:extLst>
          </p:cNvPr>
          <p:cNvSpPr>
            <a:spLocks noGrp="1"/>
          </p:cNvSpPr>
          <p:nvPr>
            <p:ph type="sldNum" sz="quarter" idx="2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Tree>
    <p:custDataLst>
      <p:tags r:id="rId1"/>
    </p:custDataLst>
    <p:extLst>
      <p:ext uri="{BB962C8B-B14F-4D97-AF65-F5344CB8AC3E}">
        <p14:creationId xmlns:p14="http://schemas.microsoft.com/office/powerpoint/2010/main" val="22487859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rror Bar">
    <p:spTree>
      <p:nvGrpSpPr>
        <p:cNvPr id="1" name=""/>
        <p:cNvGrpSpPr/>
        <p:nvPr/>
      </p:nvGrpSpPr>
      <p:grpSpPr>
        <a:xfrm>
          <a:off x="0" y="0"/>
          <a:ext cx="0" cy="0"/>
          <a:chOff x="0" y="0"/>
          <a:chExt cx="0" cy="0"/>
        </a:xfrm>
      </p:grpSpPr>
      <p:sp>
        <p:nvSpPr>
          <p:cNvPr id="13" name="Content Placeholder 4"/>
          <p:cNvSpPr>
            <a:spLocks noGrp="1"/>
          </p:cNvSpPr>
          <p:nvPr>
            <p:ph idx="1" hasCustomPrompt="1"/>
          </p:nvPr>
        </p:nvSpPr>
        <p:spPr>
          <a:xfrm>
            <a:off x="6126480" y="2468880"/>
            <a:ext cx="5760720" cy="4023360"/>
          </a:xfrm>
          <a:prstGeom prst="rect">
            <a:avLst/>
          </a:prstGeom>
        </p:spPr>
        <p:txBody>
          <a:bodyPr vert="horz" lIns="91440" tIns="45720" rIns="91440" bIns="45720" rtlCol="0">
            <a:normAutofit/>
          </a:bodyPr>
          <a:lstStyle>
            <a:lvl1pPr>
              <a:defRPr lang="en-US" dirty="0"/>
            </a:lvl1pPr>
            <a:lvl2pPr>
              <a:defRPr lang="en-US" noProof="0" dirty="0"/>
            </a:lvl2pPr>
            <a:lvl3pPr>
              <a:defRPr lang="en-US" noProof="0" dirty="0"/>
            </a:lvl3pPr>
            <a:lvl4pPr>
              <a:defRPr lang="en-US" dirty="0"/>
            </a:lvl4pPr>
          </a:lstStyle>
          <a:p>
            <a:pPr lvl="0"/>
            <a:r>
              <a:rPr lang="en-US" dirty="0"/>
              <a:t>First level 20pt (insert either: static image, table, video – For videos, or when it doesn’t fit here, add a separate Title Only slide)</a:t>
            </a:r>
          </a:p>
          <a:p>
            <a:pPr marL="365760" marR="0" lvl="1" indent="-273050" defTabSz="457200" fontAlgn="auto">
              <a:spcAft>
                <a:spcPts val="0"/>
              </a:spcAft>
              <a:buSzTx/>
              <a:tabLst/>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 18pt</a:t>
            </a:r>
          </a:p>
          <a:p>
            <a:pPr marR="0" lvl="2" defTabSz="457200" fontAlgn="auto">
              <a:spcAft>
                <a:spcPts val="0"/>
              </a:spcAft>
              <a:buSzPct val="100000"/>
              <a:tabLst/>
            </a:pPr>
            <a:r>
              <a:rPr kumimoji="0" lang="en-US" sz="1600" b="0" i="0" u="none" strike="noStrike" kern="1200" cap="none" spc="0" normalizeH="0" baseline="0" noProof="0" dirty="0">
                <a:ln>
                  <a:noFill/>
                </a:ln>
                <a:solidFill>
                  <a:srgbClr val="000000"/>
                </a:solidFill>
                <a:effectLst/>
                <a:uLnTx/>
                <a:uFillTx/>
                <a:latin typeface="+mn-lt"/>
                <a:ea typeface="+mn-ea"/>
                <a:cs typeface="+mn-cs"/>
              </a:rPr>
              <a:t>Third level 16pt</a:t>
            </a:r>
          </a:p>
          <a:p>
            <a:pPr marR="0" lvl="3" defTabSz="457200" fontAlgn="auto">
              <a:spcAft>
                <a:spcPts val="0"/>
              </a:spcAft>
              <a:buSzTx/>
              <a:tabLst/>
            </a:pPr>
            <a:r>
              <a:rPr kumimoji="0" lang="en-US" sz="1400" b="0" i="0" u="none" strike="noStrike" kern="1200" cap="none" spc="0" normalizeH="0" baseline="0" noProof="0" dirty="0">
                <a:ln>
                  <a:noFill/>
                </a:ln>
                <a:solidFill>
                  <a:srgbClr val="000000"/>
                </a:solidFill>
                <a:effectLst/>
                <a:uLnTx/>
                <a:uFillTx/>
                <a:latin typeface="+mn-lt"/>
                <a:ea typeface="+mn-ea"/>
                <a:cs typeface="+mn-cs"/>
              </a:rPr>
              <a:t>Fourth level 14pt</a:t>
            </a:r>
            <a:endParaRPr lang="en-US" dirty="0"/>
          </a:p>
        </p:txBody>
      </p:sp>
      <p:sp>
        <p:nvSpPr>
          <p:cNvPr id="10" name="Content Placeholder 3"/>
          <p:cNvSpPr>
            <a:spLocks noGrp="1"/>
          </p:cNvSpPr>
          <p:nvPr>
            <p:ph idx="13" hasCustomPrompt="1"/>
          </p:nvPr>
        </p:nvSpPr>
        <p:spPr>
          <a:xfrm>
            <a:off x="274320" y="2468880"/>
            <a:ext cx="576072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definition: include a brief explanation of the error)</a:t>
            </a:r>
          </a:p>
          <a:p>
            <a:pPr marL="365760" marR="0" lvl="1" indent="-273050" defTabSz="457200" fontAlgn="auto">
              <a:spcAft>
                <a:spcPts val="0"/>
              </a:spcAft>
              <a:buSzTx/>
              <a:tabLst/>
            </a:pPr>
            <a:r>
              <a:rPr lang="en-US" dirty="0"/>
              <a:t>Second level 18pt</a:t>
            </a:r>
          </a:p>
          <a:p>
            <a:pPr marR="0" lvl="2" defTabSz="457200" fontAlgn="auto">
              <a:spcAft>
                <a:spcPts val="0"/>
              </a:spcAft>
              <a:buSzPct val="100000"/>
              <a:tabLst/>
            </a:pPr>
            <a:r>
              <a:rPr lang="en-US" dirty="0"/>
              <a:t>Third level 16pt</a:t>
            </a:r>
          </a:p>
          <a:p>
            <a:pPr marR="0" lvl="3" defTabSz="457200" fontAlgn="auto">
              <a:spcAft>
                <a:spcPts val="0"/>
              </a:spcAft>
              <a:buSzTx/>
              <a:tabLst/>
            </a:pPr>
            <a:r>
              <a:rPr lang="en-US" dirty="0"/>
              <a:t>Fourth level 14pt</a:t>
            </a:r>
          </a:p>
        </p:txBody>
      </p:sp>
      <p:sp>
        <p:nvSpPr>
          <p:cNvPr id="9" name="Content Placeholder 2"/>
          <p:cNvSpPr>
            <a:spLocks noGrp="1"/>
          </p:cNvSpPr>
          <p:nvPr>
            <p:ph idx="10" hasCustomPrompt="1"/>
          </p:nvPr>
        </p:nvSpPr>
        <p:spPr>
          <a:xfrm>
            <a:off x="640080" y="1005840"/>
            <a:ext cx="1124712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a:defRPr lang="en-US" baseline="0" dirty="0">
                <a:solidFill>
                  <a:srgbClr val="333333"/>
                </a:solidFill>
              </a:defRPr>
            </a:lvl2pPr>
            <a:lvl3pPr>
              <a:defRPr lang="en-US" baseline="0" dirty="0">
                <a:solidFill>
                  <a:srgbClr val="333333"/>
                </a:solidFill>
              </a:defRPr>
            </a:lvl3pPr>
            <a:lvl4pPr>
              <a:defRPr lang="en-US" baseline="0" dirty="0">
                <a:solidFill>
                  <a:srgbClr val="333333"/>
                </a:solidFill>
              </a:defRPr>
            </a:lvl4pPr>
          </a:lstStyle>
          <a:p>
            <a:pPr lvl="0"/>
            <a:r>
              <a:rPr lang="en-US" dirty="0"/>
              <a:t>First level 20pt (insert: Error Code and Message)</a:t>
            </a:r>
          </a:p>
          <a:p>
            <a:pPr marL="365760" lvl="1" indent="-274320"/>
            <a:r>
              <a:rPr lang="en-US" dirty="0"/>
              <a:t>Second level 18pt</a:t>
            </a:r>
          </a:p>
        </p:txBody>
      </p:sp>
      <p:sp>
        <p:nvSpPr>
          <p:cNvPr id="5" name="Title 4"/>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7C6565F7-10BC-4F90-AFB7-9BC557BA1573}"/>
              </a:ext>
            </a:extLst>
          </p:cNvPr>
          <p:cNvSpPr>
            <a:spLocks noGrp="1"/>
          </p:cNvSpPr>
          <p:nvPr>
            <p:ph type="ftr" sz="quarter" idx="14"/>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6" name="Slide Number Placeholder 5">
            <a:extLst>
              <a:ext uri="{FF2B5EF4-FFF2-40B4-BE49-F238E27FC236}">
                <a16:creationId xmlns:a16="http://schemas.microsoft.com/office/drawing/2014/main" id="{61F539B4-B62E-450B-8A1E-91E4BC0CFF2A}"/>
              </a:ext>
            </a:extLst>
          </p:cNvPr>
          <p:cNvSpPr>
            <a:spLocks noGrp="1"/>
          </p:cNvSpPr>
          <p:nvPr>
            <p:ph type="sldNum" sz="quarter" idx="15"/>
          </p:nvPr>
        </p:nvSpPr>
        <p:spPr/>
        <p:txBody>
          <a:bodyPr/>
          <a:lstStyle/>
          <a:p>
            <a:fld id="{B6FA71F5-8E13-46C5-A63A-9121BEB3B8A9}" type="slidenum">
              <a:rPr lang="en-US" smtClean="0"/>
              <a:pPr/>
              <a:t>‹#›</a:t>
            </a:fld>
            <a:endParaRPr lang="en-US" dirty="0"/>
          </a:p>
        </p:txBody>
      </p:sp>
      <p:sp>
        <p:nvSpPr>
          <p:cNvPr id="8" name="Content Placeholder 3">
            <a:extLst>
              <a:ext uri="{FF2B5EF4-FFF2-40B4-BE49-F238E27FC236}">
                <a16:creationId xmlns:a16="http://schemas.microsoft.com/office/drawing/2014/main" id="{ECBD9DD2-AC25-411E-90E0-BC9783CAF60B}"/>
              </a:ext>
            </a:extLst>
          </p:cNvPr>
          <p:cNvSpPr>
            <a:spLocks noGrp="1"/>
          </p:cNvSpPr>
          <p:nvPr>
            <p:ph idx="16" hasCustomPrompt="1"/>
          </p:nvPr>
        </p:nvSpPr>
        <p:spPr>
          <a:xfrm>
            <a:off x="274320" y="4480560"/>
            <a:ext cx="576072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solution: provide a means for solving the error)</a:t>
            </a:r>
          </a:p>
          <a:p>
            <a:pPr marL="365760" marR="0" lvl="1" indent="-273050" defTabSz="457200" fontAlgn="auto">
              <a:spcAft>
                <a:spcPts val="0"/>
              </a:spcAft>
              <a:buSzTx/>
              <a:tabLst/>
            </a:pPr>
            <a:r>
              <a:rPr lang="en-US" dirty="0"/>
              <a:t>Second level 18pt</a:t>
            </a:r>
          </a:p>
          <a:p>
            <a:pPr marR="0" lvl="2" defTabSz="457200" fontAlgn="auto">
              <a:spcAft>
                <a:spcPts val="0"/>
              </a:spcAft>
              <a:buSzPct val="100000"/>
              <a:tabLst/>
            </a:pPr>
            <a:r>
              <a:rPr lang="en-US" dirty="0"/>
              <a:t>Third level 16pt</a:t>
            </a:r>
          </a:p>
          <a:p>
            <a:pPr marR="0" lvl="3" defTabSz="457200" fontAlgn="auto">
              <a:spcAft>
                <a:spcPts val="0"/>
              </a:spcAft>
              <a:buSzTx/>
              <a:tabLst/>
            </a:pPr>
            <a:r>
              <a:rPr lang="en-US" dirty="0"/>
              <a:t>Fourth level 14pt</a:t>
            </a:r>
          </a:p>
        </p:txBody>
      </p:sp>
    </p:spTree>
    <p:custDataLst>
      <p:tags r:id="rId1"/>
    </p:custDataLst>
    <p:extLst>
      <p:ext uri="{BB962C8B-B14F-4D97-AF65-F5344CB8AC3E}">
        <p14:creationId xmlns:p14="http://schemas.microsoft.com/office/powerpoint/2010/main" val="41165131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rror Box">
    <p:spTree>
      <p:nvGrpSpPr>
        <p:cNvPr id="1" name=""/>
        <p:cNvGrpSpPr/>
        <p:nvPr/>
      </p:nvGrpSpPr>
      <p:grpSpPr>
        <a:xfrm>
          <a:off x="0" y="0"/>
          <a:ext cx="0" cy="0"/>
          <a:chOff x="0" y="0"/>
          <a:chExt cx="0" cy="0"/>
        </a:xfrm>
      </p:grpSpPr>
      <p:sp>
        <p:nvSpPr>
          <p:cNvPr id="14" name="Content Placeholder 4">
            <a:extLst>
              <a:ext uri="{FF2B5EF4-FFF2-40B4-BE49-F238E27FC236}">
                <a16:creationId xmlns:a16="http://schemas.microsoft.com/office/drawing/2014/main" id="{DF84C0E8-A906-441E-92E6-9B935620E63F}"/>
              </a:ext>
            </a:extLst>
          </p:cNvPr>
          <p:cNvSpPr>
            <a:spLocks noGrp="1"/>
          </p:cNvSpPr>
          <p:nvPr>
            <p:ph idx="1" hasCustomPrompt="1"/>
          </p:nvPr>
        </p:nvSpPr>
        <p:spPr>
          <a:xfrm>
            <a:off x="5943600" y="1009356"/>
            <a:ext cx="5943600" cy="5486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stStyle>
          <a:p>
            <a:pPr lvl="0"/>
            <a:r>
              <a:rPr lang="en-US" dirty="0"/>
              <a:t>First level 20pt (insert either: static image, table, video – For videos, or when it doesn’t fit here, add a separate Title Only slide)</a:t>
            </a:r>
          </a:p>
          <a:p>
            <a:pPr lvl="1"/>
            <a:r>
              <a:rPr lang="en-US" dirty="0"/>
              <a:t>Second level 18pt</a:t>
            </a:r>
          </a:p>
          <a:p>
            <a:pPr lvl="2"/>
            <a:r>
              <a:rPr lang="en-US" dirty="0"/>
              <a:t>Third level 16pt</a:t>
            </a:r>
          </a:p>
          <a:p>
            <a:pPr lvl="3"/>
            <a:r>
              <a:rPr lang="en-US" dirty="0"/>
              <a:t>Fourth level 14pt</a:t>
            </a:r>
          </a:p>
        </p:txBody>
      </p:sp>
      <p:sp>
        <p:nvSpPr>
          <p:cNvPr id="15" name="Content Placeholder 3">
            <a:extLst>
              <a:ext uri="{FF2B5EF4-FFF2-40B4-BE49-F238E27FC236}">
                <a16:creationId xmlns:a16="http://schemas.microsoft.com/office/drawing/2014/main" id="{A731B7C3-130F-46CD-8A0C-EF412D94C096}"/>
              </a:ext>
            </a:extLst>
          </p:cNvPr>
          <p:cNvSpPr>
            <a:spLocks noGrp="1"/>
          </p:cNvSpPr>
          <p:nvPr>
            <p:ph idx="11" hasCustomPrompt="1"/>
          </p:nvPr>
        </p:nvSpPr>
        <p:spPr>
          <a:xfrm>
            <a:off x="274320" y="2468880"/>
            <a:ext cx="557784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stStyle>
          <a:p>
            <a:pPr lvl="0"/>
            <a:r>
              <a:rPr lang="en-US" dirty="0"/>
              <a:t>First level 20pt (insert definition: include a brief explanation of the error)</a:t>
            </a:r>
          </a:p>
          <a:p>
            <a:pPr lvl="1"/>
            <a:r>
              <a:rPr lang="en-US" dirty="0"/>
              <a:t>Second level 18pt</a:t>
            </a:r>
          </a:p>
          <a:p>
            <a:pPr lvl="2"/>
            <a:r>
              <a:rPr lang="en-US" dirty="0"/>
              <a:t>Third level 16pt</a:t>
            </a:r>
          </a:p>
        </p:txBody>
      </p:sp>
      <p:sp>
        <p:nvSpPr>
          <p:cNvPr id="16" name="Content Placeholder 2">
            <a:extLst>
              <a:ext uri="{FF2B5EF4-FFF2-40B4-BE49-F238E27FC236}">
                <a16:creationId xmlns:a16="http://schemas.microsoft.com/office/drawing/2014/main" id="{E191D080-9783-4FA7-8BF7-A18F4AFB21C0}"/>
              </a:ext>
            </a:extLst>
          </p:cNvPr>
          <p:cNvSpPr>
            <a:spLocks noGrp="1"/>
          </p:cNvSpPr>
          <p:nvPr>
            <p:ph idx="10" hasCustomPrompt="1"/>
          </p:nvPr>
        </p:nvSpPr>
        <p:spPr>
          <a:xfrm>
            <a:off x="640080" y="1005840"/>
            <a:ext cx="5212080" cy="1371600"/>
          </a:xfrm>
          <a:prstGeom prst="rect">
            <a:avLst/>
          </a:prstGeom>
          <a:noFill/>
          <a:ln w="25400">
            <a:gradFill>
              <a:gsLst>
                <a:gs pos="0">
                  <a:srgbClr val="61CF5C"/>
                </a:gs>
                <a:gs pos="100000">
                  <a:srgbClr val="2CCCD3"/>
                </a:gs>
              </a:gsLst>
              <a:lin ang="0" scaled="0"/>
            </a:gradFill>
          </a:ln>
        </p:spPr>
        <p:txBody>
          <a:bodyPr vert="horz" lIns="731520" tIns="91440" rIns="91440" bIns="91440" rtlCol="0">
            <a:normAutofit/>
          </a:bodyPr>
          <a:lstStyle>
            <a:lvl1pPr>
              <a:defRPr lang="en-US" baseline="0" dirty="0">
                <a:solidFill>
                  <a:srgbClr val="333333"/>
                </a:solidFill>
              </a:defRPr>
            </a:lvl1pPr>
            <a:lvl2pPr marL="182880" indent="-182880">
              <a:spcBef>
                <a:spcPts val="600"/>
              </a:spcBef>
              <a:defRPr lang="en-US" baseline="0" dirty="0">
                <a:solidFill>
                  <a:srgbClr val="333333"/>
                </a:solidFill>
              </a:defRPr>
            </a:lvl2pPr>
            <a:lvl3pPr>
              <a:defRPr lang="en-US" baseline="0" dirty="0">
                <a:solidFill>
                  <a:srgbClr val="333333"/>
                </a:solidFill>
              </a:defRPr>
            </a:lvl3pPr>
          </a:lstStyle>
          <a:p>
            <a:pPr lvl="0"/>
            <a:r>
              <a:rPr lang="en-US" dirty="0"/>
              <a:t>First level 20pt (insert: Error Code and Message)</a:t>
            </a:r>
          </a:p>
          <a:p>
            <a:pPr marL="365760" lvl="1" indent="-274320"/>
            <a:r>
              <a:rPr lang="en-US" dirty="0"/>
              <a:t>Second level 18pt</a:t>
            </a:r>
          </a:p>
        </p:txBody>
      </p:sp>
      <p:sp>
        <p:nvSpPr>
          <p:cNvPr id="19" name="Title 3">
            <a:extLst>
              <a:ext uri="{FF2B5EF4-FFF2-40B4-BE49-F238E27FC236}">
                <a16:creationId xmlns:a16="http://schemas.microsoft.com/office/drawing/2014/main" id="{7B8C9E1D-196B-4CA2-9A61-1678C01CA0E2}"/>
              </a:ext>
            </a:extLst>
          </p:cNvPr>
          <p:cNvSpPr>
            <a:spLocks noGrp="1"/>
          </p:cNvSpPr>
          <p:nvPr>
            <p:ph type="title"/>
          </p:nvPr>
        </p:nvSpPr>
        <p:spPr>
          <a:xfrm>
            <a:off x="274320" y="91440"/>
            <a:ext cx="11612880" cy="868680"/>
          </a:xfrm>
        </p:spPr>
        <p:txBody>
          <a:bodyPr/>
          <a:lstStyle/>
          <a:p>
            <a:r>
              <a:rPr lang="en-US"/>
              <a:t>Click to edit Master title style</a:t>
            </a:r>
          </a:p>
        </p:txBody>
      </p:sp>
      <p:sp>
        <p:nvSpPr>
          <p:cNvPr id="2" name="Footer Placeholder 1">
            <a:extLst>
              <a:ext uri="{FF2B5EF4-FFF2-40B4-BE49-F238E27FC236}">
                <a16:creationId xmlns:a16="http://schemas.microsoft.com/office/drawing/2014/main" id="{1EE7643B-8695-405A-BF19-FEC0A2ED9259}"/>
              </a:ext>
            </a:extLst>
          </p:cNvPr>
          <p:cNvSpPr>
            <a:spLocks noGrp="1"/>
          </p:cNvSpPr>
          <p:nvPr>
            <p:ph type="ftr" sz="quarter" idx="12"/>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3" name="Slide Number Placeholder 2">
            <a:extLst>
              <a:ext uri="{FF2B5EF4-FFF2-40B4-BE49-F238E27FC236}">
                <a16:creationId xmlns:a16="http://schemas.microsoft.com/office/drawing/2014/main" id="{11177E20-32E7-4629-9984-E538F6962752}"/>
              </a:ext>
            </a:extLst>
          </p:cNvPr>
          <p:cNvSpPr>
            <a:spLocks noGrp="1"/>
          </p:cNvSpPr>
          <p:nvPr>
            <p:ph type="sldNum" sz="quarter" idx="13"/>
          </p:nvPr>
        </p:nvSpPr>
        <p:spPr/>
        <p:txBody>
          <a:bodyPr/>
          <a:lstStyle/>
          <a:p>
            <a:fld id="{B6FA71F5-8E13-46C5-A63A-9121BEB3B8A9}" type="slidenum">
              <a:rPr lang="en-US" smtClean="0"/>
              <a:pPr/>
              <a:t>‹#›</a:t>
            </a:fld>
            <a:endParaRPr lang="en-US" dirty="0"/>
          </a:p>
        </p:txBody>
      </p:sp>
      <p:sp>
        <p:nvSpPr>
          <p:cNvPr id="8" name="Content Placeholder 3">
            <a:extLst>
              <a:ext uri="{FF2B5EF4-FFF2-40B4-BE49-F238E27FC236}">
                <a16:creationId xmlns:a16="http://schemas.microsoft.com/office/drawing/2014/main" id="{589F5270-B94D-40C3-B58D-85081985EDC9}"/>
              </a:ext>
            </a:extLst>
          </p:cNvPr>
          <p:cNvSpPr>
            <a:spLocks noGrp="1"/>
          </p:cNvSpPr>
          <p:nvPr>
            <p:ph idx="14" hasCustomPrompt="1"/>
          </p:nvPr>
        </p:nvSpPr>
        <p:spPr>
          <a:xfrm>
            <a:off x="274320" y="4480560"/>
            <a:ext cx="5577840" cy="2011680"/>
          </a:xfrm>
          <a:prstGeom prst="rect">
            <a:avLst/>
          </a:prstGeom>
        </p:spPr>
        <p:txBody>
          <a:bodyPr vert="horz" lIns="91440" tIns="91440" rIns="91440" bIns="91440" rtlCol="0">
            <a:normAutofit/>
          </a:bodyPr>
          <a:lstStyle>
            <a:lvl1pPr>
              <a:defRPr lang="en-US" dirty="0"/>
            </a:lvl1pPr>
            <a:lvl2pPr>
              <a:defRPr lang="en-US" dirty="0"/>
            </a:lvl2pPr>
            <a:lvl3pPr>
              <a:defRPr lang="en-US" dirty="0"/>
            </a:lvl3pPr>
          </a:lstStyle>
          <a:p>
            <a:pPr lvl="0"/>
            <a:r>
              <a:rPr lang="en-US" dirty="0"/>
              <a:t>First level 20pt (insert: solution: provide a means for solving the error)</a:t>
            </a:r>
          </a:p>
          <a:p>
            <a:pPr lvl="1"/>
            <a:r>
              <a:rPr lang="en-US" dirty="0"/>
              <a:t>Second level 18pt</a:t>
            </a:r>
          </a:p>
          <a:p>
            <a:pPr lvl="2"/>
            <a:r>
              <a:rPr lang="en-US" dirty="0"/>
              <a:t>Third level 16pt</a:t>
            </a:r>
          </a:p>
        </p:txBody>
      </p:sp>
    </p:spTree>
    <p:custDataLst>
      <p:tags r:id="rId1"/>
    </p:custDataLst>
    <p:extLst>
      <p:ext uri="{BB962C8B-B14F-4D97-AF65-F5344CB8AC3E}">
        <p14:creationId xmlns:p14="http://schemas.microsoft.com/office/powerpoint/2010/main" val="5697577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ab List">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274320" y="1028268"/>
            <a:ext cx="11612880" cy="5486400"/>
          </a:xfrm>
          <a:prstGeom prst="rect">
            <a:avLst/>
          </a:prstGeom>
        </p:spPr>
        <p:txBody>
          <a:bodyPr vert="horz" lIns="91440" tIns="45720" rIns="91440" bIns="45720" rtlCol="0">
            <a:normAutofit/>
          </a:bodyPr>
          <a:lstStyle>
            <a:lvl1pPr marL="1097280" indent="-1097280">
              <a:defRPr lang="en-US" dirty="0"/>
            </a:lvl1pPr>
            <a:lvl2pPr>
              <a:defRPr lang="en-US" dirty="0"/>
            </a:lvl2pPr>
            <a:lvl3pPr>
              <a:defRPr lang="en-US" dirty="0"/>
            </a:lvl3pPr>
          </a:lstStyle>
          <a:p>
            <a:pPr lvl="0"/>
            <a:r>
              <a:rPr lang="en-US" dirty="0"/>
              <a:t>Lab X-X		This lab slide has only one thing different from the main Title and Content layout, i.e.,</a:t>
            </a:r>
            <a:br>
              <a:rPr lang="en-US" dirty="0"/>
            </a:br>
            <a:r>
              <a:rPr lang="en-US" dirty="0"/>
              <a:t>wrapping on the second line.</a:t>
            </a:r>
          </a:p>
          <a:p>
            <a:pPr marL="365760" marR="0" lvl="1" indent="-273050" defTabSz="457200" fontAlgn="auto">
              <a:spcAft>
                <a:spcPts val="0"/>
              </a:spcAft>
              <a:buClr>
                <a:srgbClr val="147BD1"/>
              </a:buClr>
              <a:buSzTx/>
              <a:tabLst/>
            </a:pPr>
            <a:r>
              <a:rPr lang="en-US" dirty="0"/>
              <a:t>Second level will look like this and then wrap-around like this in this bulleted fashion, different from the main Title and Content layout, i.e. wrapping on the second line.</a:t>
            </a:r>
          </a:p>
          <a:p>
            <a:pPr marR="0" lvl="2" defTabSz="457200" fontAlgn="auto">
              <a:spcAft>
                <a:spcPts val="0"/>
              </a:spcAft>
              <a:buClr>
                <a:srgbClr val="147BD1"/>
              </a:buClr>
              <a:buSzPct val="100000"/>
              <a:tabLst/>
            </a:pPr>
            <a:r>
              <a:rPr lang="en-US" dirty="0"/>
              <a:t>Third level will look like this and then wrap-around like this in this bulleted fashion different from the main Title and Content layout, i.e. wrapping on the second line.</a:t>
            </a:r>
          </a:p>
        </p:txBody>
      </p:sp>
      <p:sp>
        <p:nvSpPr>
          <p:cNvPr id="4" name="Title 3"/>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E4B8B318-256B-47A9-80BB-69BF164CF993}"/>
              </a:ext>
            </a:extLst>
          </p:cNvPr>
          <p:cNvSpPr>
            <a:spLocks noGrp="1"/>
          </p:cNvSpPr>
          <p:nvPr>
            <p:ph type="ftr" sz="quarter" idx="13"/>
          </p:nvPr>
        </p:nvSpPr>
        <p:spPr/>
        <p:txBody>
          <a:bodyPr/>
          <a:lstStyle/>
          <a:p>
            <a:r>
              <a:rPr lang="en-US">
                <a:solidFill>
                  <a:schemeClr val="tx1"/>
                </a:solidFill>
                <a:cs typeface="Arial" panose="020B0604020202020204" pitchFamily="34" charset="0"/>
              </a:rPr>
              <a:t>© Cadence Design Systems, Inc. All rights reserved.</a:t>
            </a:r>
            <a:endParaRPr lang="en-US" dirty="0">
              <a:solidFill>
                <a:schemeClr val="tx1"/>
              </a:solidFill>
              <a:cs typeface="Arial" panose="020B0604020202020204" pitchFamily="34" charset="0"/>
            </a:endParaRPr>
          </a:p>
        </p:txBody>
      </p:sp>
      <p:sp>
        <p:nvSpPr>
          <p:cNvPr id="8" name="Slide Number Placeholder 7">
            <a:extLst>
              <a:ext uri="{FF2B5EF4-FFF2-40B4-BE49-F238E27FC236}">
                <a16:creationId xmlns:a16="http://schemas.microsoft.com/office/drawing/2014/main" id="{24018B07-A88F-4210-8EEF-10F77815B41F}"/>
              </a:ext>
            </a:extLst>
          </p:cNvPr>
          <p:cNvSpPr>
            <a:spLocks noGrp="1"/>
          </p:cNvSpPr>
          <p:nvPr>
            <p:ph type="sldNum" sz="quarter" idx="14"/>
          </p:nvPr>
        </p:nvSpPr>
        <p:spPr/>
        <p:txBody>
          <a:bodyPr/>
          <a:lstStyle/>
          <a:p>
            <a:fld id="{B6FA71F5-8E13-46C5-A63A-9121BEB3B8A9}" type="slidenum">
              <a:rPr lang="en-US" smtClean="0"/>
              <a:pPr/>
              <a:t>‹#›</a:t>
            </a:fld>
            <a:endParaRPr lang="en-US" dirty="0"/>
          </a:p>
        </p:txBody>
      </p:sp>
    </p:spTree>
    <p:custDataLst>
      <p:tags r:id="rId1"/>
    </p:custDataLst>
    <p:extLst>
      <p:ext uri="{BB962C8B-B14F-4D97-AF65-F5344CB8AC3E}">
        <p14:creationId xmlns:p14="http://schemas.microsoft.com/office/powerpoint/2010/main" val="3016392163"/>
      </p:ext>
    </p:extLst>
  </p:cSld>
  <p:clrMapOvr>
    <a:masterClrMapping/>
  </p:clrMapOvr>
  <p:transition>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En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32256AA-4400-4EFA-B0DD-71A3D9FD214B}"/>
              </a:ext>
            </a:extLst>
          </p:cNvPr>
          <p:cNvSpPr/>
          <p:nvPr userDrawn="1"/>
        </p:nvSpPr>
        <p:spPr>
          <a:xfrm>
            <a:off x="671906" y="5693163"/>
            <a:ext cx="10835488" cy="46166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00" i="1" kern="1200" dirty="0">
                <a:solidFill>
                  <a:srgbClr val="BFBFBF"/>
                </a:solidFill>
                <a:effectLst/>
                <a:latin typeface="+mn-lt"/>
                <a:ea typeface="+mn-ea"/>
                <a:cs typeface="+mn-cs"/>
              </a:rPr>
              <a:t>© Cadence Design Systems, Inc. All rights reserved worldwide. Cadence, the Cadence logo, and the other Cadence marks found at </a:t>
            </a:r>
            <a:r>
              <a:rPr lang="en-US" sz="800" i="1" kern="1200" dirty="0">
                <a:solidFill>
                  <a:srgbClr val="BFBFBF"/>
                </a:solidFill>
                <a:effectLst/>
                <a:latin typeface="+mn-lt"/>
                <a:ea typeface="+mn-ea"/>
                <a:cs typeface="+mn-cs"/>
                <a:hlinkClick r:id="rId4">
                  <a:extLst>
                    <a:ext uri="{A12FA001-AC4F-418D-AE19-62706E023703}">
                      <ahyp:hlinkClr xmlns:ahyp="http://schemas.microsoft.com/office/drawing/2018/hyperlinkcolor" val="tx"/>
                    </a:ext>
                  </a:extLst>
                </a:hlinkClick>
              </a:rPr>
              <a:t>https://</a:t>
            </a:r>
            <a:r>
              <a:rPr lang="en-US" sz="800" i="1" u="sng" kern="1200" dirty="0">
                <a:solidFill>
                  <a:srgbClr val="BFBFBF"/>
                </a:solidFill>
                <a:effectLst/>
                <a:latin typeface="+mn-lt"/>
                <a:ea typeface="+mn-ea"/>
                <a:cs typeface="+mn-cs"/>
                <a:hlinkClick r:id="rId4">
                  <a:extLst>
                    <a:ext uri="{A12FA001-AC4F-418D-AE19-62706E023703}">
                      <ahyp:hlinkClr xmlns:ahyp="http://schemas.microsoft.com/office/drawing/2018/hyperlinkcolor" val="tx"/>
                    </a:ext>
                  </a:extLst>
                </a:hlinkClick>
              </a:rPr>
              <a:t>www.cadence.com/go/trademarks</a:t>
            </a:r>
            <a:r>
              <a:rPr lang="en-US" sz="800" i="1" kern="1200" dirty="0">
                <a:solidFill>
                  <a:srgbClr val="BFBFBF"/>
                </a:solidFill>
                <a:effectLst/>
                <a:latin typeface="+mn-lt"/>
                <a:ea typeface="+mn-ea"/>
                <a:cs typeface="+mn-cs"/>
                <a:hlinkClick r:id="rId4">
                  <a:extLst>
                    <a:ext uri="{A12FA001-AC4F-418D-AE19-62706E023703}">
                      <ahyp:hlinkClr xmlns:ahyp="http://schemas.microsoft.com/office/drawing/2018/hyperlinkcolor" val="tx"/>
                    </a:ext>
                  </a:extLst>
                </a:hlinkClick>
              </a:rPr>
              <a:t> </a:t>
            </a:r>
            <a:r>
              <a:rPr lang="en-US" sz="800" i="1" kern="1200" dirty="0">
                <a:solidFill>
                  <a:srgbClr val="BFBFBF"/>
                </a:solidFill>
                <a:effectLst/>
                <a:latin typeface="+mn-lt"/>
                <a:ea typeface="+mn-ea"/>
                <a:cs typeface="+mn-cs"/>
              </a:rPr>
              <a:t>are trademarks or registered trademarks of Cadence Design Systems, Inc. Accellera and SystemC are trademarks of Accellera Systems Initiative Inc. All Arm products are registered trademarks or trademarks of Arm Limited (or its subsidiaries) in the US and/or elsewhere. All MIPI specifications are registered trademarks or service marks owned by MIPI Alliance. All PCI-SIG specifications are registered trademarks or trademarks of PCI-SIG. All other trademarks are the property of their respective owners.</a:t>
            </a:r>
            <a:endParaRPr lang="en-US" sz="800" dirty="0">
              <a:solidFill>
                <a:srgbClr val="BFBFBF"/>
              </a:solidFill>
              <a:effectLst/>
            </a:endParaRPr>
          </a:p>
        </p:txBody>
      </p:sp>
      <p:grpSp>
        <p:nvGrpSpPr>
          <p:cNvPr id="12" name="Group 11">
            <a:extLst>
              <a:ext uri="{FF2B5EF4-FFF2-40B4-BE49-F238E27FC236}">
                <a16:creationId xmlns:a16="http://schemas.microsoft.com/office/drawing/2014/main" id="{780D4BA0-6772-4FBA-B460-E804789A3210}"/>
              </a:ext>
            </a:extLst>
          </p:cNvPr>
          <p:cNvGrpSpPr/>
          <p:nvPr userDrawn="1"/>
        </p:nvGrpSpPr>
        <p:grpSpPr>
          <a:xfrm>
            <a:off x="0" y="368"/>
            <a:ext cx="12192000" cy="43178"/>
            <a:chOff x="0" y="368"/>
            <a:chExt cx="12192000" cy="43178"/>
          </a:xfrm>
        </p:grpSpPr>
        <p:sp>
          <p:nvSpPr>
            <p:cNvPr id="13" name="Rectangle 12">
              <a:extLst>
                <a:ext uri="{FF2B5EF4-FFF2-40B4-BE49-F238E27FC236}">
                  <a16:creationId xmlns:a16="http://schemas.microsoft.com/office/drawing/2014/main" id="{B9719461-98B7-4C5A-A3AC-61AB9402C8B4}"/>
                </a:ext>
              </a:extLst>
            </p:cNvPr>
            <p:cNvSpPr/>
            <p:nvPr userDrawn="1"/>
          </p:nvSpPr>
          <p:spPr>
            <a:xfrm>
              <a:off x="4064000" y="368"/>
              <a:ext cx="4064000" cy="43178"/>
            </a:xfrm>
            <a:prstGeom prst="rect">
              <a:avLst/>
            </a:prstGeom>
            <a:gradFill>
              <a:gsLst>
                <a:gs pos="100000">
                  <a:srgbClr val="2DCCD3"/>
                </a:gs>
                <a:gs pos="0">
                  <a:srgbClr val="147BD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0ACE8DE-FC80-4063-9136-1BF658FEBD90}"/>
                </a:ext>
              </a:extLst>
            </p:cNvPr>
            <p:cNvSpPr/>
            <p:nvPr userDrawn="1"/>
          </p:nvSpPr>
          <p:spPr>
            <a:xfrm>
              <a:off x="8128000" y="368"/>
              <a:ext cx="4064000" cy="43178"/>
            </a:xfrm>
            <a:prstGeom prst="rect">
              <a:avLst/>
            </a:prstGeom>
            <a:gradFill>
              <a:gsLst>
                <a:gs pos="100000">
                  <a:srgbClr val="FFB81C"/>
                </a:gs>
                <a:gs pos="0">
                  <a:srgbClr val="84DB0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435138A-D5BA-4BD0-A12A-531F0C834E70}"/>
                </a:ext>
              </a:extLst>
            </p:cNvPr>
            <p:cNvSpPr/>
            <p:nvPr userDrawn="1"/>
          </p:nvSpPr>
          <p:spPr>
            <a:xfrm>
              <a:off x="0" y="368"/>
              <a:ext cx="4064000" cy="43178"/>
            </a:xfrm>
            <a:prstGeom prst="rect">
              <a:avLst/>
            </a:prstGeom>
            <a:gradFill>
              <a:gsLst>
                <a:gs pos="50000">
                  <a:srgbClr val="E4002B"/>
                </a:gs>
                <a:gs pos="100000">
                  <a:srgbClr val="CE0058"/>
                </a:gs>
                <a:gs pos="0">
                  <a:srgbClr val="FF902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2" name="Picture 21" descr="A picture containing television, dark, monitor, drawing&#10;&#10;Description automatically generated">
            <a:extLst>
              <a:ext uri="{FF2B5EF4-FFF2-40B4-BE49-F238E27FC236}">
                <a16:creationId xmlns:a16="http://schemas.microsoft.com/office/drawing/2014/main" id="{6F9E7CED-A756-44CB-87D4-5966CA81915D}"/>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023808" y="2679232"/>
            <a:ext cx="4348449" cy="822960"/>
          </a:xfrm>
          <a:prstGeom prst="rect">
            <a:avLst/>
          </a:prstGeom>
        </p:spPr>
      </p:pic>
    </p:spTree>
    <p:custDataLst>
      <p:tags r:id="rId1"/>
    </p:custDataLst>
    <p:extLst>
      <p:ext uri="{BB962C8B-B14F-4D97-AF65-F5344CB8AC3E}">
        <p14:creationId xmlns:p14="http://schemas.microsoft.com/office/powerpoint/2010/main" val="526984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320" y="91440"/>
            <a:ext cx="11612880" cy="86868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6" name="Rectangle 5">
            <a:extLst>
              <a:ext uri="{FF2B5EF4-FFF2-40B4-BE49-F238E27FC236}">
                <a16:creationId xmlns:a16="http://schemas.microsoft.com/office/drawing/2014/main" id="{DBBEF982-CF46-4DC8-B0F6-EA3566D25B88}"/>
              </a:ext>
            </a:extLst>
          </p:cNvPr>
          <p:cNvSpPr/>
          <p:nvPr/>
        </p:nvSpPr>
        <p:spPr>
          <a:xfrm>
            <a:off x="0" y="368"/>
            <a:ext cx="4064000" cy="43178"/>
          </a:xfrm>
          <a:prstGeom prst="rect">
            <a:avLst/>
          </a:prstGeom>
          <a:gradFill>
            <a:gsLst>
              <a:gs pos="50000">
                <a:srgbClr val="E4002B"/>
              </a:gs>
              <a:gs pos="100000">
                <a:srgbClr val="CE0058"/>
              </a:gs>
              <a:gs pos="0">
                <a:srgbClr val="FF902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1C7A2DC3-D96E-4723-BAEC-8249B7145452}"/>
              </a:ext>
            </a:extLst>
          </p:cNvPr>
          <p:cNvSpPr/>
          <p:nvPr/>
        </p:nvSpPr>
        <p:spPr>
          <a:xfrm>
            <a:off x="4064000" y="368"/>
            <a:ext cx="4064000" cy="43178"/>
          </a:xfrm>
          <a:prstGeom prst="rect">
            <a:avLst/>
          </a:prstGeom>
          <a:gradFill>
            <a:gsLst>
              <a:gs pos="100000">
                <a:srgbClr val="2DCCD3"/>
              </a:gs>
              <a:gs pos="0">
                <a:srgbClr val="147BD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F12BC2F7-6B19-4242-8565-0FDA0A8A395B}"/>
              </a:ext>
            </a:extLst>
          </p:cNvPr>
          <p:cNvSpPr/>
          <p:nvPr/>
        </p:nvSpPr>
        <p:spPr>
          <a:xfrm>
            <a:off x="8128000" y="368"/>
            <a:ext cx="4064000" cy="43178"/>
          </a:xfrm>
          <a:prstGeom prst="rect">
            <a:avLst/>
          </a:prstGeom>
          <a:gradFill>
            <a:gsLst>
              <a:gs pos="100000">
                <a:srgbClr val="FFB81C"/>
              </a:gs>
              <a:gs pos="0">
                <a:srgbClr val="84DB0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ooter Placeholder 14">
            <a:extLst>
              <a:ext uri="{FF2B5EF4-FFF2-40B4-BE49-F238E27FC236}">
                <a16:creationId xmlns:a16="http://schemas.microsoft.com/office/drawing/2014/main" id="{AA73B2F4-06BE-466E-81F0-2572D3EA6206}"/>
              </a:ext>
            </a:extLst>
          </p:cNvPr>
          <p:cNvSpPr>
            <a:spLocks noGrp="1"/>
          </p:cNvSpPr>
          <p:nvPr>
            <p:ph type="ftr" sz="quarter" idx="3"/>
          </p:nvPr>
        </p:nvSpPr>
        <p:spPr>
          <a:xfrm>
            <a:off x="640080" y="6537960"/>
            <a:ext cx="2743200" cy="228600"/>
          </a:xfrm>
          <a:prstGeom prst="rect">
            <a:avLst/>
          </a:prstGeom>
        </p:spPr>
        <p:txBody>
          <a:bodyPr vert="horz" lIns="91440" tIns="45720" rIns="91440" bIns="45720" rtlCol="0" anchor="ctr"/>
          <a:lstStyle>
            <a:lvl1pPr algn="l">
              <a:defRPr sz="800">
                <a:solidFill>
                  <a:schemeClr val="tx1"/>
                </a:solidFill>
              </a:defRPr>
            </a:lvl1pPr>
          </a:lstStyle>
          <a:p>
            <a:r>
              <a:rPr lang="en-US" dirty="0">
                <a:cs typeface="Arial" panose="020B0604020202020204" pitchFamily="34" charset="0"/>
              </a:rPr>
              <a:t>© Cadence Design Systems, Inc. All rights reserved.</a:t>
            </a:r>
          </a:p>
        </p:txBody>
      </p:sp>
      <p:sp>
        <p:nvSpPr>
          <p:cNvPr id="16" name="Slide Number Placeholder 15">
            <a:extLst>
              <a:ext uri="{FF2B5EF4-FFF2-40B4-BE49-F238E27FC236}">
                <a16:creationId xmlns:a16="http://schemas.microsoft.com/office/drawing/2014/main" id="{00E72EAB-9DB1-45A3-887A-6AB5721F2F51}"/>
              </a:ext>
            </a:extLst>
          </p:cNvPr>
          <p:cNvSpPr>
            <a:spLocks noGrp="1"/>
          </p:cNvSpPr>
          <p:nvPr>
            <p:ph type="sldNum" sz="quarter" idx="4"/>
          </p:nvPr>
        </p:nvSpPr>
        <p:spPr>
          <a:xfrm>
            <a:off x="274320" y="6537960"/>
            <a:ext cx="365760" cy="228600"/>
          </a:xfrm>
          <a:prstGeom prst="rect">
            <a:avLst/>
          </a:prstGeom>
        </p:spPr>
        <p:txBody>
          <a:bodyPr vert="horz" lIns="91440" tIns="45720" rIns="91440" bIns="45720" rtlCol="0" anchor="ctr"/>
          <a:lstStyle>
            <a:lvl1pPr marL="0" algn="l" defTabSz="914400" rtl="0" eaLnBrk="1" latinLnBrk="0" hangingPunct="1">
              <a:defRPr lang="en-US" sz="800" kern="1200" smtClean="0">
                <a:solidFill>
                  <a:schemeClr val="tx1"/>
                </a:solidFill>
                <a:latin typeface="+mn-lt"/>
                <a:ea typeface="+mn-ea"/>
                <a:cs typeface="Arial" panose="020B0604020202020204" pitchFamily="34" charset="0"/>
              </a:defRPr>
            </a:lvl1pPr>
          </a:lstStyle>
          <a:p>
            <a:fld id="{B6FA71F5-8E13-46C5-A63A-9121BEB3B8A9}" type="slidenum">
              <a:rPr lang="en-US" smtClean="0"/>
              <a:pPr/>
              <a:t>‹#›</a:t>
            </a:fld>
            <a:endParaRPr lang="en-US" dirty="0"/>
          </a:p>
        </p:txBody>
      </p:sp>
      <p:pic>
        <p:nvPicPr>
          <p:cNvPr id="17" name="Picture 16">
            <a:extLst>
              <a:ext uri="{FF2B5EF4-FFF2-40B4-BE49-F238E27FC236}">
                <a16:creationId xmlns:a16="http://schemas.microsoft.com/office/drawing/2014/main" id="{AC0AC7A5-0F82-47FF-B536-40EABB6EEC9C}"/>
              </a:ext>
            </a:extLst>
          </p:cNvPr>
          <p:cNvPicPr>
            <a:picLocks noChangeAspect="1" noChangeArrowheads="1"/>
          </p:cNvPicPr>
          <p:nvPr/>
        </p:nvPicPr>
        <p:blipFill>
          <a:blip r:embed="rId34"/>
          <a:srcRect/>
          <a:stretch/>
        </p:blipFill>
        <p:spPr bwMode="auto">
          <a:xfrm>
            <a:off x="10972800" y="6583680"/>
            <a:ext cx="969264" cy="182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Placeholder 3">
            <a:extLst>
              <a:ext uri="{FF2B5EF4-FFF2-40B4-BE49-F238E27FC236}">
                <a16:creationId xmlns:a16="http://schemas.microsoft.com/office/drawing/2014/main" id="{FF25BA6F-7638-47EA-BFE2-FADEC3DDD112}"/>
              </a:ext>
            </a:extLst>
          </p:cNvPr>
          <p:cNvSpPr>
            <a:spLocks noGrp="1"/>
          </p:cNvSpPr>
          <p:nvPr>
            <p:ph type="body" idx="1"/>
          </p:nvPr>
        </p:nvSpPr>
        <p:spPr>
          <a:xfrm>
            <a:off x="274320" y="1005840"/>
            <a:ext cx="11612880" cy="5486400"/>
          </a:xfrm>
          <a:prstGeom prst="rect">
            <a:avLst/>
          </a:prstGeom>
        </p:spPr>
        <p:txBody>
          <a:bodyPr vert="horz" lIns="91440" tIns="91440" rIns="91440" bIns="91440" rtlCol="0">
            <a:normAutofit/>
          </a:bodyPr>
          <a:lstStyle/>
          <a:p>
            <a:pPr lvl="0"/>
            <a:r>
              <a:rPr lang="en-US" dirty="0"/>
              <a:t>Click to add text</a:t>
            </a:r>
          </a:p>
          <a:p>
            <a:pPr lvl="1"/>
            <a:r>
              <a:rPr lang="en-US" dirty="0"/>
              <a:t>Second level</a:t>
            </a:r>
          </a:p>
          <a:p>
            <a:pPr lvl="2"/>
            <a:r>
              <a:rPr lang="en-US" dirty="0"/>
              <a:t>Third level</a:t>
            </a:r>
          </a:p>
          <a:p>
            <a:pPr lvl="3"/>
            <a:r>
              <a:rPr lang="en-US" dirty="0"/>
              <a:t>Fourth level</a:t>
            </a:r>
          </a:p>
        </p:txBody>
      </p:sp>
    </p:spTree>
    <p:custDataLst>
      <p:tags r:id="rId32"/>
    </p:custDataLst>
    <p:extLst>
      <p:ext uri="{BB962C8B-B14F-4D97-AF65-F5344CB8AC3E}">
        <p14:creationId xmlns:p14="http://schemas.microsoft.com/office/powerpoint/2010/main" val="2600374248"/>
      </p:ext>
    </p:extLst>
  </p:cSld>
  <p:clrMap bg1="lt1" tx1="dk1" bg2="lt2" tx2="dk2" accent1="accent1" accent2="accent2" accent3="accent3" accent4="accent4" accent5="accent5" accent6="accent6" hlink="hlink" folHlink="folHlink"/>
  <p:sldLayoutIdLst>
    <p:sldLayoutId id="2147484239" r:id="rId1"/>
    <p:sldLayoutId id="2147484240" r:id="rId2"/>
    <p:sldLayoutId id="2147484241" r:id="rId3"/>
    <p:sldLayoutId id="2147484242" r:id="rId4"/>
    <p:sldLayoutId id="2147484243" r:id="rId5"/>
    <p:sldLayoutId id="2147484244" r:id="rId6"/>
    <p:sldLayoutId id="2147484245" r:id="rId7"/>
    <p:sldLayoutId id="2147484246" r:id="rId8"/>
    <p:sldLayoutId id="2147484247" r:id="rId9"/>
    <p:sldLayoutId id="2147484248" r:id="rId10"/>
    <p:sldLayoutId id="2147484249" r:id="rId11"/>
    <p:sldLayoutId id="2147484250" r:id="rId12"/>
    <p:sldLayoutId id="2147484251" r:id="rId13"/>
    <p:sldLayoutId id="2147484252" r:id="rId14"/>
    <p:sldLayoutId id="2147484253" r:id="rId15"/>
    <p:sldLayoutId id="2147484254" r:id="rId16"/>
    <p:sldLayoutId id="2147484255" r:id="rId17"/>
    <p:sldLayoutId id="2147484256" r:id="rId18"/>
    <p:sldLayoutId id="2147484257" r:id="rId19"/>
    <p:sldLayoutId id="2147484258" r:id="rId20"/>
    <p:sldLayoutId id="2147484259" r:id="rId21"/>
    <p:sldLayoutId id="2147484260" r:id="rId22"/>
    <p:sldLayoutId id="2147484261" r:id="rId23"/>
    <p:sldLayoutId id="2147484262" r:id="rId24"/>
    <p:sldLayoutId id="2147484263" r:id="rId25"/>
    <p:sldLayoutId id="2147484264" r:id="rId26"/>
    <p:sldLayoutId id="2147484265" r:id="rId27"/>
    <p:sldLayoutId id="2147484266" r:id="rId28"/>
    <p:sldLayoutId id="2147484267" r:id="rId29"/>
    <p:sldLayoutId id="2147484268" r:id="rId30"/>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Arial" panose="020B0604020202020204" pitchFamily="34" charset="0"/>
        </a:defRPr>
      </a:lvl1pPr>
    </p:titleStyle>
    <p:bodyStyle>
      <a:lvl1pPr marL="0" indent="0" algn="l" defTabSz="914400" rtl="0" eaLnBrk="1" latinLnBrk="0" hangingPunct="1">
        <a:lnSpc>
          <a:spcPct val="100000"/>
        </a:lnSpc>
        <a:spcBef>
          <a:spcPts val="1000"/>
        </a:spcBef>
        <a:buFontTx/>
        <a:buNone/>
        <a:defRPr sz="2000" kern="1200">
          <a:solidFill>
            <a:schemeClr val="tx1"/>
          </a:solidFill>
          <a:latin typeface="+mn-lt"/>
          <a:ea typeface="+mn-ea"/>
          <a:cs typeface="+mn-cs"/>
        </a:defRPr>
      </a:lvl1pPr>
      <a:lvl2pPr marL="365760" indent="-274320" algn="l" defTabSz="914400" rtl="0" eaLnBrk="1" latinLnBrk="0" hangingPunct="1">
        <a:lnSpc>
          <a:spcPct val="100000"/>
        </a:lnSpc>
        <a:spcBef>
          <a:spcPts val="1200"/>
        </a:spcBef>
        <a:buClr>
          <a:srgbClr val="147BD1"/>
        </a:buClr>
        <a:buSzPct val="100000"/>
        <a:buFont typeface="Arial" panose="020B0604020202020204" pitchFamily="34" charset="0"/>
        <a:buChar char="●"/>
        <a:defRPr lang="en-US" sz="1800" kern="1200" dirty="0">
          <a:solidFill>
            <a:schemeClr val="tx1"/>
          </a:solidFill>
          <a:latin typeface="+mn-lt"/>
          <a:ea typeface="+mn-ea"/>
          <a:cs typeface="+mn-cs"/>
        </a:defRPr>
      </a:lvl2pPr>
      <a:lvl3pPr marL="640080" indent="-274320" algn="l" defTabSz="914400" rtl="0" eaLnBrk="1" latinLnBrk="0" hangingPunct="1">
        <a:lnSpc>
          <a:spcPct val="100000"/>
        </a:lnSpc>
        <a:spcBef>
          <a:spcPts val="600"/>
        </a:spcBef>
        <a:buClr>
          <a:srgbClr val="147BD1"/>
        </a:buClr>
        <a:buFont typeface="Wingdings" panose="05000000000000000000" pitchFamily="2" charset="2"/>
        <a:buChar char="§"/>
        <a:defRPr lang="en-US" sz="1600" kern="1200" dirty="0">
          <a:solidFill>
            <a:schemeClr val="tx1"/>
          </a:solidFill>
          <a:latin typeface="+mn-lt"/>
          <a:ea typeface="+mn-ea"/>
          <a:cs typeface="+mn-cs"/>
        </a:defRPr>
      </a:lvl3pPr>
      <a:lvl4pPr marL="914400" indent="-274320" algn="l" defTabSz="914400" rtl="0" eaLnBrk="1" latinLnBrk="0" hangingPunct="1">
        <a:lnSpc>
          <a:spcPct val="100000"/>
        </a:lnSpc>
        <a:spcBef>
          <a:spcPts val="600"/>
        </a:spcBef>
        <a:buClr>
          <a:srgbClr val="147BD1"/>
        </a:buClr>
        <a:buFont typeface="Courier New" panose="02070309020205020404" pitchFamily="49" charset="0"/>
        <a:buChar char="o"/>
        <a:defRPr lang="en-US" sz="1400" kern="1200" dirty="0">
          <a:solidFill>
            <a:schemeClr val="tx1"/>
          </a:solidFill>
          <a:latin typeface="+mn-lt"/>
          <a:ea typeface="+mn-ea"/>
          <a:cs typeface="+mn-cs"/>
        </a:defRPr>
      </a:lvl4pPr>
      <a:lvl5pPr marL="1188720" indent="-274320" algn="l" defTabSz="914400" rtl="0" eaLnBrk="1" latinLnBrk="0" hangingPunct="1">
        <a:lnSpc>
          <a:spcPct val="100000"/>
        </a:lnSpc>
        <a:spcBef>
          <a:spcPts val="600"/>
        </a:spcBef>
        <a:buClr>
          <a:srgbClr val="147BD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media1.mp3"/><Relationship Id="rId7" Type="http://schemas.openxmlformats.org/officeDocument/2006/relationships/image" Target="../media/image10.png"/><Relationship Id="rId2" Type="http://schemas.microsoft.com/office/2007/relationships/media" Target="../media/media1.mp3"/><Relationship Id="rId1" Type="http://schemas.openxmlformats.org/officeDocument/2006/relationships/tags" Target="../tags/tag33.xml"/><Relationship Id="rId6" Type="http://schemas.openxmlformats.org/officeDocument/2006/relationships/image" Target="../media/image9.jp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audio" Target="../media/media2.mp3"/><Relationship Id="rId2" Type="http://schemas.microsoft.com/office/2007/relationships/media" Target="../media/media2.mp3"/><Relationship Id="rId1" Type="http://schemas.openxmlformats.org/officeDocument/2006/relationships/tags" Target="../tags/tag34.xml"/><Relationship Id="rId6" Type="http://schemas.openxmlformats.org/officeDocument/2006/relationships/image" Target="../media/image10.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media3.mp3"/><Relationship Id="rId2" Type="http://schemas.microsoft.com/office/2007/relationships/media" Target="../media/media3.mp3"/><Relationship Id="rId1" Type="http://schemas.openxmlformats.org/officeDocument/2006/relationships/tags" Target="../tags/tag35.xml"/><Relationship Id="rId6" Type="http://schemas.openxmlformats.org/officeDocument/2006/relationships/image" Target="../media/image10.png"/><Relationship Id="rId5" Type="http://schemas.openxmlformats.org/officeDocument/2006/relationships/notesSlide" Target="../notesSlides/notesSlide3.xml"/><Relationship Id="rId4"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audio" Target="../media/media4.mp3"/><Relationship Id="rId2" Type="http://schemas.microsoft.com/office/2007/relationships/media" Target="../media/media4.mp3"/><Relationship Id="rId1" Type="http://schemas.openxmlformats.org/officeDocument/2006/relationships/tags" Target="../tags/tag36.xml"/><Relationship Id="rId6" Type="http://schemas.openxmlformats.org/officeDocument/2006/relationships/image" Target="../media/image10.png"/><Relationship Id="rId5" Type="http://schemas.openxmlformats.org/officeDocument/2006/relationships/notesSlide" Target="../notesSlides/notesSlide4.xml"/><Relationship Id="rId4"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audio" Target="../media/media5.mp3"/><Relationship Id="rId7" Type="http://schemas.openxmlformats.org/officeDocument/2006/relationships/image" Target="../media/image10.png"/><Relationship Id="rId2" Type="http://schemas.microsoft.com/office/2007/relationships/media" Target="../media/media5.mp3"/><Relationship Id="rId1" Type="http://schemas.openxmlformats.org/officeDocument/2006/relationships/tags" Target="../tags/tag37.xml"/><Relationship Id="rId6" Type="http://schemas.openxmlformats.org/officeDocument/2006/relationships/image" Target="../media/image11.png"/><Relationship Id="rId5" Type="http://schemas.openxmlformats.org/officeDocument/2006/relationships/notesSlide" Target="../notesSlides/notesSlide5.xml"/><Relationship Id="rId4"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14" name="Title 13"/>
          <p:cNvSpPr>
            <a:spLocks noGrp="1"/>
          </p:cNvSpPr>
          <p:nvPr>
            <p:ph type="ctrTitle"/>
          </p:nvPr>
        </p:nvSpPr>
        <p:spPr/>
        <p:txBody>
          <a:bodyPr/>
          <a:lstStyle/>
          <a:p>
            <a:r>
              <a:rPr lang="en-US" dirty="0"/>
              <a:t>Analog IC Design, Implementation, and Verification Curriculum</a:t>
            </a:r>
          </a:p>
        </p:txBody>
      </p:sp>
      <p:sp>
        <p:nvSpPr>
          <p:cNvPr id="6" name="Subtitle 5">
            <a:extLst>
              <a:ext uri="{FF2B5EF4-FFF2-40B4-BE49-F238E27FC236}">
                <a16:creationId xmlns:a16="http://schemas.microsoft.com/office/drawing/2014/main" id="{944C77B1-3E1B-4B1E-A667-F1EC4972AF17}"/>
              </a:ext>
            </a:extLst>
          </p:cNvPr>
          <p:cNvSpPr>
            <a:spLocks noGrp="1"/>
          </p:cNvSpPr>
          <p:nvPr>
            <p:ph type="subTitle" idx="1"/>
          </p:nvPr>
        </p:nvSpPr>
        <p:spPr/>
        <p:txBody>
          <a:bodyPr/>
          <a:lstStyle/>
          <a:p>
            <a:r>
              <a:rPr lang="en-US" dirty="0"/>
              <a:t>1.0</a:t>
            </a:r>
          </a:p>
        </p:txBody>
      </p:sp>
      <p:sp>
        <p:nvSpPr>
          <p:cNvPr id="10" name="Text Placeholder 9">
            <a:extLst>
              <a:ext uri="{FF2B5EF4-FFF2-40B4-BE49-F238E27FC236}">
                <a16:creationId xmlns:a16="http://schemas.microsoft.com/office/drawing/2014/main" id="{97D67299-DDBF-4AED-BCAC-EDB29652D552}"/>
              </a:ext>
            </a:extLst>
          </p:cNvPr>
          <p:cNvSpPr>
            <a:spLocks noGrp="1"/>
          </p:cNvSpPr>
          <p:nvPr>
            <p:ph type="body" sz="quarter" idx="14"/>
          </p:nvPr>
        </p:nvSpPr>
        <p:spPr/>
        <p:txBody>
          <a:bodyPr/>
          <a:lstStyle/>
          <a:p>
            <a:r>
              <a:rPr lang="en-US" dirty="0"/>
              <a:t>48 hours</a:t>
            </a:r>
          </a:p>
        </p:txBody>
      </p:sp>
      <p:sp>
        <p:nvSpPr>
          <p:cNvPr id="11" name="Text Placeholder 10">
            <a:extLst>
              <a:ext uri="{FF2B5EF4-FFF2-40B4-BE49-F238E27FC236}">
                <a16:creationId xmlns:a16="http://schemas.microsoft.com/office/drawing/2014/main" id="{7C10F68C-1C6A-4B66-97A8-AA893DCAB156}"/>
              </a:ext>
            </a:extLst>
          </p:cNvPr>
          <p:cNvSpPr>
            <a:spLocks noGrp="1"/>
          </p:cNvSpPr>
          <p:nvPr>
            <p:ph type="body" sz="quarter" idx="15"/>
          </p:nvPr>
        </p:nvSpPr>
        <p:spPr/>
        <p:txBody>
          <a:bodyPr/>
          <a:lstStyle/>
          <a:p>
            <a:r>
              <a:rPr lang="en-US" dirty="0"/>
              <a:t>1.0</a:t>
            </a:r>
          </a:p>
        </p:txBody>
      </p:sp>
      <p:pic>
        <p:nvPicPr>
          <p:cNvPr id="2" name="Slide 1">
            <a:hlinkClick r:id="" action="ppaction://media"/>
            <a:extLst>
              <a:ext uri="{FF2B5EF4-FFF2-40B4-BE49-F238E27FC236}">
                <a16:creationId xmlns:a16="http://schemas.microsoft.com/office/drawing/2014/main" id="{F07CEF25-C768-BFB3-D56F-8FFF24031A3C}"/>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430000" y="260350"/>
            <a:ext cx="487363" cy="487363"/>
          </a:xfrm>
          <a:prstGeom prst="rect">
            <a:avLst/>
          </a:prstGeom>
        </p:spPr>
      </p:pic>
    </p:spTree>
    <p:custDataLst>
      <p:tags r:id="rId1"/>
    </p:custDataLst>
    <p:extLst>
      <p:ext uri="{BB962C8B-B14F-4D97-AF65-F5344CB8AC3E}">
        <p14:creationId xmlns:p14="http://schemas.microsoft.com/office/powerpoint/2010/main" val="716287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84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About This Course</a:t>
            </a:r>
          </a:p>
        </p:txBody>
      </p:sp>
      <p:sp>
        <p:nvSpPr>
          <p:cNvPr id="37" name="Text Placeholder 36">
            <a:extLst>
              <a:ext uri="{FF2B5EF4-FFF2-40B4-BE49-F238E27FC236}">
                <a16:creationId xmlns:a16="http://schemas.microsoft.com/office/drawing/2014/main" id="{130BBC24-9994-48AD-B3AC-E2B3D920B250}"/>
              </a:ext>
            </a:extLst>
          </p:cNvPr>
          <p:cNvSpPr>
            <a:spLocks noGrp="1"/>
          </p:cNvSpPr>
          <p:nvPr>
            <p:ph type="body" sz="quarter" idx="10"/>
          </p:nvPr>
        </p:nvSpPr>
        <p:spPr>
          <a:xfrm>
            <a:off x="2219499" y="4914900"/>
            <a:ext cx="7591251" cy="388619"/>
          </a:xfrm>
        </p:spPr>
        <p:txBody>
          <a:bodyPr/>
          <a:lstStyle/>
          <a:p>
            <a:r>
              <a:rPr lang="en-US" dirty="0"/>
              <a:t>Introduction to the Academic Curriculum</a:t>
            </a:r>
          </a:p>
        </p:txBody>
      </p:sp>
      <p:pic>
        <p:nvPicPr>
          <p:cNvPr id="3" name="Slide 2">
            <a:hlinkClick r:id="" action="ppaction://media"/>
            <a:extLst>
              <a:ext uri="{FF2B5EF4-FFF2-40B4-BE49-F238E27FC236}">
                <a16:creationId xmlns:a16="http://schemas.microsoft.com/office/drawing/2014/main" id="{D703417F-3E65-A5E8-EC94-4FD42E61B22F}"/>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71250" y="279400"/>
            <a:ext cx="487363" cy="487363"/>
          </a:xfrm>
          <a:prstGeom prst="rect">
            <a:avLst/>
          </a:prstGeom>
        </p:spPr>
      </p:pic>
    </p:spTree>
    <p:custDataLst>
      <p:tags r:id="rId1"/>
    </p:custDataLst>
    <p:extLst>
      <p:ext uri="{BB962C8B-B14F-4D97-AF65-F5344CB8AC3E}">
        <p14:creationId xmlns:p14="http://schemas.microsoft.com/office/powerpoint/2010/main" val="2070004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47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rmAutofit/>
          </a:bodyPr>
          <a:lstStyle/>
          <a:p>
            <a:r>
              <a:rPr lang="en-US" dirty="0"/>
              <a:t>Before teaching this course, the instructors need to have completed:</a:t>
            </a:r>
          </a:p>
          <a:p>
            <a:pPr marL="365760" lvl="1" indent="-274320">
              <a:buClr>
                <a:srgbClr val="147BD1"/>
              </a:buClr>
            </a:pPr>
            <a:r>
              <a:rPr lang="en-US" dirty="0"/>
              <a:t>A Bachelor’s degree or a Master’s degree in Electronics/Electrical Engineering</a:t>
            </a:r>
          </a:p>
          <a:p>
            <a:pPr marL="365760" lvl="1" indent="-274320">
              <a:buClr>
                <a:srgbClr val="147BD1"/>
              </a:buClr>
            </a:pPr>
            <a:r>
              <a:rPr lang="en-US" dirty="0"/>
              <a:t> It’s assumed that you have access to required Cadence software, mainly Virtuoso (IC) and the Spectre Simulator.</a:t>
            </a:r>
          </a:p>
          <a:p>
            <a:r>
              <a:rPr lang="en-US" dirty="0">
                <a:solidFill>
                  <a:srgbClr val="000000"/>
                </a:solidFill>
                <a:effectLst/>
                <a:latin typeface="Arial" panose="020B0604020202020204" pitchFamily="34" charset="0"/>
                <a:ea typeface="Meiryo" panose="020B0604030504040204" pitchFamily="34" charset="-128"/>
                <a:cs typeface="Times New Roman" panose="02020603050405020304" pitchFamily="18" charset="0"/>
              </a:rPr>
              <a:t>Who should take this course?</a:t>
            </a:r>
          </a:p>
          <a:p>
            <a:pPr lvl="1"/>
            <a:r>
              <a:rPr lang="en-US" dirty="0">
                <a:solidFill>
                  <a:srgbClr val="000000"/>
                </a:solidFill>
                <a:effectLst/>
                <a:latin typeface="Arial" panose="020B0604020202020204" pitchFamily="34" charset="0"/>
                <a:ea typeface="Meiryo" panose="020B0604030504040204" pitchFamily="34" charset="-128"/>
                <a:cs typeface="Times New Roman" panose="02020603050405020304" pitchFamily="18" charset="0"/>
              </a:rPr>
              <a:t>This course aims to bridge the skill gap for students who wish to pursue a career in the analog IC design and implementation industry. </a:t>
            </a:r>
          </a:p>
          <a:p>
            <a:pPr lvl="1"/>
            <a:r>
              <a:rPr lang="en-US" dirty="0">
                <a:solidFill>
                  <a:srgbClr val="000000"/>
                </a:solidFill>
                <a:latin typeface="Arial" panose="020B0604020202020204" pitchFamily="34" charset="0"/>
                <a:ea typeface="Meiryo" panose="020B0604030504040204" pitchFamily="34" charset="-128"/>
                <a:cs typeface="Times New Roman" panose="02020603050405020304" pitchFamily="18" charset="0"/>
              </a:rPr>
              <a:t>This is an advanced curriculum that builds on the students’ Engineering concepts learned while pursuing their degree.</a:t>
            </a:r>
          </a:p>
        </p:txBody>
      </p:sp>
      <p:sp>
        <p:nvSpPr>
          <p:cNvPr id="5" name="Title 4"/>
          <p:cNvSpPr>
            <a:spLocks noGrp="1"/>
          </p:cNvSpPr>
          <p:nvPr>
            <p:ph type="title"/>
          </p:nvPr>
        </p:nvSpPr>
        <p:spPr/>
        <p:txBody>
          <a:bodyPr/>
          <a:lstStyle/>
          <a:p>
            <a:r>
              <a:rPr lang="en-US" dirty="0"/>
              <a:t>Prerequisites and Audience for This Course</a:t>
            </a:r>
          </a:p>
        </p:txBody>
      </p:sp>
      <p:sp>
        <p:nvSpPr>
          <p:cNvPr id="3" name="Footer Placeholder 2">
            <a:extLst>
              <a:ext uri="{FF2B5EF4-FFF2-40B4-BE49-F238E27FC236}">
                <a16:creationId xmlns:a16="http://schemas.microsoft.com/office/drawing/2014/main" id="{199AC682-29CA-4366-AF5A-BE6C5E11DFB8}"/>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001A7EB4-92FC-42FD-93B6-16EB2EBE6AE4}"/>
              </a:ext>
            </a:extLst>
          </p:cNvPr>
          <p:cNvSpPr>
            <a:spLocks noGrp="1"/>
          </p:cNvSpPr>
          <p:nvPr>
            <p:ph type="sldNum"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pic>
        <p:nvPicPr>
          <p:cNvPr id="6" name="Slide 3">
            <a:hlinkClick r:id="" action="ppaction://media"/>
            <a:extLst>
              <a:ext uri="{FF2B5EF4-FFF2-40B4-BE49-F238E27FC236}">
                <a16:creationId xmlns:a16="http://schemas.microsoft.com/office/drawing/2014/main" id="{0F7B5D35-0659-EAFF-F223-388541DA7D1F}"/>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430317" y="232886"/>
            <a:ext cx="487363" cy="487363"/>
          </a:xfrm>
          <a:prstGeom prst="rect">
            <a:avLst/>
          </a:prstGeom>
        </p:spPr>
      </p:pic>
    </p:spTree>
    <p:custDataLst>
      <p:tags r:id="rId1"/>
    </p:custDataLst>
    <p:extLst>
      <p:ext uri="{BB962C8B-B14F-4D97-AF65-F5344CB8AC3E}">
        <p14:creationId xmlns:p14="http://schemas.microsoft.com/office/powerpoint/2010/main" val="23885886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652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2"/>
          </p:nvPr>
        </p:nvSpPr>
        <p:spPr/>
        <p:txBody>
          <a:bodyPr>
            <a:normAutofit lnSpcReduction="10000"/>
          </a:bodyPr>
          <a:lstStyle/>
          <a:p>
            <a:pPr lvl="1"/>
            <a:r>
              <a:rPr lang="en-US" sz="1900" dirty="0">
                <a:solidFill>
                  <a:srgbClr val="000000"/>
                </a:solidFill>
                <a:effectLst/>
                <a:latin typeface="Arial" panose="020B0604020202020204" pitchFamily="34" charset="0"/>
                <a:ea typeface="Meiryo" panose="020B0604030504040204" pitchFamily="34" charset="-128"/>
                <a:cs typeface="Times New Roman" panose="02020603050405020304" pitchFamily="18" charset="0"/>
              </a:rPr>
              <a:t>This course defines a comprehensive</a:t>
            </a:r>
            <a:r>
              <a:rPr lang="en-US" sz="1900" dirty="0">
                <a:solidFill>
                  <a:srgbClr val="000000"/>
                </a:solidFill>
                <a:latin typeface="Arial" panose="020B0604020202020204" pitchFamily="34" charset="0"/>
                <a:ea typeface="Meiryo" panose="020B0604030504040204" pitchFamily="34" charset="-128"/>
                <a:cs typeface="Times New Roman" panose="02020603050405020304" pitchFamily="18" charset="0"/>
              </a:rPr>
              <a:t> syllabus for a 16-week</a:t>
            </a:r>
            <a:r>
              <a:rPr lang="en-US" sz="1900" dirty="0">
                <a:solidFill>
                  <a:srgbClr val="000000"/>
                </a:solidFill>
                <a:effectLst/>
                <a:latin typeface="Arial" panose="020B0604020202020204" pitchFamily="34" charset="0"/>
                <a:ea typeface="Meiryo" panose="020B0604030504040204" pitchFamily="34" charset="-128"/>
                <a:cs typeface="Times New Roman" panose="02020603050405020304" pitchFamily="18" charset="0"/>
              </a:rPr>
              <a:t> academic curriculum </a:t>
            </a:r>
            <a:r>
              <a:rPr lang="en-US" sz="1900" dirty="0">
                <a:solidFill>
                  <a:srgbClr val="000000"/>
                </a:solidFill>
                <a:latin typeface="Arial" panose="020B0604020202020204" pitchFamily="34" charset="0"/>
                <a:ea typeface="Meiryo" panose="020B0604030504040204" pitchFamily="34" charset="-128"/>
                <a:cs typeface="Times New Roman" panose="02020603050405020304" pitchFamily="18" charset="0"/>
              </a:rPr>
              <a:t>in </a:t>
            </a:r>
            <a:r>
              <a:rPr lang="en-US" sz="1900" dirty="0">
                <a:solidFill>
                  <a:srgbClr val="000000"/>
                </a:solidFill>
                <a:effectLst/>
                <a:latin typeface="Arial" panose="020B0604020202020204" pitchFamily="34" charset="0"/>
                <a:ea typeface="Meiryo" panose="020B0604030504040204" pitchFamily="34" charset="-128"/>
                <a:cs typeface="Times New Roman" panose="02020603050405020304" pitchFamily="18" charset="0"/>
              </a:rPr>
              <a:t>Analog IC Design, Implementation, and Verification. </a:t>
            </a:r>
          </a:p>
          <a:p>
            <a:pPr lvl="1"/>
            <a:r>
              <a:rPr lang="en-US" sz="1900" dirty="0">
                <a:solidFill>
                  <a:srgbClr val="000000"/>
                </a:solidFill>
                <a:latin typeface="Arial" panose="020B0604020202020204" pitchFamily="34" charset="0"/>
                <a:ea typeface="Meiryo" panose="020B0604030504040204" pitchFamily="34" charset="-128"/>
                <a:cs typeface="Times New Roman" panose="02020603050405020304" pitchFamily="18" charset="0"/>
              </a:rPr>
              <a:t>The instructors can choose to teach the prescribed material or customize it per their requirements.</a:t>
            </a:r>
          </a:p>
          <a:p>
            <a:r>
              <a:rPr lang="en-US" sz="1900" b="1" dirty="0"/>
              <a:t>The course contains:</a:t>
            </a:r>
          </a:p>
          <a:p>
            <a:pPr marL="438912" indent="-347472">
              <a:buClr>
                <a:srgbClr val="147BD1"/>
              </a:buClr>
              <a:buFont typeface="+mj-lt"/>
              <a:buAutoNum type="arabicPeriod"/>
            </a:pPr>
            <a:r>
              <a:rPr lang="en-US" sz="1900" dirty="0"/>
              <a:t>A 16-week series of lectures, complemented by Cadence online courses.</a:t>
            </a:r>
          </a:p>
          <a:p>
            <a:pPr marL="438912" indent="-347472">
              <a:buClr>
                <a:srgbClr val="147BD1"/>
              </a:buClr>
              <a:buFont typeface="+mj-lt"/>
              <a:buAutoNum type="arabicPeriod"/>
            </a:pPr>
            <a:r>
              <a:rPr lang="en-US" sz="1900" dirty="0"/>
              <a:t>The first three weeks have labs that will enhance the learning of the student. An appropriate lab document and database are packaged in the material.</a:t>
            </a:r>
          </a:p>
          <a:p>
            <a:r>
              <a:rPr lang="en-US" sz="1900" b="1" dirty="0">
                <a:solidFill>
                  <a:srgbClr val="000000"/>
                </a:solidFill>
                <a:effectLst/>
                <a:latin typeface="Arial" panose="020B0604020202020204" pitchFamily="34" charset="0"/>
                <a:ea typeface="Meiryo" panose="020B0604030504040204" pitchFamily="34" charset="-128"/>
                <a:cs typeface="Times New Roman" panose="02020603050405020304" pitchFamily="18" charset="0"/>
              </a:rPr>
              <a:t>Topics include:</a:t>
            </a:r>
          </a:p>
          <a:p>
            <a:pPr marL="438912" indent="-342900">
              <a:buClr>
                <a:srgbClr val="147BD1"/>
              </a:buClr>
              <a:buFont typeface="+mj-lt"/>
              <a:buAutoNum type="arabicPeriod"/>
            </a:pPr>
            <a:r>
              <a:rPr lang="en-US" sz="1900" dirty="0">
                <a:solidFill>
                  <a:srgbClr val="000000"/>
                </a:solidFill>
                <a:latin typeface="Arial" panose="020B0604020202020204" pitchFamily="34" charset="0"/>
                <a:ea typeface="Meiryo" panose="020B0604030504040204" pitchFamily="34" charset="-128"/>
                <a:cs typeface="Times New Roman" panose="02020603050405020304" pitchFamily="18" charset="0"/>
              </a:rPr>
              <a:t>Understanding MOSFETs and the CMOS Technology</a:t>
            </a:r>
          </a:p>
          <a:p>
            <a:pPr marL="438912" indent="-342900">
              <a:buClr>
                <a:srgbClr val="147BD1"/>
              </a:buClr>
              <a:buFont typeface="+mj-lt"/>
              <a:buAutoNum type="arabicPeriod"/>
            </a:pPr>
            <a:r>
              <a:rPr lang="en-US" sz="1900" dirty="0">
                <a:solidFill>
                  <a:srgbClr val="000000"/>
                </a:solidFill>
                <a:latin typeface="Arial" panose="020B0604020202020204" pitchFamily="34" charset="0"/>
                <a:ea typeface="Meiryo" panose="020B0604030504040204" pitchFamily="34" charset="-128"/>
                <a:cs typeface="Times New Roman" panose="02020603050405020304" pitchFamily="18" charset="0"/>
              </a:rPr>
              <a:t>Single-stage amplifier design, moving up to </a:t>
            </a:r>
            <a:r>
              <a:rPr lang="en-US" sz="1900" dirty="0" err="1">
                <a:solidFill>
                  <a:srgbClr val="000000"/>
                </a:solidFill>
                <a:latin typeface="Arial" panose="020B0604020202020204" pitchFamily="34" charset="0"/>
                <a:ea typeface="Meiryo" panose="020B0604030504040204" pitchFamily="34" charset="-128"/>
                <a:cs typeface="Times New Roman" panose="02020603050405020304" pitchFamily="18" charset="0"/>
              </a:rPr>
              <a:t>OpAmps</a:t>
            </a:r>
            <a:r>
              <a:rPr lang="en-US" sz="1900" dirty="0">
                <a:solidFill>
                  <a:srgbClr val="000000"/>
                </a:solidFill>
                <a:latin typeface="Arial" panose="020B0604020202020204" pitchFamily="34" charset="0"/>
                <a:ea typeface="Meiryo" panose="020B0604030504040204" pitchFamily="34" charset="-128"/>
                <a:cs typeface="Times New Roman" panose="02020603050405020304" pitchFamily="18" charset="0"/>
              </a:rPr>
              <a:t>, OTA’s etc.</a:t>
            </a:r>
          </a:p>
          <a:p>
            <a:pPr marL="438912" indent="-342900">
              <a:buClr>
                <a:srgbClr val="147BD1"/>
              </a:buClr>
              <a:buFont typeface="+mj-lt"/>
              <a:buAutoNum type="arabicPeriod"/>
            </a:pPr>
            <a:r>
              <a:rPr lang="en-US" sz="1900" dirty="0">
                <a:solidFill>
                  <a:srgbClr val="000000"/>
                </a:solidFill>
                <a:latin typeface="Arial" panose="020B0604020202020204" pitchFamily="34" charset="0"/>
                <a:ea typeface="Meiryo" panose="020B0604030504040204" pitchFamily="34" charset="-128"/>
                <a:cs typeface="Times New Roman" panose="02020603050405020304" pitchFamily="18" charset="0"/>
              </a:rPr>
              <a:t>Biasing Circuit design</a:t>
            </a:r>
          </a:p>
          <a:p>
            <a:pPr marL="438912" indent="-342900">
              <a:buClr>
                <a:srgbClr val="147BD1"/>
              </a:buClr>
              <a:buFont typeface="+mj-lt"/>
              <a:buAutoNum type="arabicPeriod"/>
            </a:pPr>
            <a:r>
              <a:rPr lang="en-US" sz="1900" dirty="0"/>
              <a:t>Creating layouts for the designed circuits</a:t>
            </a:r>
          </a:p>
          <a:p>
            <a:pPr marL="438912" indent="-342900">
              <a:buClr>
                <a:srgbClr val="147BD1"/>
              </a:buClr>
              <a:buFont typeface="+mj-lt"/>
              <a:buAutoNum type="arabicPeriod"/>
            </a:pPr>
            <a:r>
              <a:rPr lang="en-US" sz="1900" dirty="0" err="1"/>
              <a:t>Floorplanning</a:t>
            </a:r>
            <a:r>
              <a:rPr lang="en-US" sz="1900" dirty="0"/>
              <a:t>, routing and Verifying (DRC/LVS) the layouts </a:t>
            </a:r>
          </a:p>
          <a:p>
            <a:pPr marL="438912" indent="-342900">
              <a:buClr>
                <a:srgbClr val="147BD1"/>
              </a:buClr>
              <a:buFont typeface="+mj-lt"/>
              <a:buAutoNum type="arabicPeriod"/>
            </a:pPr>
            <a:r>
              <a:rPr lang="en-US" sz="1900" dirty="0"/>
              <a:t>Parasitic extraction and finishing tasks</a:t>
            </a:r>
          </a:p>
          <a:p>
            <a:pPr marL="438912" indent="-347472">
              <a:buClr>
                <a:srgbClr val="147BD1"/>
              </a:buClr>
              <a:buFont typeface="+mj-lt"/>
              <a:buAutoNum type="arabicPeriod"/>
            </a:pPr>
            <a:endParaRPr lang="en-US" dirty="0"/>
          </a:p>
        </p:txBody>
      </p:sp>
      <p:sp>
        <p:nvSpPr>
          <p:cNvPr id="5" name="Title 4"/>
          <p:cNvSpPr>
            <a:spLocks noGrp="1"/>
          </p:cNvSpPr>
          <p:nvPr>
            <p:ph type="title"/>
          </p:nvPr>
        </p:nvSpPr>
        <p:spPr/>
        <p:txBody>
          <a:bodyPr/>
          <a:lstStyle/>
          <a:p>
            <a:r>
              <a:rPr lang="en-US" dirty="0"/>
              <a:t>Course Contents and Topics in the Curriculum</a:t>
            </a:r>
          </a:p>
        </p:txBody>
      </p:sp>
      <p:sp>
        <p:nvSpPr>
          <p:cNvPr id="3" name="Footer Placeholder 2">
            <a:extLst>
              <a:ext uri="{FF2B5EF4-FFF2-40B4-BE49-F238E27FC236}">
                <a16:creationId xmlns:a16="http://schemas.microsoft.com/office/drawing/2014/main" id="{199AC682-29CA-4366-AF5A-BE6C5E11DFB8}"/>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001A7EB4-92FC-42FD-93B6-16EB2EBE6AE4}"/>
              </a:ext>
            </a:extLst>
          </p:cNvPr>
          <p:cNvSpPr>
            <a:spLocks noGrp="1"/>
          </p:cNvSpPr>
          <p:nvPr>
            <p:ph type="sldNum"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pic>
        <p:nvPicPr>
          <p:cNvPr id="6" name="Slide 4">
            <a:hlinkClick r:id="" action="ppaction://media"/>
            <a:extLst>
              <a:ext uri="{FF2B5EF4-FFF2-40B4-BE49-F238E27FC236}">
                <a16:creationId xmlns:a16="http://schemas.microsoft.com/office/drawing/2014/main" id="{5B48029F-8A1D-DBB9-3030-FAAB26E662BC}"/>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399837" y="122078"/>
            <a:ext cx="487363" cy="487363"/>
          </a:xfrm>
          <a:prstGeom prst="rect">
            <a:avLst/>
          </a:prstGeom>
        </p:spPr>
      </p:pic>
    </p:spTree>
    <p:custDataLst>
      <p:tags r:id="rId1"/>
    </p:custDataLst>
    <p:extLst>
      <p:ext uri="{BB962C8B-B14F-4D97-AF65-F5344CB8AC3E}">
        <p14:creationId xmlns:p14="http://schemas.microsoft.com/office/powerpoint/2010/main" val="18650630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188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A1EFB3-5A5E-EC4E-76A4-6A91E4443B24}"/>
              </a:ext>
            </a:extLst>
          </p:cNvPr>
          <p:cNvSpPr>
            <a:spLocks noGrp="1"/>
          </p:cNvSpPr>
          <p:nvPr>
            <p:ph sz="quarter" idx="12"/>
          </p:nvPr>
        </p:nvSpPr>
        <p:spPr/>
        <p:txBody>
          <a:bodyPr/>
          <a:lstStyle/>
          <a:p>
            <a:r>
              <a:rPr lang="en-US" dirty="0"/>
              <a:t>Download the </a:t>
            </a:r>
            <a:r>
              <a:rPr lang="en-US" i="1" dirty="0"/>
              <a:t>Analog IC Design Implementation and Verification </a:t>
            </a:r>
            <a:r>
              <a:rPr lang="en-US" dirty="0"/>
              <a:t>zip file that is attached to this course.</a:t>
            </a:r>
          </a:p>
          <a:p>
            <a:r>
              <a:rPr lang="en-US" dirty="0"/>
              <a:t>Once you unzip the file, you will see the following:</a:t>
            </a:r>
          </a:p>
          <a:p>
            <a:pPr marL="438912" indent="-347472">
              <a:buClr>
                <a:srgbClr val="147BD1"/>
              </a:buClr>
              <a:buAutoNum type="arabicPeriod"/>
            </a:pPr>
            <a:r>
              <a:rPr lang="en-US" sz="1800" dirty="0"/>
              <a:t>The </a:t>
            </a:r>
            <a:r>
              <a:rPr lang="en-US" sz="1800" i="1" dirty="0"/>
              <a:t>Lecture and Labs </a:t>
            </a:r>
            <a:r>
              <a:rPr lang="en-US" sz="1800" dirty="0"/>
              <a:t>folder (with PDFs and labs for first three weeks) ‒ </a:t>
            </a:r>
            <a:r>
              <a:rPr lang="en-US" sz="1800" i="1" dirty="0"/>
              <a:t>useful for both students and professors</a:t>
            </a:r>
          </a:p>
          <a:p>
            <a:pPr marL="438912" indent="-347472">
              <a:buClr>
                <a:srgbClr val="147BD1"/>
              </a:buClr>
              <a:buAutoNum type="arabicPeriod"/>
            </a:pPr>
            <a:r>
              <a:rPr lang="en-US" sz="1800" dirty="0"/>
              <a:t>The </a:t>
            </a:r>
            <a:r>
              <a:rPr lang="en-US" sz="1800" i="1" dirty="0" err="1"/>
              <a:t>README_Syllabus</a:t>
            </a:r>
            <a:r>
              <a:rPr lang="en-US" sz="1800" i="1" dirty="0"/>
              <a:t> Usage.docx </a:t>
            </a:r>
            <a:r>
              <a:rPr lang="en-US" sz="1800" dirty="0"/>
              <a:t>file – </a:t>
            </a:r>
            <a:r>
              <a:rPr lang="en-US" sz="1800" i="1" dirty="0"/>
              <a:t>useful for professors/instructors</a:t>
            </a:r>
          </a:p>
          <a:p>
            <a:pPr marL="438912" indent="-347472">
              <a:buClr>
                <a:srgbClr val="147BD1"/>
              </a:buClr>
              <a:buAutoNum type="arabicPeriod"/>
            </a:pPr>
            <a:r>
              <a:rPr lang="en-US" sz="1800" dirty="0"/>
              <a:t>The </a:t>
            </a:r>
            <a:r>
              <a:rPr lang="en-US" sz="1800" i="1" dirty="0"/>
              <a:t>Analog IC Design Implementation and Verification.xlsx </a:t>
            </a:r>
            <a:r>
              <a:rPr lang="en-US" sz="1800" dirty="0"/>
              <a:t>file for a 16-week syllabus – </a:t>
            </a:r>
            <a:r>
              <a:rPr lang="en-US" sz="1800" i="1" dirty="0"/>
              <a:t>useful for professors/instructors</a:t>
            </a:r>
          </a:p>
          <a:p>
            <a:endParaRPr lang="en-US" i="1" dirty="0"/>
          </a:p>
          <a:p>
            <a:endParaRPr lang="en-US" dirty="0"/>
          </a:p>
        </p:txBody>
      </p:sp>
      <p:sp>
        <p:nvSpPr>
          <p:cNvPr id="3" name="Title 2">
            <a:extLst>
              <a:ext uri="{FF2B5EF4-FFF2-40B4-BE49-F238E27FC236}">
                <a16:creationId xmlns:a16="http://schemas.microsoft.com/office/drawing/2014/main" id="{DD04F33F-4E18-C12A-97C6-81C731ADE2FC}"/>
              </a:ext>
            </a:extLst>
          </p:cNvPr>
          <p:cNvSpPr>
            <a:spLocks noGrp="1"/>
          </p:cNvSpPr>
          <p:nvPr>
            <p:ph type="title"/>
          </p:nvPr>
        </p:nvSpPr>
        <p:spPr/>
        <p:txBody>
          <a:bodyPr/>
          <a:lstStyle/>
          <a:p>
            <a:r>
              <a:rPr lang="en-US" dirty="0"/>
              <a:t>How to Access and Use the Downloaded Course Materials </a:t>
            </a:r>
          </a:p>
        </p:txBody>
      </p:sp>
      <p:sp>
        <p:nvSpPr>
          <p:cNvPr id="4" name="Footer Placeholder 3">
            <a:extLst>
              <a:ext uri="{FF2B5EF4-FFF2-40B4-BE49-F238E27FC236}">
                <a16:creationId xmlns:a16="http://schemas.microsoft.com/office/drawing/2014/main" id="{BFA490AB-E919-E201-6E4C-CC4318B82BB0}"/>
              </a:ext>
            </a:extLst>
          </p:cNvPr>
          <p:cNvSpPr>
            <a:spLocks noGrp="1"/>
          </p:cNvSpPr>
          <p:nvPr>
            <p:ph type="ftr" sz="quarter" idx="1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rPr>
              <a:t>© Cadence Design Systems, Inc. All rights reserved.</a:t>
            </a:r>
          </a:p>
        </p:txBody>
      </p:sp>
      <p:sp>
        <p:nvSpPr>
          <p:cNvPr id="5" name="Slide Number Placeholder 4">
            <a:extLst>
              <a:ext uri="{FF2B5EF4-FFF2-40B4-BE49-F238E27FC236}">
                <a16:creationId xmlns:a16="http://schemas.microsoft.com/office/drawing/2014/main" id="{67DF7827-1687-885E-C36A-97F15A65F519}"/>
              </a:ext>
            </a:extLst>
          </p:cNvPr>
          <p:cNvSpPr>
            <a:spLocks noGrp="1"/>
          </p:cNvSpPr>
          <p:nvPr>
            <p:ph type="sldNum"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A71F5-8E13-46C5-A63A-9121BEB3B8A9}"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endParaRPr>
          </a:p>
        </p:txBody>
      </p:sp>
      <p:sp>
        <p:nvSpPr>
          <p:cNvPr id="8" name="Rectangle 7">
            <a:extLst>
              <a:ext uri="{FF2B5EF4-FFF2-40B4-BE49-F238E27FC236}">
                <a16:creationId xmlns:a16="http://schemas.microsoft.com/office/drawing/2014/main" id="{FD9522D8-9D0D-797C-D0A1-2C2BD274B6A8}"/>
              </a:ext>
            </a:extLst>
          </p:cNvPr>
          <p:cNvSpPr/>
          <p:nvPr/>
        </p:nvSpPr>
        <p:spPr>
          <a:xfrm>
            <a:off x="7229475" y="4446772"/>
            <a:ext cx="4657725" cy="98393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Professors/Instructors: Review the </a:t>
            </a:r>
            <a:r>
              <a:rPr lang="en-US" b="1" i="1" dirty="0" err="1"/>
              <a:t>README_Syllabus</a:t>
            </a:r>
            <a:r>
              <a:rPr lang="en-US" b="1" i="1" dirty="0"/>
              <a:t> Usage.docx </a:t>
            </a:r>
            <a:r>
              <a:rPr lang="en-US" dirty="0"/>
              <a:t>file for guidelines on how to use the materials</a:t>
            </a:r>
          </a:p>
        </p:txBody>
      </p:sp>
      <p:pic>
        <p:nvPicPr>
          <p:cNvPr id="10" name="Picture 9">
            <a:extLst>
              <a:ext uri="{FF2B5EF4-FFF2-40B4-BE49-F238E27FC236}">
                <a16:creationId xmlns:a16="http://schemas.microsoft.com/office/drawing/2014/main" id="{047E5595-7233-75FA-45AE-190DA178C50C}"/>
              </a:ext>
            </a:extLst>
          </p:cNvPr>
          <p:cNvPicPr>
            <a:picLocks noChangeAspect="1"/>
          </p:cNvPicPr>
          <p:nvPr/>
        </p:nvPicPr>
        <p:blipFill>
          <a:blip r:embed="rId6"/>
          <a:stretch>
            <a:fillRect/>
          </a:stretch>
        </p:blipFill>
        <p:spPr>
          <a:xfrm>
            <a:off x="640080" y="4162480"/>
            <a:ext cx="5929303" cy="1552519"/>
          </a:xfrm>
          <a:prstGeom prst="rect">
            <a:avLst/>
          </a:prstGeom>
        </p:spPr>
      </p:pic>
      <p:pic>
        <p:nvPicPr>
          <p:cNvPr id="11" name="Slide 5">
            <a:hlinkClick r:id="" action="ppaction://media"/>
            <a:extLst>
              <a:ext uri="{FF2B5EF4-FFF2-40B4-BE49-F238E27FC236}">
                <a16:creationId xmlns:a16="http://schemas.microsoft.com/office/drawing/2014/main" id="{BD1057E4-2E38-10E1-046C-E399916B14A6}"/>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518900" y="122078"/>
            <a:ext cx="487363" cy="487363"/>
          </a:xfrm>
          <a:prstGeom prst="rect">
            <a:avLst/>
          </a:prstGeom>
        </p:spPr>
      </p:pic>
    </p:spTree>
    <p:custDataLst>
      <p:tags r:id="rId1"/>
    </p:custDataLst>
    <p:extLst>
      <p:ext uri="{BB962C8B-B14F-4D97-AF65-F5344CB8AC3E}">
        <p14:creationId xmlns:p14="http://schemas.microsoft.com/office/powerpoint/2010/main" val="387863213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552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DESIGN_ID_ES_ASSET_TEMPLATE_NONCONFIDENTIAL (20 APR 18)" val="IY8ikKjV"/>
  <p:tag name="ARTICULATE_DESIGN_ID_1_ES_ASSET_TEMPLATE_NONCONFIDENTIAL (20 APR 18)" val="uUyKVBjr"/>
  <p:tag name="ARTICULATE_SLIDE_THUMBNAIL_REFRESH" val="1"/>
  <p:tag name="ARTICULATE_DESIGN_ID_FEB_10_2023_CADENCE_ASSET_TEMPLATE" val="zx0PGO75"/>
  <p:tag name="ARTICULATE_PROJECT_OPEN" val="0"/>
  <p:tag name="ARTICULATE_SLIDE_COUNT" val="5"/>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UDIO_ID" val="256"/>
  <p:tag name="ARTICULATE_USED_LAYOUT" val="1"/>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ar_8_2021_Cadence_Asset_Template">
  <a:themeElements>
    <a:clrScheme name="Jan_21_2021_Cadence_Asset_Template">
      <a:dk1>
        <a:srgbClr val="000000"/>
      </a:dk1>
      <a:lt1>
        <a:srgbClr val="FFFFFF"/>
      </a:lt1>
      <a:dk2>
        <a:srgbClr val="3C3C3C"/>
      </a:dk2>
      <a:lt2>
        <a:srgbClr val="FFFFFF"/>
      </a:lt2>
      <a:accent1>
        <a:srgbClr val="999999"/>
      </a:accent1>
      <a:accent2>
        <a:srgbClr val="6A6A6A"/>
      </a:accent2>
      <a:accent3>
        <a:srgbClr val="E31837"/>
      </a:accent3>
      <a:accent4>
        <a:srgbClr val="31A7DF"/>
      </a:accent4>
      <a:accent5>
        <a:srgbClr val="09698D"/>
      </a:accent5>
      <a:accent6>
        <a:srgbClr val="8FA836"/>
      </a:accent6>
      <a:hlink>
        <a:srgbClr val="099E9C"/>
      </a:hlink>
      <a:folHlink>
        <a:srgbClr val="99999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S_Lecture_Template_16x9.potm" id="{6905A120-060F-440D-87AC-2B6598EB5F67}" vid="{29DF2CBD-B4D8-4756-A7F8-905C1F5873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ct:contentTypeSchema xmlns:ct="http://schemas.microsoft.com/office/2006/metadata/contentType" xmlns:ma="http://schemas.microsoft.com/office/2006/metadata/properties/metaAttributes" ct:_="" ma:_="" ma:contentTypeName="About This Course" ma:contentTypeID="0x0101003C695641478B704DB882BA74266B44F50E0061DA3E97AEA27941A4050BC86BCE9A52" ma:contentTypeVersion="1964" ma:contentTypeDescription="Includes course title slide, instructor notes and about this course." ma:contentTypeScope="" ma:versionID="ab95307698ccbb5cf1d9286b64bd78ad">
  <xsd:schema xmlns:xsd="http://www.w3.org/2001/XMLSchema" xmlns:xs="http://www.w3.org/2001/XMLSchema" xmlns:p="http://schemas.microsoft.com/office/2006/metadata/properties" xmlns:ns2="6063bf55-62cc-4e18-a4f5-1c548d42e1ae" xmlns:ns3="0f6482d0-b62b-41de-8236-2c037d9e5295" xmlns:ns4="14d68cbf-76a2-4ab0-9adb-ade2230d32b0" xmlns:ns5="c126b078-222a-4ade-8850-d9217854b2ac" targetNamespace="http://schemas.microsoft.com/office/2006/metadata/properties" ma:root="true" ma:fieldsID="a829db3a0731fb6c226bfa260438f3d6" ns2:_="" ns3:_="" ns4:_="" ns5:_="">
    <xsd:import namespace="6063bf55-62cc-4e18-a4f5-1c548d42e1ae"/>
    <xsd:import namespace="0f6482d0-b62b-41de-8236-2c037d9e5295"/>
    <xsd:import namespace="14d68cbf-76a2-4ab0-9adb-ade2230d32b0"/>
    <xsd:import namespace="c126b078-222a-4ade-8850-d9217854b2ac"/>
    <xsd:element name="properties">
      <xsd:complexType>
        <xsd:sequence>
          <xsd:element name="documentManagement">
            <xsd:complexType>
              <xsd:all>
                <xsd:element ref="ns2:Asset_x0020_Owner" minOccurs="0"/>
                <xsd:element ref="ns2:Asset_x0020_Description" minOccurs="0"/>
                <xsd:element ref="ns2:General_x0020_Notes" minOccurs="0"/>
                <xsd:element ref="ns2:Reusable_x003f_" minOccurs="0"/>
                <xsd:element ref="ns3:UF1" minOccurs="0"/>
                <xsd:element ref="ns3:UF2" minOccurs="0"/>
                <xsd:element ref="ns2:m1705455b3de4e188e2b22add3f1fe72" minOccurs="0"/>
                <xsd:element ref="ns2:_dlc_DocId" minOccurs="0"/>
                <xsd:element ref="ns2:_dlc_DocIdUrl" minOccurs="0"/>
                <xsd:element ref="ns2:p585ddeb6b764224b4d92140a64bcc9f" minOccurs="0"/>
                <xsd:element ref="ns2:_dlc_DocIdPersistId" minOccurs="0"/>
                <xsd:element ref="ns2:m830d7bba272412385a505fd26f7bfc1" minOccurs="0"/>
                <xsd:element ref="ns4:TaxCatchAll" minOccurs="0"/>
                <xsd:element ref="ns2:f8a72136ca0a4564b3582d0554b7c50b" minOccurs="0"/>
                <xsd:element ref="ns4:TaxCatchAllLabel" minOccurs="0"/>
                <xsd:element ref="ns2:j23f74415def431c89e643878797dc8c" minOccurs="0"/>
                <xsd:element ref="ns2:Hier_x0020_or_x0020_Leaf_x003f_" minOccurs="0"/>
                <xsd:element ref="ns3:Audio_x0020_Required_x003f_" minOccurs="0"/>
                <xsd:element ref="ns5: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63bf55-62cc-4e18-a4f5-1c548d42e1ae" elementFormDefault="qualified">
    <xsd:import namespace="http://schemas.microsoft.com/office/2006/documentManagement/types"/>
    <xsd:import namespace="http://schemas.microsoft.com/office/infopath/2007/PartnerControls"/>
    <xsd:element name="Asset_x0020_Owner" ma:index="2" nillable="true" ma:displayName="Asset Owner" ma:description="Enter the name of the owner of this asset." ma:list="UserInfo" ma:SharePointGroup="0" ma:internalName="Asset_x0020_Owner"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sset_x0020_Description" ma:index="4" nillable="true" ma:displayName="Asset Description" ma:description="Describe the asset in terms of someone looking for content would understand." ma:internalName="Asset_x0020_Description" ma:readOnly="false">
      <xsd:simpleType>
        <xsd:restriction base="dms:Note"/>
      </xsd:simpleType>
    </xsd:element>
    <xsd:element name="General_x0020_Notes" ma:index="5" nillable="true" ma:displayName="General Notes" ma:description="Enter any general notes - could be, for instance, instructions for editing regarding module integration or course build." ma:internalName="General_x0020_Notes" ma:readOnly="false">
      <xsd:simpleType>
        <xsd:restriction base="dms:Note"/>
      </xsd:simpleType>
    </xsd:element>
    <xsd:element name="Reusable_x003f_" ma:index="6" nillable="true" ma:displayName="Reusable?" ma:default="No" ma:description="Indicate if this asset is reusable." ma:format="RadioButtons" ma:internalName="Reusable_x003F_" ma:readOnly="false">
      <xsd:simpleType>
        <xsd:restriction base="dms:Choice">
          <xsd:enumeration value="No"/>
          <xsd:enumeration value="Yes"/>
        </xsd:restriction>
      </xsd:simpleType>
    </xsd:element>
    <xsd:element name="m1705455b3de4e188e2b22add3f1fe72" ma:index="16" nillable="true" ma:taxonomy="true" ma:internalName="m1705455b3de4e188e2b22add3f1fe72" ma:taxonomyFieldName="ProductAndVersion" ma:displayName="Product and Version" ma:readOnly="false" ma:fieldId="{61705455-b3de-4e18-8e2b-22add3f1fe72}" ma:taxonomyMulti="true" ma:sspId="08598ab3-f258-400c-894e-c8866d512870" ma:termSetId="7d46f67b-2e8c-4cd5-9af8-b2f0d09abbe3" ma:anchorId="00000000-0000-0000-0000-000000000000" ma:open="true" ma:isKeyword="false">
      <xsd:complexType>
        <xsd:sequence>
          <xsd:element ref="pc:Terms" minOccurs="0" maxOccurs="1"/>
        </xsd:sequence>
      </xsd:complexType>
    </xsd:element>
    <xsd:element name="_dlc_DocId" ma:index="18" nillable="true" ma:displayName="Document ID Value" ma:description="The value of the document ID assigned to this item." ma:internalName="_dlc_DocId" ma:readOnly="true">
      <xsd:simpleType>
        <xsd:restriction base="dms:Text"/>
      </xsd:simpleType>
    </xsd:element>
    <xsd:element name="_dlc_DocIdUrl" ma:index="1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p585ddeb6b764224b4d92140a64bcc9f" ma:index="20" nillable="true" ma:taxonomy="true" ma:internalName="p585ddeb6b764224b4d92140a64bcc9f" ma:taxonomyFieldName="Asset_x0020_Output_x0020_Format" ma:displayName="Asset Output Format" ma:readOnly="false" ma:default="" ma:fieldId="{9585ddeb-6b76-4224-b4d9-2140a64bcc9f}" ma:sspId="08598ab3-f258-400c-894e-c8866d512870" ma:termSetId="effae36b-4a14-4b37-aacb-367bb78a0c78" ma:anchorId="00000000-0000-0000-0000-000000000000" ma:open="true" ma:isKeyword="false">
      <xsd:complexType>
        <xsd:sequence>
          <xsd:element ref="pc:Terms" minOccurs="0" maxOccurs="1"/>
        </xsd:sequence>
      </xsd:complexType>
    </xsd:element>
    <xsd:element name="_dlc_DocIdPersistId" ma:index="21" nillable="true" ma:displayName="Persist ID" ma:description="Keep ID on add." ma:hidden="true" ma:internalName="_dlc_DocIdPersistId" ma:readOnly="false">
      <xsd:simpleType>
        <xsd:restriction base="dms:Boolean"/>
      </xsd:simpleType>
    </xsd:element>
    <xsd:element name="m830d7bba272412385a505fd26f7bfc1" ma:index="22" nillable="true" ma:taxonomy="true" ma:internalName="m830d7bba272412385a505fd26f7bfc1" ma:taxonomyFieldName="Technology" ma:displayName="Technology" ma:readOnly="false" ma:fieldId="{6830d7bb-a272-4123-85a5-05fd26f7bfc1}" ma:sspId="08598ab3-f258-400c-894e-c8866d512870" ma:termSetId="26ca8745-9558-4d05-bda2-4882905a1dae" ma:anchorId="00000000-0000-0000-0000-000000000000" ma:open="true" ma:isKeyword="false">
      <xsd:complexType>
        <xsd:sequence>
          <xsd:element ref="pc:Terms" minOccurs="0" maxOccurs="1"/>
        </xsd:sequence>
      </xsd:complexType>
    </xsd:element>
    <xsd:element name="f8a72136ca0a4564b3582d0554b7c50b" ma:index="24" nillable="true" ma:taxonomy="true" ma:internalName="f8a72136ca0a4564b3582d0554b7c50b" ma:taxonomyFieldName="CustomerTrainingCourseAndVersion" ma:displayName="Customer Training Course and Version" ma:readOnly="false" ma:fieldId="{f8a72136-ca0a-4564-b358-2d0554b7c50b}" ma:taxonomyMulti="true" ma:sspId="08598ab3-f258-400c-894e-c8866d512870" ma:termSetId="c2a02966-a4fa-4a2e-91f6-55efe562f38d" ma:anchorId="00000000-0000-0000-0000-000000000000" ma:open="true" ma:isKeyword="false">
      <xsd:complexType>
        <xsd:sequence>
          <xsd:element ref="pc:Terms" minOccurs="0" maxOccurs="1"/>
        </xsd:sequence>
      </xsd:complexType>
    </xsd:element>
    <xsd:element name="j23f74415def431c89e643878797dc8c" ma:index="26" nillable="true" ma:taxonomy="true" ma:internalName="j23f74415def431c89e643878797dc8c" ma:taxonomyFieldName="CourseAbbreviation" ma:displayName="Course Abbreviation" ma:readOnly="false" ma:fieldId="{323f7441-5def-431c-89e6-43878797dc8c}" ma:sspId="08598ab3-f258-400c-894e-c8866d512870" ma:termSetId="05c7419e-6bf2-4634-a0d4-cc5ca18faf17" ma:anchorId="00000000-0000-0000-0000-000000000000" ma:open="true" ma:isKeyword="false">
      <xsd:complexType>
        <xsd:sequence>
          <xsd:element ref="pc:Terms" minOccurs="0" maxOccurs="1"/>
        </xsd:sequence>
      </xsd:complexType>
    </xsd:element>
    <xsd:element name="Hier_x0020_or_x0020_Leaf_x003f_" ma:index="29" nillable="true" ma:displayName="Hier or Leaf?" ma:default="L" ma:description="Internal use field which indicates if an asset is a hierarchical asset (H) or a leaf asset (L)." ma:hidden="true" ma:internalName="Hier_x0020_or_x0020_Leaf_x003F_"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f6482d0-b62b-41de-8236-2c037d9e5295" elementFormDefault="qualified">
    <xsd:import namespace="http://schemas.microsoft.com/office/2006/documentManagement/types"/>
    <xsd:import namespace="http://schemas.microsoft.com/office/infopath/2007/PartnerControls"/>
    <xsd:element name="UF1" ma:index="11" nillable="true" ma:displayName="UF1" ma:description="This is a numerical user definable field - users can use this field any way they want (perhaps for sorting content)." ma:internalName="_x0055_F1" ma:readOnly="false" ma:percentage="FALSE">
      <xsd:simpleType>
        <xsd:restriction base="dms:Number"/>
      </xsd:simpleType>
    </xsd:element>
    <xsd:element name="UF2" ma:index="12" nillable="true" ma:displayName="UF2" ma:description="This is a textual user definable field - users can use this field any way they want. Note that this field is filterable." ma:internalName="_x0055_F2" ma:readOnly="false">
      <xsd:simpleType>
        <xsd:restriction base="dms:Text">
          <xsd:maxLength value="255"/>
        </xsd:restriction>
      </xsd:simpleType>
    </xsd:element>
    <xsd:element name="Audio_x0020_Required_x003f_" ma:index="30" nillable="true" ma:displayName="Audio Required?" ma:default="Yes" ma:description="Indicates if the asset requires audio." ma:format="RadioButtons" ma:hidden="true" ma:internalName="Audio_x0020_Required_x003f_" ma:readOnly="false">
      <xsd:simpleType>
        <xsd:restriction base="dms:Choice">
          <xsd:enumeration value="Yes"/>
          <xsd:enumeration value="No"/>
          <xsd:enumeration value="NA"/>
        </xsd:restriction>
      </xsd:simpleType>
    </xsd:element>
  </xsd:schema>
  <xsd:schema xmlns:xsd="http://www.w3.org/2001/XMLSchema" xmlns:xs="http://www.w3.org/2001/XMLSchema" xmlns:dms="http://schemas.microsoft.com/office/2006/documentManagement/types" xmlns:pc="http://schemas.microsoft.com/office/infopath/2007/PartnerControls" targetNamespace="14d68cbf-76a2-4ab0-9adb-ade2230d32b0"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4b58b398-ffee-4856-ada6-6a41a424875a}" ma:internalName="TaxCatchAll" ma:readOnly="false" ma:showField="CatchAllData" ma:web="6063bf55-62cc-4e18-a4f5-1c548d42e1ae">
      <xsd:complexType>
        <xsd:complexContent>
          <xsd:extension base="dms:MultiChoiceLookup">
            <xsd:sequence>
              <xsd:element name="Value" type="dms:Lookup" maxOccurs="unbounded" minOccurs="0" nillable="true"/>
            </xsd:sequence>
          </xsd:extension>
        </xsd:complexContent>
      </xsd:complexType>
    </xsd:element>
    <xsd:element name="TaxCatchAllLabel" ma:index="25" nillable="true" ma:displayName="Taxonomy Catch All Column1" ma:hidden="true" ma:list="{4b58b398-ffee-4856-ada6-6a41a424875a}" ma:internalName="TaxCatchAllLabel" ma:readOnly="true" ma:showField="CatchAllDataLabel" ma:web="6063bf55-62cc-4e18-a4f5-1c548d42e1a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126b078-222a-4ade-8850-d9217854b2ac" elementFormDefault="qualified">
    <xsd:import namespace="http://schemas.microsoft.com/office/2006/documentManagement/types"/>
    <xsd:import namespace="http://schemas.microsoft.com/office/infopath/2007/PartnerControls"/>
    <xsd:element name="_Flow_SignoffStatus" ma:index="31" nillable="true" ma:displayName="Sign-off status" ma:internalName="Sign_x002d_off_x0020_status">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8" ma:displayName="Content Type"/>
        <xsd:element ref="dc:title" minOccurs="0" maxOccurs="1" ma:index="3" ma:displayName="Asset 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585ddeb6b764224b4d92140a64bcc9f xmlns="6063bf55-62cc-4e18-a4f5-1c548d42e1ae">
      <Terms xmlns="http://schemas.microsoft.com/office/infopath/2007/PartnerControls">
        <TermInfo xmlns="http://schemas.microsoft.com/office/infopath/2007/PartnerControls">
          <TermName xmlns="http://schemas.microsoft.com/office/infopath/2007/PartnerControls">Powerpoint Presentation</TermName>
          <TermId xmlns="http://schemas.microsoft.com/office/infopath/2007/PartnerControls">7188b83f-cb0c-4b15-811d-75b6487227cd</TermId>
        </TermInfo>
      </Terms>
    </p585ddeb6b764224b4d92140a64bcc9f>
    <Reusable_x003f_ xmlns="6063bf55-62cc-4e18-a4f5-1c548d42e1ae">No</Reusable_x003f_>
    <General_x0020_Notes xmlns="6063bf55-62cc-4e18-a4f5-1c548d42e1ae" xsi:nil="true"/>
    <_dlc_DocId xmlns="6063bf55-62cc-4e18-a4f5-1c548d42e1ae">ESASSET-553612490-239</_dlc_DocId>
    <Hier_x0020_or_x0020_Leaf_x003f_ xmlns="6063bf55-62cc-4e18-a4f5-1c548d42e1ae">L</Hier_x0020_or_x0020_Leaf_x003f_>
    <TaxCatchAll xmlns="14d68cbf-76a2-4ab0-9adb-ade2230d32b0">
      <Value>26</Value>
    </TaxCatchAll>
    <m830d7bba272412385a505fd26f7bfc1 xmlns="6063bf55-62cc-4e18-a4f5-1c548d42e1ae">
      <Terms xmlns="http://schemas.microsoft.com/office/infopath/2007/PartnerControls"/>
    </m830d7bba272412385a505fd26f7bfc1>
    <f8a72136ca0a4564b3582d0554b7c50b xmlns="6063bf55-62cc-4e18-a4f5-1c548d42e1ae">
      <Terms xmlns="http://schemas.microsoft.com/office/infopath/2007/PartnerControls"/>
    </f8a72136ca0a4564b3582d0554b7c50b>
    <Asset_x0020_Owner xmlns="6063bf55-62cc-4e18-a4f5-1c548d42e1ae">
      <UserInfo>
        <DisplayName/>
        <AccountId xsi:nil="true"/>
        <AccountType/>
      </UserInfo>
    </Asset_x0020_Owner>
    <_dlc_DocIdPersistId xmlns="6063bf55-62cc-4e18-a4f5-1c548d42e1ae" xsi:nil="true"/>
    <UF1 xmlns="0f6482d0-b62b-41de-8236-2c037d9e5295" xsi:nil="true"/>
    <Audio_x0020_Required_x003f_ xmlns="0f6482d0-b62b-41de-8236-2c037d9e5295">No</Audio_x0020_Required_x003f_>
    <j23f74415def431c89e643878797dc8c xmlns="6063bf55-62cc-4e18-a4f5-1c548d42e1ae">
      <Terms xmlns="http://schemas.microsoft.com/office/infopath/2007/PartnerControls"/>
    </j23f74415def431c89e643878797dc8c>
    <_dlc_DocIdUrl xmlns="6063bf55-62cc-4e18-a4f5-1c548d42e1ae">
      <Url>https://cadence.sharepoint.com/sites/Assets/_layouts/15/DocIdRedir.aspx?ID=ESASSET-553612490-239</Url>
      <Description>ESASSET-553612490-239</Description>
    </_dlc_DocIdUrl>
    <m1705455b3de4e188e2b22add3f1fe72 xmlns="6063bf55-62cc-4e18-a4f5-1c548d42e1ae">
      <Terms xmlns="http://schemas.microsoft.com/office/infopath/2007/PartnerControls"/>
    </m1705455b3de4e188e2b22add3f1fe72>
    <Asset_x0020_Description xmlns="6063bf55-62cc-4e18-a4f5-1c548d42e1ae" xsi:nil="true"/>
    <UF2 xmlns="0f6482d0-b62b-41de-8236-2c037d9e5295" xsi:nil="true"/>
    <_Flow_SignoffStatus xmlns="c126b078-222a-4ade-8850-d9217854b2ac" xsi:nil="true"/>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BC07C89-5AC9-460F-8766-39CFDB465871}">
  <ds:schemaRefs>
    <ds:schemaRef ds:uri="http://schemas.microsoft.com/sharepoint/events"/>
  </ds:schemaRefs>
</ds:datastoreItem>
</file>

<file path=customXml/itemProps2.xml><?xml version="1.0" encoding="utf-8"?>
<ds:datastoreItem xmlns:ds="http://schemas.openxmlformats.org/officeDocument/2006/customXml" ds:itemID="{A9266C9F-DB47-4BCB-AD4B-E98296506A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063bf55-62cc-4e18-a4f5-1c548d42e1ae"/>
    <ds:schemaRef ds:uri="0f6482d0-b62b-41de-8236-2c037d9e5295"/>
    <ds:schemaRef ds:uri="14d68cbf-76a2-4ab0-9adb-ade2230d32b0"/>
    <ds:schemaRef ds:uri="c126b078-222a-4ade-8850-d9217854b2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5C96451-BD2F-4BBD-B714-E4804A46A69A}">
  <ds:schemaRefs>
    <ds:schemaRef ds:uri="http://purl.org/dc/dcmitype/"/>
    <ds:schemaRef ds:uri="6063bf55-62cc-4e18-a4f5-1c548d42e1ae"/>
    <ds:schemaRef ds:uri="http://schemas.microsoft.com/office/2006/metadata/properties"/>
    <ds:schemaRef ds:uri="http://schemas.microsoft.com/office/2006/documentManagement/types"/>
    <ds:schemaRef ds:uri="http://schemas.microsoft.com/office/infopath/2007/PartnerControls"/>
    <ds:schemaRef ds:uri="c126b078-222a-4ade-8850-d9217854b2ac"/>
    <ds:schemaRef ds:uri="http://purl.org/dc/terms/"/>
    <ds:schemaRef ds:uri="http://schemas.openxmlformats.org/package/2006/metadata/core-properties"/>
    <ds:schemaRef ds:uri="http://purl.org/dc/elements/1.1/"/>
    <ds:schemaRef ds:uri="14d68cbf-76a2-4ab0-9adb-ade2230d32b0"/>
    <ds:schemaRef ds:uri="0f6482d0-b62b-41de-8236-2c037d9e5295"/>
    <ds:schemaRef ds:uri="http://www.w3.org/XML/1998/namespace"/>
  </ds:schemaRefs>
</ds:datastoreItem>
</file>

<file path=customXml/itemProps4.xml><?xml version="1.0" encoding="utf-8"?>
<ds:datastoreItem xmlns:ds="http://schemas.openxmlformats.org/officeDocument/2006/customXml" ds:itemID="{9747E701-0B28-4DEC-AAC2-57E19FC2D76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Cadence_16x9_NonConfidential_Template_2017_v01</Template>
  <TotalTime>0</TotalTime>
  <Words>622</Words>
  <Application>Microsoft Office PowerPoint</Application>
  <PresentationFormat>Widescreen</PresentationFormat>
  <Paragraphs>57</Paragraphs>
  <Slides>5</Slides>
  <Notes>5</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Courier New</vt:lpstr>
      <vt:lpstr>Times New Roman</vt:lpstr>
      <vt:lpstr>Wingdings</vt:lpstr>
      <vt:lpstr>Mar_8_2021_Cadence_Asset_Template</vt:lpstr>
      <vt:lpstr>Analog IC Design, Implementation, and Verification Curriculum</vt:lpstr>
      <vt:lpstr>About This Course</vt:lpstr>
      <vt:lpstr>Prerequisites and Audience for This Course</vt:lpstr>
      <vt:lpstr>Course Contents and Topics in the Curriculum</vt:lpstr>
      <vt:lpstr>How to Access and Use the Downloaded Course Materials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2020-10-15T23:44:25Z</dcterms:created>
  <dcterms:modified xsi:type="dcterms:W3CDTF">2024-12-10T17:48:27Z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 Version">
    <vt:lpwstr>4.3 2023.03.15</vt:lpwstr>
  </property>
  <property fmtid="{D5CDD505-2E9C-101B-9397-08002B2CF9AE}" pid="3" name="CustomerTrainingCourseAndVersion">
    <vt:lpwstr/>
  </property>
  <property fmtid="{D5CDD505-2E9C-101B-9397-08002B2CF9AE}" pid="4" name="Technology">
    <vt:lpwstr/>
  </property>
  <property fmtid="{D5CDD505-2E9C-101B-9397-08002B2CF9AE}" pid="5" name="Asset Output Format">
    <vt:lpwstr>26;#Powerpoint Presentation|7188b83f-cb0c-4b15-811d-75b6487227cd</vt:lpwstr>
  </property>
  <property fmtid="{D5CDD505-2E9C-101B-9397-08002B2CF9AE}" pid="6" name="ContentTypeId">
    <vt:lpwstr>0x0101003C695641478B704DB882BA74266B44F50E0061DA3E97AEA27941A4050BC86BCE9A52</vt:lpwstr>
  </property>
  <property fmtid="{D5CDD505-2E9C-101B-9397-08002B2CF9AE}" pid="7" name="ProductAndVersion">
    <vt:lpwstr/>
  </property>
  <property fmtid="{D5CDD505-2E9C-101B-9397-08002B2CF9AE}" pid="8" name="CourseAbbreviation">
    <vt:lpwstr/>
  </property>
  <property fmtid="{D5CDD505-2E9C-101B-9397-08002B2CF9AE}" pid="9" name="ArticulateGUID">
    <vt:lpwstr>7B0C9863-D003-4712-AB97-C17652AB2AB0</vt:lpwstr>
  </property>
  <property fmtid="{D5CDD505-2E9C-101B-9397-08002B2CF9AE}" pid="10" name="ArticulatePath">
    <vt:lpwstr>https://cadence-my.sharepoint.com/personal/anthonys_global_cadence_com/Documents/Management/2024/Academic Network/About This Course Template</vt:lpwstr>
  </property>
</Properties>
</file>