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notesSlides/notesSlide2.xml" ContentType="application/vnd.openxmlformats-officedocument.presentationml.notesSlide+xml"/>
  <Override PartName="/ppt/tags/tag35.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028" r:id="rId4"/>
  </p:sldMasterIdLst>
  <p:notesMasterIdLst>
    <p:notesMasterId r:id="rId8"/>
  </p:notesMasterIdLst>
  <p:handoutMasterIdLst>
    <p:handoutMasterId r:id="rId9"/>
  </p:handoutMasterIdLst>
  <p:sldIdLst>
    <p:sldId id="635" r:id="rId5"/>
    <p:sldId id="636" r:id="rId6"/>
    <p:sldId id="638" r:id="rId7"/>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rse Conclusion" id="{92E674D4-0974-429B-ADE1-F4766CC2D39E}">
          <p14:sldIdLst>
            <p14:sldId id="635"/>
            <p14:sldId id="636"/>
            <p14:sldId id="638"/>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17"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8F1C"/>
    <a:srgbClr val="099E9C"/>
    <a:srgbClr val="C1EC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72" autoAdjust="0"/>
    <p:restoredTop sz="91144" autoAdjust="0"/>
  </p:normalViewPr>
  <p:slideViewPr>
    <p:cSldViewPr snapToGrid="0" showGuides="1">
      <p:cViewPr varScale="1">
        <p:scale>
          <a:sx n="103" d="100"/>
          <a:sy n="103" d="100"/>
        </p:scale>
        <p:origin x="408" y="102"/>
      </p:cViewPr>
      <p:guideLst>
        <p:guide orient="horz" pos="2184"/>
        <p:guide pos="3840"/>
      </p:guideLst>
    </p:cSldViewPr>
  </p:slideViewPr>
  <p:outlineViewPr>
    <p:cViewPr>
      <p:scale>
        <a:sx n="33" d="100"/>
        <a:sy n="33" d="100"/>
      </p:scale>
      <p:origin x="0" y="-2160"/>
    </p:cViewPr>
  </p:outlineViewPr>
  <p:notesTextViewPr>
    <p:cViewPr>
      <p:scale>
        <a:sx n="1" d="1"/>
        <a:sy n="1" d="1"/>
      </p:scale>
      <p:origin x="0" y="0"/>
    </p:cViewPr>
  </p:notesTextViewPr>
  <p:sorterViewPr>
    <p:cViewPr>
      <p:scale>
        <a:sx n="66" d="100"/>
        <a:sy n="66" d="100"/>
      </p:scale>
      <p:origin x="0" y="0"/>
    </p:cViewPr>
  </p:sorterViewPr>
  <p:notesViewPr>
    <p:cSldViewPr snapToGrid="0" showGuides="1">
      <p:cViewPr varScale="1">
        <p:scale>
          <a:sx n="59" d="100"/>
          <a:sy n="59" d="100"/>
        </p:scale>
        <p:origin x="322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tags" Target="../tags/tag32.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TextBox 5"/>
          <p:cNvSpPr txBox="1"/>
          <p:nvPr/>
        </p:nvSpPr>
        <p:spPr bwMode="gray">
          <a:xfrm>
            <a:off x="107140" y="8757395"/>
            <a:ext cx="347445" cy="238400"/>
          </a:xfrm>
          <a:prstGeom prst="rect">
            <a:avLst/>
          </a:prstGeom>
          <a:noFill/>
        </p:spPr>
        <p:txBody>
          <a:bodyPr wrap="none" lIns="95610" tIns="47805" rIns="95610" bIns="47805" rtlCol="0">
            <a:spAutoFit/>
          </a:bodyPr>
          <a:lstStyle/>
          <a:p>
            <a:pPr algn="r"/>
            <a:fld id="{2B7AF141-2B95-496E-A444-1A6308939B01}" type="slidenum">
              <a:rPr lang="en-US" sz="900">
                <a:solidFill>
                  <a:schemeClr val="accent3"/>
                </a:solidFill>
              </a:rPr>
              <a:pPr algn="r"/>
              <a:t>‹#›</a:t>
            </a:fld>
            <a:endParaRPr lang="en-US" sz="900" dirty="0">
              <a:solidFill>
                <a:schemeClr val="accent3"/>
              </a:solidFill>
            </a:endParaRPr>
          </a:p>
        </p:txBody>
      </p:sp>
      <p:sp>
        <p:nvSpPr>
          <p:cNvPr id="7" name="TextBox 6"/>
          <p:cNvSpPr txBox="1"/>
          <p:nvPr/>
        </p:nvSpPr>
        <p:spPr bwMode="gray">
          <a:xfrm>
            <a:off x="378553" y="8757395"/>
            <a:ext cx="3163452" cy="235043"/>
          </a:xfrm>
          <a:prstGeom prst="rect">
            <a:avLst/>
          </a:prstGeom>
          <a:noFill/>
        </p:spPr>
        <p:txBody>
          <a:bodyPr wrap="none" lIns="95610" tIns="47805" rIns="95610" bIns="47805" rtlCol="0">
            <a:spAutoFit/>
          </a:bodyPr>
          <a:lstStyle/>
          <a:p>
            <a:pPr fontAlgn="base">
              <a:spcBef>
                <a:spcPct val="0"/>
              </a:spcBef>
              <a:spcAft>
                <a:spcPct val="0"/>
              </a:spcAft>
              <a:defRPr/>
            </a:pPr>
            <a:r>
              <a:rPr lang="en-US" sz="900" dirty="0">
                <a:solidFill>
                  <a:schemeClr val="bg1">
                    <a:lumMod val="75000"/>
                  </a:schemeClr>
                </a:solidFill>
                <a:latin typeface="Arial" charset="0"/>
              </a:rPr>
              <a:t>© 2018 Cadence Design Systems, Inc. All rights reserved.</a:t>
            </a:r>
          </a:p>
        </p:txBody>
      </p:sp>
      <p:pic>
        <p:nvPicPr>
          <p:cNvPr id="8" name="Picture 7"/>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428713" y="8718965"/>
            <a:ext cx="1234884" cy="226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2"/>
    </p:custDataLst>
    <p:extLst>
      <p:ext uri="{BB962C8B-B14F-4D97-AF65-F5344CB8AC3E}">
        <p14:creationId xmlns:p14="http://schemas.microsoft.com/office/powerpoint/2010/main" val="118355638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26845" y="319033"/>
            <a:ext cx="6583680" cy="3703320"/>
          </a:xfrm>
          <a:prstGeom prst="rect">
            <a:avLst/>
          </a:prstGeom>
          <a:noFill/>
          <a:ln w="12700">
            <a:solidFill>
              <a:prstClr val="black"/>
            </a:solidFill>
          </a:ln>
        </p:spPr>
        <p:txBody>
          <a:bodyPr vert="horz" lIns="91440" tIns="45720" rIns="91440" bIns="45720" rtlCol="0" anchor="ctr"/>
          <a:lstStyle/>
          <a:p>
            <a:endParaRPr lang="en-US" dirty="0"/>
          </a:p>
        </p:txBody>
      </p:sp>
      <p:sp>
        <p:nvSpPr>
          <p:cNvPr id="2" name="Notes Placeholder 1">
            <a:extLst>
              <a:ext uri="{FF2B5EF4-FFF2-40B4-BE49-F238E27FC236}">
                <a16:creationId xmlns:a16="http://schemas.microsoft.com/office/drawing/2014/main" id="{081B8930-285E-41FC-B02D-7062FFD84DC2}"/>
              </a:ext>
            </a:extLst>
          </p:cNvPr>
          <p:cNvSpPr>
            <a:spLocks noGrp="1"/>
          </p:cNvSpPr>
          <p:nvPr>
            <p:ph type="body" sz="quarter" idx="3"/>
          </p:nvPr>
        </p:nvSpPr>
        <p:spPr>
          <a:xfrm>
            <a:off x="128016" y="4224528"/>
            <a:ext cx="6583680" cy="443484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5A92EB0D-DD2B-4AC1-B6A6-BB58E73165B3}"/>
              </a:ext>
            </a:extLst>
          </p:cNvPr>
          <p:cNvSpPr>
            <a:spLocks noGrp="1"/>
          </p:cNvSpPr>
          <p:nvPr>
            <p:ph type="sldNum" sz="quarter" idx="5"/>
          </p:nvPr>
        </p:nvSpPr>
        <p:spPr>
          <a:xfrm>
            <a:off x="6291072" y="8823960"/>
            <a:ext cx="420624" cy="182880"/>
          </a:xfrm>
          <a:prstGeom prst="rect">
            <a:avLst/>
          </a:prstGeom>
        </p:spPr>
        <p:txBody>
          <a:bodyPr vert="horz" lIns="91440" tIns="45720" rIns="91440" bIns="45720" rtlCol="0" anchor="b"/>
          <a:lstStyle>
            <a:lvl1pPr algn="r">
              <a:defRPr sz="900">
                <a:solidFill>
                  <a:schemeClr val="tx1"/>
                </a:solidFill>
                <a:latin typeface="Times New Roman" panose="02020603050405020304" pitchFamily="18" charset="0"/>
                <a:cs typeface="Times New Roman" panose="02020603050405020304" pitchFamily="18" charset="0"/>
              </a:defRPr>
            </a:lvl1pPr>
          </a:lstStyle>
          <a:p>
            <a:fld id="{2F4CA936-69E1-45F3-BD71-82E340229D81}" type="slidenum">
              <a:rPr lang="en-US" smtClean="0"/>
              <a:pPr/>
              <a:t>‹#›</a:t>
            </a:fld>
            <a:endParaRPr lang="en-US" dirty="0"/>
          </a:p>
        </p:txBody>
      </p:sp>
      <p:sp>
        <p:nvSpPr>
          <p:cNvPr id="6" name="Footer Placeholder 5">
            <a:extLst>
              <a:ext uri="{FF2B5EF4-FFF2-40B4-BE49-F238E27FC236}">
                <a16:creationId xmlns:a16="http://schemas.microsoft.com/office/drawing/2014/main" id="{3C24A2D5-71BF-46E1-9F5D-A4182E7E8C60}"/>
              </a:ext>
            </a:extLst>
          </p:cNvPr>
          <p:cNvSpPr>
            <a:spLocks noGrp="1"/>
          </p:cNvSpPr>
          <p:nvPr>
            <p:ph type="ftr" sz="quarter" idx="4"/>
          </p:nvPr>
        </p:nvSpPr>
        <p:spPr>
          <a:xfrm>
            <a:off x="128016" y="8823960"/>
            <a:ext cx="3200400" cy="182880"/>
          </a:xfrm>
          <a:prstGeom prst="rect">
            <a:avLst/>
          </a:prstGeom>
        </p:spPr>
        <p:txBody>
          <a:bodyPr vert="horz" lIns="91440" tIns="45720" rIns="91440" bIns="45720" rtlCol="0" anchor="b"/>
          <a:lstStyle>
            <a:lvl1pPr algn="l">
              <a:defRPr sz="900">
                <a:latin typeface="Times New Roman" panose="02020603050405020304" pitchFamily="18" charset="0"/>
                <a:cs typeface="Times New Roman" panose="02020603050405020304" pitchFamily="18" charset="0"/>
              </a:defRPr>
            </a:lvl1pPr>
          </a:lstStyle>
          <a:p>
            <a:r>
              <a:rPr lang="en-US" dirty="0"/>
              <a:t>© Cadence Design Systems, Inc. All rights reserved.</a:t>
            </a:r>
          </a:p>
        </p:txBody>
      </p:sp>
    </p:spTree>
    <p:extLst>
      <p:ext uri="{BB962C8B-B14F-4D97-AF65-F5344CB8AC3E}">
        <p14:creationId xmlns:p14="http://schemas.microsoft.com/office/powerpoint/2010/main" val="1051570949"/>
      </p:ext>
    </p:extLst>
  </p:cSld>
  <p:clrMap bg1="lt1" tx1="dk1" bg2="lt2" tx2="dk2" accent1="accent1" accent2="accent2" accent3="accent3" accent4="accent4" accent5="accent5" accent6="accent6" hlink="hlink" folHlink="folHlink"/>
  <p:hf hdr="0" dt="0"/>
  <p:notesStyle>
    <a:lvl1pPr marL="0" marR="0" indent="0" algn="l" defTabSz="914400" rtl="0" eaLnBrk="1" fontAlgn="base" latinLnBrk="0" hangingPunct="1">
      <a:lnSpc>
        <a:spcPct val="100000"/>
      </a:lnSpc>
      <a:spcBef>
        <a:spcPts val="800"/>
      </a:spcBef>
      <a:spcAft>
        <a:spcPct val="0"/>
      </a:spcAft>
      <a:buClrTx/>
      <a:buSzTx/>
      <a:buFont typeface="Arial" pitchFamily="34" charset="0"/>
      <a:buNone/>
      <a:tabLst/>
      <a:defRPr sz="1200" kern="1200">
        <a:solidFill>
          <a:schemeClr val="tx1"/>
        </a:solidFill>
        <a:latin typeface="Times New Roman" panose="02020603050405020304" pitchFamily="18" charset="0"/>
        <a:ea typeface="+mn-ea"/>
        <a:cs typeface="Times New Roman" panose="02020603050405020304" pitchFamily="18" charset="0"/>
      </a:defRPr>
    </a:lvl1pPr>
    <a:lvl2pPr marL="233363" marR="0" indent="-122238" algn="l" defTabSz="914400" rtl="0" eaLnBrk="1" fontAlgn="base" latinLnBrk="0" hangingPunct="1">
      <a:lnSpc>
        <a:spcPct val="100000"/>
      </a:lnSpc>
      <a:spcBef>
        <a:spcPts val="400"/>
      </a:spcBef>
      <a:spcAft>
        <a:spcPct val="0"/>
      </a:spcAft>
      <a:buClrTx/>
      <a:buSzTx/>
      <a:buFont typeface="Wingdings" panose="05000000000000000000" pitchFamily="2" charset="2"/>
      <a:buChar char="§"/>
      <a:tabLst/>
      <a:defRPr sz="1200" kern="1200">
        <a:solidFill>
          <a:schemeClr val="tx1"/>
        </a:solidFill>
        <a:latin typeface="Times New Roman" panose="02020603050405020304" pitchFamily="18" charset="0"/>
        <a:ea typeface="+mn-ea"/>
        <a:cs typeface="Times New Roman" panose="02020603050405020304" pitchFamily="18" charset="0"/>
      </a:defRPr>
    </a:lvl2pPr>
    <a:lvl3pPr marL="396875" marR="0" indent="-112713"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sz="1200" kern="1200">
        <a:solidFill>
          <a:schemeClr val="tx1"/>
        </a:solidFill>
        <a:latin typeface="Times New Roman" panose="02020603050405020304" pitchFamily="18" charset="0"/>
        <a:ea typeface="+mn-ea"/>
        <a:cs typeface="Times New Roman" panose="02020603050405020304" pitchFamily="18" charset="0"/>
      </a:defRPr>
    </a:lvl3pPr>
    <a:lvl4pPr marL="568325" marR="0" indent="-112713" algn="l" defTabSz="914400" rtl="0" eaLnBrk="1" fontAlgn="base" latinLnBrk="0" hangingPunct="1">
      <a:lnSpc>
        <a:spcPct val="100000"/>
      </a:lnSpc>
      <a:spcBef>
        <a:spcPts val="300"/>
      </a:spcBef>
      <a:spcAft>
        <a:spcPct val="0"/>
      </a:spcAft>
      <a:buClrTx/>
      <a:buSzTx/>
      <a:buFont typeface="Courier New" panose="02070309020205020404" pitchFamily="49" charset="0"/>
      <a:buChar char="o"/>
      <a:tabLst/>
      <a:defRPr sz="1200" kern="1200">
        <a:solidFill>
          <a:schemeClr val="tx1"/>
        </a:solidFill>
        <a:latin typeface="Times New Roman" panose="02020603050405020304" pitchFamily="18" charset="0"/>
        <a:ea typeface="+mn-ea"/>
        <a:cs typeface="Times New Roman" panose="02020603050405020304" pitchFamily="18" charset="0"/>
      </a:defRPr>
    </a:lvl4pPr>
    <a:lvl5pPr marL="741363" marR="0" indent="-112713" algn="l" defTabSz="914400" rtl="0" eaLnBrk="1" fontAlgn="base" latinLnBrk="0" hangingPunct="1">
      <a:lnSpc>
        <a:spcPct val="100000"/>
      </a:lnSpc>
      <a:spcBef>
        <a:spcPts val="300"/>
      </a:spcBef>
      <a:spcAft>
        <a:spcPct val="0"/>
      </a:spcAft>
      <a:buClrTx/>
      <a:buSzTx/>
      <a:buFont typeface="Arial" pitchFamily="34" charset="0"/>
      <a:buChar char="-"/>
      <a:tabLst/>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i="1" dirty="0"/>
              <a:t>This page does not contain notes.</a:t>
            </a:r>
          </a:p>
        </p:txBody>
      </p:sp>
      <p:sp>
        <p:nvSpPr>
          <p:cNvPr id="12" name="Slide Image Placeholder 11">
            <a:extLst>
              <a:ext uri="{FF2B5EF4-FFF2-40B4-BE49-F238E27FC236}">
                <a16:creationId xmlns:a16="http://schemas.microsoft.com/office/drawing/2014/main" id="{DE2B73FC-871C-430A-8827-CAA42ABEC1CA}"/>
              </a:ext>
            </a:extLst>
          </p:cNvPr>
          <p:cNvSpPr>
            <a:spLocks noGrp="1" noRot="1" noChangeAspect="1"/>
          </p:cNvSpPr>
          <p:nvPr>
            <p:ph type="sldImg"/>
          </p:nvPr>
        </p:nvSpPr>
        <p:spPr>
          <a:xfrm>
            <a:off x="127000" y="319088"/>
            <a:ext cx="6583363" cy="3703637"/>
          </a:xfrm>
        </p:spPr>
      </p:sp>
      <p:sp>
        <p:nvSpPr>
          <p:cNvPr id="13" name="Footer Placeholder 12">
            <a:extLst>
              <a:ext uri="{FF2B5EF4-FFF2-40B4-BE49-F238E27FC236}">
                <a16:creationId xmlns:a16="http://schemas.microsoft.com/office/drawing/2014/main" id="{8BBF74C2-8C94-4EAA-A6FB-BD1A707E9967}"/>
              </a:ext>
            </a:extLst>
          </p:cNvPr>
          <p:cNvSpPr>
            <a:spLocks noGrp="1"/>
          </p:cNvSpPr>
          <p:nvPr>
            <p:ph type="ftr" sz="quarter" idx="4"/>
          </p:nvPr>
        </p:nvSpPr>
        <p:spPr/>
        <p:txBody>
          <a:bodyPr/>
          <a:lstStyle/>
          <a:p>
            <a:r>
              <a:rPr lang="en-US"/>
              <a:t>© Cadence Design Systems, Inc. All rights reserved.</a:t>
            </a:r>
            <a:endParaRPr lang="en-US" dirty="0"/>
          </a:p>
        </p:txBody>
      </p:sp>
      <p:sp>
        <p:nvSpPr>
          <p:cNvPr id="14" name="Slide Number Placeholder 13">
            <a:extLst>
              <a:ext uri="{FF2B5EF4-FFF2-40B4-BE49-F238E27FC236}">
                <a16:creationId xmlns:a16="http://schemas.microsoft.com/office/drawing/2014/main" id="{FB8273E9-D5BA-4694-89DC-0CE731DCCA5F}"/>
              </a:ext>
            </a:extLst>
          </p:cNvPr>
          <p:cNvSpPr>
            <a:spLocks noGrp="1"/>
          </p:cNvSpPr>
          <p:nvPr>
            <p:ph type="sldNum" sz="quarter" idx="5"/>
          </p:nvPr>
        </p:nvSpPr>
        <p:spPr/>
        <p:txBody>
          <a:bodyPr/>
          <a:lstStyle/>
          <a:p>
            <a:fld id="{2F4CA936-69E1-45F3-BD71-82E340229D81}" type="slidenum">
              <a:rPr lang="en-US" smtClean="0"/>
              <a:pPr/>
              <a:t>1</a:t>
            </a:fld>
            <a:endParaRPr lang="en-US" dirty="0"/>
          </a:p>
        </p:txBody>
      </p:sp>
    </p:spTree>
    <p:extLst>
      <p:ext uri="{BB962C8B-B14F-4D97-AF65-F5344CB8AC3E}">
        <p14:creationId xmlns:p14="http://schemas.microsoft.com/office/powerpoint/2010/main" val="1079664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i="1" dirty="0"/>
              <a:t>This page does not contain notes.</a:t>
            </a:r>
          </a:p>
        </p:txBody>
      </p:sp>
      <p:sp>
        <p:nvSpPr>
          <p:cNvPr id="12" name="Slide Image Placeholder 11">
            <a:extLst>
              <a:ext uri="{FF2B5EF4-FFF2-40B4-BE49-F238E27FC236}">
                <a16:creationId xmlns:a16="http://schemas.microsoft.com/office/drawing/2014/main" id="{50BE6A47-8699-4305-803B-3FBD11424137}"/>
              </a:ext>
            </a:extLst>
          </p:cNvPr>
          <p:cNvSpPr>
            <a:spLocks noGrp="1" noRot="1" noChangeAspect="1"/>
          </p:cNvSpPr>
          <p:nvPr>
            <p:ph type="sldImg"/>
          </p:nvPr>
        </p:nvSpPr>
        <p:spPr>
          <a:xfrm>
            <a:off x="127000" y="319088"/>
            <a:ext cx="6583363" cy="3703637"/>
          </a:xfrm>
        </p:spPr>
      </p:sp>
      <p:sp>
        <p:nvSpPr>
          <p:cNvPr id="13" name="Footer Placeholder 12">
            <a:extLst>
              <a:ext uri="{FF2B5EF4-FFF2-40B4-BE49-F238E27FC236}">
                <a16:creationId xmlns:a16="http://schemas.microsoft.com/office/drawing/2014/main" id="{3A98D578-21A3-4D72-A3D6-54F959F81D12}"/>
              </a:ext>
            </a:extLst>
          </p:cNvPr>
          <p:cNvSpPr>
            <a:spLocks noGrp="1"/>
          </p:cNvSpPr>
          <p:nvPr>
            <p:ph type="ftr" sz="quarter" idx="4"/>
          </p:nvPr>
        </p:nvSpPr>
        <p:spPr/>
        <p:txBody>
          <a:bodyPr/>
          <a:lstStyle/>
          <a:p>
            <a:r>
              <a:rPr lang="en-US"/>
              <a:t>© Cadence Design Systems, Inc. All rights reserved.</a:t>
            </a:r>
            <a:endParaRPr lang="en-US" dirty="0"/>
          </a:p>
        </p:txBody>
      </p:sp>
      <p:sp>
        <p:nvSpPr>
          <p:cNvPr id="14" name="Slide Number Placeholder 13">
            <a:extLst>
              <a:ext uri="{FF2B5EF4-FFF2-40B4-BE49-F238E27FC236}">
                <a16:creationId xmlns:a16="http://schemas.microsoft.com/office/drawing/2014/main" id="{DD5588E9-248C-43AE-A614-F3B648840AE3}"/>
              </a:ext>
            </a:extLst>
          </p:cNvPr>
          <p:cNvSpPr>
            <a:spLocks noGrp="1"/>
          </p:cNvSpPr>
          <p:nvPr>
            <p:ph type="sldNum" sz="quarter" idx="5"/>
          </p:nvPr>
        </p:nvSpPr>
        <p:spPr/>
        <p:txBody>
          <a:bodyPr/>
          <a:lstStyle/>
          <a:p>
            <a:fld id="{2F4CA936-69E1-45F3-BD71-82E340229D81}" type="slidenum">
              <a:rPr lang="en-US" smtClean="0"/>
              <a:pPr/>
              <a:t>2</a:t>
            </a:fld>
            <a:endParaRPr lang="en-US" dirty="0"/>
          </a:p>
        </p:txBody>
      </p:sp>
    </p:spTree>
    <p:extLst>
      <p:ext uri="{BB962C8B-B14F-4D97-AF65-F5344CB8AC3E}">
        <p14:creationId xmlns:p14="http://schemas.microsoft.com/office/powerpoint/2010/main" val="571240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i="1" dirty="0"/>
              <a:t>This page does not contain notes.</a:t>
            </a:r>
          </a:p>
        </p:txBody>
      </p:sp>
      <p:sp>
        <p:nvSpPr>
          <p:cNvPr id="12" name="Slide Image Placeholder 11">
            <a:extLst>
              <a:ext uri="{FF2B5EF4-FFF2-40B4-BE49-F238E27FC236}">
                <a16:creationId xmlns:a16="http://schemas.microsoft.com/office/drawing/2014/main" id="{1BE94FC3-675E-47B6-9679-11E74E36395D}"/>
              </a:ext>
            </a:extLst>
          </p:cNvPr>
          <p:cNvSpPr>
            <a:spLocks noGrp="1" noRot="1" noChangeAspect="1"/>
          </p:cNvSpPr>
          <p:nvPr>
            <p:ph type="sldImg"/>
          </p:nvPr>
        </p:nvSpPr>
        <p:spPr>
          <a:xfrm>
            <a:off x="127000" y="319088"/>
            <a:ext cx="6583363" cy="3703637"/>
          </a:xfrm>
        </p:spPr>
      </p:sp>
      <p:sp>
        <p:nvSpPr>
          <p:cNvPr id="13" name="Footer Placeholder 12">
            <a:extLst>
              <a:ext uri="{FF2B5EF4-FFF2-40B4-BE49-F238E27FC236}">
                <a16:creationId xmlns:a16="http://schemas.microsoft.com/office/drawing/2014/main" id="{D1C5469C-B0F6-4406-87B5-CD35FD239303}"/>
              </a:ext>
            </a:extLst>
          </p:cNvPr>
          <p:cNvSpPr>
            <a:spLocks noGrp="1"/>
          </p:cNvSpPr>
          <p:nvPr>
            <p:ph type="ftr" sz="quarter" idx="4"/>
          </p:nvPr>
        </p:nvSpPr>
        <p:spPr/>
        <p:txBody>
          <a:bodyPr/>
          <a:lstStyle/>
          <a:p>
            <a:r>
              <a:rPr lang="en-US"/>
              <a:t>© Cadence Design Systems, Inc. All rights reserved.</a:t>
            </a:r>
            <a:endParaRPr lang="en-US" dirty="0"/>
          </a:p>
        </p:txBody>
      </p:sp>
      <p:sp>
        <p:nvSpPr>
          <p:cNvPr id="14" name="Slide Number Placeholder 13">
            <a:extLst>
              <a:ext uri="{FF2B5EF4-FFF2-40B4-BE49-F238E27FC236}">
                <a16:creationId xmlns:a16="http://schemas.microsoft.com/office/drawing/2014/main" id="{25839083-8AF4-43FB-9CA1-EFF6A32C85AE}"/>
              </a:ext>
            </a:extLst>
          </p:cNvPr>
          <p:cNvSpPr>
            <a:spLocks noGrp="1"/>
          </p:cNvSpPr>
          <p:nvPr>
            <p:ph type="sldNum" sz="quarter" idx="5"/>
          </p:nvPr>
        </p:nvSpPr>
        <p:spPr/>
        <p:txBody>
          <a:bodyPr/>
          <a:lstStyle/>
          <a:p>
            <a:fld id="{2F4CA936-69E1-45F3-BD71-82E340229D81}" type="slidenum">
              <a:rPr lang="en-US" smtClean="0"/>
              <a:pPr/>
              <a:t>3</a:t>
            </a:fld>
            <a:endParaRPr lang="en-US" dirty="0"/>
          </a:p>
        </p:txBody>
      </p:sp>
    </p:spTree>
    <p:extLst>
      <p:ext uri="{BB962C8B-B14F-4D97-AF65-F5344CB8AC3E}">
        <p14:creationId xmlns:p14="http://schemas.microsoft.com/office/powerpoint/2010/main" val="27560381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7.png"/><Relationship Id="rId4" Type="http://schemas.openxmlformats.org/officeDocument/2006/relationships/hyperlink" Target="https://www.cadence.com/go/trademarks"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4114800"/>
            <a:ext cx="10972800" cy="1371600"/>
          </a:xfrm>
          <a:prstGeom prst="rect">
            <a:avLst/>
          </a:prstGeom>
        </p:spPr>
        <p:txBody>
          <a:bodyPr anchor="ctr">
            <a:normAutofit/>
          </a:bodyPr>
          <a:lstStyle>
            <a:lvl1pPr marL="0" indent="0" algn="l">
              <a:defRPr lang="en-US" sz="3600" b="0" kern="1200" dirty="0">
                <a:solidFill>
                  <a:srgbClr val="333333"/>
                </a:solidFill>
                <a:latin typeface="+mj-lt"/>
                <a:ea typeface="+mj-ea"/>
                <a:cs typeface="Arial" panose="020B0604020202020204" pitchFamily="34" charset="0"/>
              </a:defRPr>
            </a:lvl1pPr>
          </a:lstStyle>
          <a:p>
            <a:pPr marL="0" lvl="0" indent="-228600" algn="l" defTabSz="914400" rtl="0" eaLnBrk="1" latinLnBrk="0" hangingPunct="1">
              <a:lnSpc>
                <a:spcPct val="90000"/>
              </a:lnSpc>
              <a:spcBef>
                <a:spcPct val="0"/>
              </a:spcBef>
              <a:buFont typeface="Arial" panose="020B0604020202020204" pitchFamily="34" charset="0"/>
              <a:buNone/>
            </a:pPr>
            <a:r>
              <a:rPr lang="en-US" dirty="0"/>
              <a:t>Click to Enter Title</a:t>
            </a:r>
          </a:p>
        </p:txBody>
      </p:sp>
      <p:sp>
        <p:nvSpPr>
          <p:cNvPr id="3" name="Subtitle 2"/>
          <p:cNvSpPr>
            <a:spLocks noGrp="1"/>
          </p:cNvSpPr>
          <p:nvPr>
            <p:ph type="subTitle" idx="1" hasCustomPrompt="1"/>
          </p:nvPr>
        </p:nvSpPr>
        <p:spPr>
          <a:xfrm>
            <a:off x="1828800" y="5494867"/>
            <a:ext cx="2286000" cy="365760"/>
          </a:xfrm>
          <a:prstGeom prst="rect">
            <a:avLst/>
          </a:prstGeom>
        </p:spPr>
        <p:txBody>
          <a:bodyPr wrap="none" lIns="91440" tIns="91440" rIns="91440" bIns="91440" anchor="ctr">
            <a:noAutofit/>
          </a:bodyPr>
          <a:lstStyle>
            <a:lvl1pPr marL="0" indent="0" algn="l" defTabSz="914400" rtl="0" eaLnBrk="1" latinLnBrk="0" hangingPunct="1">
              <a:lnSpc>
                <a:spcPct val="100000"/>
              </a:lnSpc>
              <a:spcBef>
                <a:spcPts val="0"/>
              </a:spcBef>
              <a:buFontTx/>
              <a:buNone/>
              <a:defRPr lang="en-US" sz="2000" b="0" kern="1200" baseline="0" dirty="0">
                <a:solidFill>
                  <a:srgbClr val="333333"/>
                </a:solidFill>
                <a:latin typeface="+mn-lt"/>
                <a:ea typeface="+mn-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X.X</a:t>
            </a:r>
          </a:p>
        </p:txBody>
      </p:sp>
      <p:sp>
        <p:nvSpPr>
          <p:cNvPr id="13" name="Subtitle 2"/>
          <p:cNvSpPr txBox="1">
            <a:spLocks/>
          </p:cNvSpPr>
          <p:nvPr/>
        </p:nvSpPr>
        <p:spPr bwMode="gray">
          <a:xfrm>
            <a:off x="457200" y="6339357"/>
            <a:ext cx="1119575" cy="175098"/>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defPPr>
              <a:defRPr lang="en-US"/>
            </a:defPPr>
            <a:lvl1pPr marR="0" lvl="0" indent="0" fontAlgn="base">
              <a:lnSpc>
                <a:spcPct val="100000"/>
              </a:lnSpc>
              <a:spcBef>
                <a:spcPct val="50000"/>
              </a:spcBef>
              <a:spcAft>
                <a:spcPct val="0"/>
              </a:spcAft>
              <a:buClrTx/>
              <a:buSzTx/>
              <a:buFontTx/>
              <a:buNone/>
              <a:tabLst/>
              <a:defRPr kumimoji="0" sz="1000" b="1" i="0" u="none" strike="noStrike" kern="0" cap="none" spc="0" normalizeH="0" baseline="0">
                <a:ln>
                  <a:noFill/>
                </a:ln>
                <a:solidFill>
                  <a:srgbClr val="333333"/>
                </a:solidFill>
                <a:effectLst/>
                <a:uLnTx/>
                <a:uFillTx/>
              </a:defRPr>
            </a:lvl1pPr>
          </a:lstStyle>
          <a:p>
            <a:pPr lvl="0"/>
            <a:r>
              <a:rPr lang="en-US" noProof="0" dirty="0"/>
              <a:t>Estimated time:</a:t>
            </a:r>
          </a:p>
        </p:txBody>
      </p:sp>
      <p:sp>
        <p:nvSpPr>
          <p:cNvPr id="14" name="Text Placeholder 27"/>
          <p:cNvSpPr>
            <a:spLocks noGrp="1"/>
          </p:cNvSpPr>
          <p:nvPr>
            <p:ph type="body" sz="quarter" idx="14" hasCustomPrompt="1"/>
          </p:nvPr>
        </p:nvSpPr>
        <p:spPr bwMode="gray">
          <a:xfrm>
            <a:off x="1828800" y="6330890"/>
            <a:ext cx="2286000" cy="182880"/>
          </a:xfrm>
          <a:prstGeom prst="rect">
            <a:avLst/>
          </a:prstGeom>
          <a:noFill/>
        </p:spPr>
        <p:txBody>
          <a:bodyPr vert="horz" wrap="none" lIns="91440" tIns="45720" rIns="91440" bIns="45720" rtlCol="0" anchor="ctr" anchorCtr="0">
            <a:noAutofit/>
          </a:bodyPr>
          <a:lstStyle>
            <a:lvl1pPr>
              <a:spcBef>
                <a:spcPts val="0"/>
              </a:spcBef>
              <a:defRPr lang="en-US" sz="1000" b="1" baseline="0" dirty="0">
                <a:solidFill>
                  <a:srgbClr val="333333"/>
                </a:solidFill>
              </a:defRPr>
            </a:lvl1pPr>
          </a:lstStyle>
          <a:p>
            <a:pPr lvl="0"/>
            <a:r>
              <a:rPr lang="en-US" dirty="0"/>
              <a:t>__ Days </a:t>
            </a:r>
          </a:p>
        </p:txBody>
      </p:sp>
      <p:sp>
        <p:nvSpPr>
          <p:cNvPr id="15" name="Rectangle 14"/>
          <p:cNvSpPr/>
          <p:nvPr/>
        </p:nvSpPr>
        <p:spPr bwMode="auto">
          <a:xfrm>
            <a:off x="457200" y="5494867"/>
            <a:ext cx="1115568" cy="36576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lvl="0"/>
            <a:r>
              <a:rPr lang="en-US" sz="2000" b="0" dirty="0">
                <a:solidFill>
                  <a:srgbClr val="333333"/>
                </a:solidFill>
                <a:latin typeface="+mn-lt"/>
              </a:rPr>
              <a:t>Version</a:t>
            </a:r>
          </a:p>
        </p:txBody>
      </p:sp>
      <p:pic>
        <p:nvPicPr>
          <p:cNvPr id="16" name="Picture 15" descr="A picture containing television, dark, monitor, drawing&#10;&#10;Description automatically generated">
            <a:extLst>
              <a:ext uri="{FF2B5EF4-FFF2-40B4-BE49-F238E27FC236}">
                <a16:creationId xmlns:a16="http://schemas.microsoft.com/office/drawing/2014/main" id="{DB1FECBE-C5B5-4E72-B014-6EBEB00AE21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10" name="Rectangle 9">
            <a:extLst>
              <a:ext uri="{FF2B5EF4-FFF2-40B4-BE49-F238E27FC236}">
                <a16:creationId xmlns:a16="http://schemas.microsoft.com/office/drawing/2014/main" id="{2A72C6F2-E20D-4D97-8B93-751CC2E7ABDB}"/>
              </a:ext>
            </a:extLst>
          </p:cNvPr>
          <p:cNvSpPr/>
          <p:nvPr userDrawn="1"/>
        </p:nvSpPr>
        <p:spPr bwMode="auto">
          <a:xfrm>
            <a:off x="457200" y="6035650"/>
            <a:ext cx="1115568" cy="173736"/>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lvl="0"/>
            <a:r>
              <a:rPr lang="en-US" sz="1000" b="1" dirty="0">
                <a:solidFill>
                  <a:srgbClr val="333333"/>
                </a:solidFill>
                <a:latin typeface="+mn-lt"/>
              </a:rPr>
              <a:t>Revision</a:t>
            </a:r>
          </a:p>
        </p:txBody>
      </p:sp>
      <p:sp>
        <p:nvSpPr>
          <p:cNvPr id="11" name="Text Placeholder 24">
            <a:extLst>
              <a:ext uri="{FF2B5EF4-FFF2-40B4-BE49-F238E27FC236}">
                <a16:creationId xmlns:a16="http://schemas.microsoft.com/office/drawing/2014/main" id="{E5A274E0-38C2-4FB1-BB84-8A540D186057}"/>
              </a:ext>
            </a:extLst>
          </p:cNvPr>
          <p:cNvSpPr>
            <a:spLocks noGrp="1"/>
          </p:cNvSpPr>
          <p:nvPr>
            <p:ph type="body" sz="quarter" idx="15" hasCustomPrompt="1"/>
          </p:nvPr>
        </p:nvSpPr>
        <p:spPr>
          <a:xfrm>
            <a:off x="1828800" y="6025486"/>
            <a:ext cx="2286000" cy="182880"/>
          </a:xfrm>
        </p:spPr>
        <p:txBody>
          <a:bodyPr anchor="ctr" anchorCtr="0">
            <a:noAutofit/>
          </a:bodyPr>
          <a:lstStyle>
            <a:lvl1pPr>
              <a:spcBef>
                <a:spcPts val="0"/>
              </a:spcBef>
              <a:defRPr sz="1000" b="1"/>
            </a:lvl1pPr>
          </a:lstStyle>
          <a:p>
            <a:pPr lvl="0"/>
            <a:r>
              <a:rPr lang="en-US" dirty="0"/>
              <a:t>X.X</a:t>
            </a:r>
          </a:p>
        </p:txBody>
      </p:sp>
      <p:sp>
        <p:nvSpPr>
          <p:cNvPr id="4" name="TextBox 3">
            <a:extLst>
              <a:ext uri="{FF2B5EF4-FFF2-40B4-BE49-F238E27FC236}">
                <a16:creationId xmlns:a16="http://schemas.microsoft.com/office/drawing/2014/main" id="{786663BC-83B5-CE6C-DC87-3A4D3CFB3675}"/>
              </a:ext>
            </a:extLst>
          </p:cNvPr>
          <p:cNvSpPr txBox="1"/>
          <p:nvPr userDrawn="1"/>
        </p:nvSpPr>
        <p:spPr>
          <a:xfrm>
            <a:off x="3383280" y="609600"/>
            <a:ext cx="7165744" cy="461665"/>
          </a:xfrm>
          <a:prstGeom prst="rect">
            <a:avLst/>
          </a:prstGeom>
          <a:noFill/>
        </p:spPr>
        <p:txBody>
          <a:bodyPr wrap="none" rtlCol="0">
            <a:spAutoFit/>
          </a:bodyPr>
          <a:lstStyle/>
          <a:p>
            <a:r>
              <a:rPr lang="en-US" sz="2400" dirty="0">
                <a:solidFill>
                  <a:schemeClr val="bg2">
                    <a:lumMod val="75000"/>
                  </a:schemeClr>
                </a:solidFill>
              </a:rPr>
              <a:t>(c) Cadence Design Systems Inc. Do not distribute.</a:t>
            </a:r>
          </a:p>
        </p:txBody>
      </p:sp>
    </p:spTree>
    <p:custDataLst>
      <p:tags r:id="rId1"/>
    </p:custDataLst>
    <p:extLst>
      <p:ext uri="{BB962C8B-B14F-4D97-AF65-F5344CB8AC3E}">
        <p14:creationId xmlns:p14="http://schemas.microsoft.com/office/powerpoint/2010/main" val="2845065265"/>
      </p:ext>
    </p:extLst>
  </p:cSld>
  <p:clrMapOvr>
    <a:masterClrMapping/>
  </p:clrMapOvr>
  <p:extLst>
    <p:ext uri="{DCECCB84-F9BA-43D5-87BE-67443E8EF086}">
      <p15:sldGuideLst xmlns:p15="http://schemas.microsoft.com/office/powerpoint/2012/main">
        <p15:guide id="1" orient="horz" pos="2160">
          <p15:clr>
            <a:srgbClr val="FBAE40"/>
          </p15:clr>
        </p15:guide>
        <p15:guide id="2" pos="288">
          <p15:clr>
            <a:srgbClr val="FBAE40"/>
          </p15:clr>
        </p15:guide>
        <p15:guide id="3" pos="3744">
          <p15:clr>
            <a:srgbClr val="FBAE40"/>
          </p15:clr>
        </p15:guide>
        <p15:guide id="5" pos="3624">
          <p15:clr>
            <a:srgbClr val="FBAE40"/>
          </p15:clr>
        </p15:guide>
        <p15:guide id="6" pos="3844">
          <p15:clr>
            <a:srgbClr val="FBAE40"/>
          </p15:clr>
        </p15:guide>
        <p15:guide id="7" orient="horz" pos="3696">
          <p15:clr>
            <a:srgbClr val="FBAE40"/>
          </p15:clr>
        </p15:guide>
        <p15:guide id="8" orient="horz" pos="3456">
          <p15:clr>
            <a:srgbClr val="FBAE40"/>
          </p15:clr>
        </p15:guide>
        <p15:guide id="9" pos="1152">
          <p15:clr>
            <a:srgbClr val="FBAE40"/>
          </p15:clr>
        </p15:guide>
        <p15:guide id="10" orient="horz" pos="4104">
          <p15:clr>
            <a:srgbClr val="FBAE40"/>
          </p15:clr>
        </p15:guide>
        <p15:guide id="11" orient="horz" pos="391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38949"/>
            <a:ext cx="10972800" cy="1379579"/>
          </a:xfrm>
          <a:prstGeom prst="rect">
            <a:avLst/>
          </a:prstGeom>
        </p:spPr>
        <p:txBody>
          <a:bodyPr wrap="square" lIns="91440" tIns="182880" rIns="9144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12648" y="4911793"/>
            <a:ext cx="1485850" cy="392347"/>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rPr>
              <a:t>Module</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6" name="Text Placeholder 5">
            <a:extLst>
              <a:ext uri="{FF2B5EF4-FFF2-40B4-BE49-F238E27FC236}">
                <a16:creationId xmlns:a16="http://schemas.microsoft.com/office/drawing/2014/main" id="{32224124-FC9F-4349-B8DB-54054127E7BF}"/>
              </a:ext>
            </a:extLst>
          </p:cNvPr>
          <p:cNvSpPr>
            <a:spLocks noGrp="1" noChangeAspect="1"/>
          </p:cNvSpPr>
          <p:nvPr>
            <p:ph type="body" sz="quarter" idx="10" hasCustomPrompt="1"/>
          </p:nvPr>
        </p:nvSpPr>
        <p:spPr>
          <a:xfrm>
            <a:off x="2219500" y="4914900"/>
            <a:ext cx="1490472" cy="388619"/>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
        <p:nvSpPr>
          <p:cNvPr id="3" name="TextBox 2">
            <a:extLst>
              <a:ext uri="{FF2B5EF4-FFF2-40B4-BE49-F238E27FC236}">
                <a16:creationId xmlns:a16="http://schemas.microsoft.com/office/drawing/2014/main" id="{C6252D9E-093B-B42C-3B0F-90E2E4B45718}"/>
              </a:ext>
            </a:extLst>
          </p:cNvPr>
          <p:cNvSpPr txBox="1"/>
          <p:nvPr userDrawn="1"/>
        </p:nvSpPr>
        <p:spPr>
          <a:xfrm>
            <a:off x="5026256" y="4841854"/>
            <a:ext cx="7165744" cy="461665"/>
          </a:xfrm>
          <a:prstGeom prst="rect">
            <a:avLst/>
          </a:prstGeom>
          <a:noFill/>
        </p:spPr>
        <p:txBody>
          <a:bodyPr wrap="none" rtlCol="0">
            <a:spAutoFit/>
          </a:bodyPr>
          <a:lstStyle/>
          <a:p>
            <a:r>
              <a:rPr lang="en-US" sz="2400" dirty="0">
                <a:solidFill>
                  <a:schemeClr val="bg2">
                    <a:lumMod val="75000"/>
                  </a:schemeClr>
                </a:solidFill>
              </a:rPr>
              <a:t>(c) Cadence Design Systems Inc. Do not distribute.</a:t>
            </a:r>
          </a:p>
        </p:txBody>
      </p:sp>
    </p:spTree>
    <p:custDataLst>
      <p:tags r:id="rId1"/>
    </p:custDataLst>
    <p:extLst>
      <p:ext uri="{BB962C8B-B14F-4D97-AF65-F5344CB8AC3E}">
        <p14:creationId xmlns:p14="http://schemas.microsoft.com/office/powerpoint/2010/main" val="3934988019"/>
      </p:ext>
    </p:extLst>
  </p:cSld>
  <p:clrMapOvr>
    <a:masterClrMapping/>
  </p:clrMapOvr>
  <p:extLst>
    <p:ext uri="{DCECCB84-F9BA-43D5-87BE-67443E8EF086}">
      <p15:sldGuideLst xmlns:p15="http://schemas.microsoft.com/office/powerpoint/2012/main">
        <p15:guide id="1" orient="horz" pos="2160">
          <p15:clr>
            <a:srgbClr val="FBAE40"/>
          </p15:clr>
        </p15:guide>
        <p15:guide id="2" pos="1320">
          <p15:clr>
            <a:srgbClr val="FBAE40"/>
          </p15:clr>
        </p15:guide>
        <p15:guide id="3" orient="horz" pos="3096">
          <p15:clr>
            <a:srgbClr val="FBAE40"/>
          </p15:clr>
        </p15:guide>
        <p15:guide id="4" orient="horz" pos="3336">
          <p15:clr>
            <a:srgbClr val="FBAE40"/>
          </p15:clr>
        </p15:guide>
        <p15:guide id="5" pos="384">
          <p15:clr>
            <a:srgbClr val="FBAE40"/>
          </p15:clr>
        </p15:guide>
        <p15:guide id="6" pos="13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ubmodu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09650" y="4911793"/>
            <a:ext cx="2175114" cy="392347"/>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rPr>
              <a:t>Submodule</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2897927"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Tree>
    <p:custDataLst>
      <p:tags r:id="rId1"/>
    </p:custDataLst>
    <p:extLst>
      <p:ext uri="{BB962C8B-B14F-4D97-AF65-F5344CB8AC3E}">
        <p14:creationId xmlns:p14="http://schemas.microsoft.com/office/powerpoint/2010/main" val="2389366527"/>
      </p:ext>
    </p:extLst>
  </p:cSld>
  <p:clrMapOvr>
    <a:masterClrMapping/>
  </p:clrMapOvr>
  <p:extLst>
    <p:ext uri="{DCECCB84-F9BA-43D5-87BE-67443E8EF086}">
      <p15:sldGuideLst xmlns:p15="http://schemas.microsoft.com/office/powerpoint/2012/main">
        <p15:guide id="1" orient="horz" pos="2160">
          <p15:clr>
            <a:srgbClr val="FBAE40"/>
          </p15:clr>
        </p15:guide>
        <p15:guide id="2" pos="1752">
          <p15:clr>
            <a:srgbClr val="FBAE40"/>
          </p15:clr>
        </p15:guide>
        <p15:guide id="3" orient="horz" pos="3096">
          <p15:clr>
            <a:srgbClr val="FBAE40"/>
          </p15:clr>
        </p15:guide>
        <p15:guide id="4" orient="horz" pos="3336">
          <p15:clr>
            <a:srgbClr val="FBAE40"/>
          </p15:clr>
        </p15:guide>
        <p15:guide id="5" pos="384">
          <p15:clr>
            <a:srgbClr val="FBAE40"/>
          </p15:clr>
        </p15:guide>
        <p15:guide id="6" pos="182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ppendix">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09600" y="4910328"/>
            <a:ext cx="1882790" cy="393192"/>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1000"/>
              </a:spcBef>
              <a:spcAft>
                <a:spcPct val="0"/>
              </a:spcAft>
              <a:buClrTx/>
              <a:buSzTx/>
              <a:buFontTx/>
              <a:buNone/>
              <a:tabLst/>
              <a:defRPr/>
            </a:pPr>
            <a:r>
              <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rPr>
              <a:t>Appendix</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2561377"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Tree>
    <p:custDataLst>
      <p:tags r:id="rId1"/>
    </p:custDataLst>
    <p:extLst>
      <p:ext uri="{BB962C8B-B14F-4D97-AF65-F5344CB8AC3E}">
        <p14:creationId xmlns:p14="http://schemas.microsoft.com/office/powerpoint/2010/main" val="738055837"/>
      </p:ext>
    </p:extLst>
  </p:cSld>
  <p:clrMapOvr>
    <a:masterClrMapping/>
  </p:clrMapOvr>
  <p:extLst>
    <p:ext uri="{DCECCB84-F9BA-43D5-87BE-67443E8EF086}">
      <p15:sldGuideLst xmlns:p15="http://schemas.microsoft.com/office/powerpoint/2012/main">
        <p15:guide id="1" orient="horz" pos="2160">
          <p15:clr>
            <a:srgbClr val="FBAE40"/>
          </p15:clr>
        </p15:guide>
        <p15:guide id="2" pos="1536">
          <p15:clr>
            <a:srgbClr val="FBAE40"/>
          </p15:clr>
        </p15:guide>
        <p15:guide id="3" orient="horz" pos="3096">
          <p15:clr>
            <a:srgbClr val="FBAE40"/>
          </p15:clr>
        </p15:guide>
        <p15:guide id="4" orient="horz" pos="3336">
          <p15:clr>
            <a:srgbClr val="FBAE40"/>
          </p15:clr>
        </p15:guide>
        <p15:guide id="5" pos="384">
          <p15:clr>
            <a:srgbClr val="FBAE40"/>
          </p15:clr>
        </p15:guide>
        <p15:guide id="6" pos="16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ubappendix">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09650" y="4914900"/>
            <a:ext cx="2395728" cy="389240"/>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dirty="0" err="1">
                <a:ln>
                  <a:noFill/>
                </a:ln>
                <a:solidFill>
                  <a:srgbClr val="005968"/>
                </a:solidFill>
                <a:effectLst/>
                <a:uLnTx/>
                <a:uFillTx/>
                <a:latin typeface="+mn-lt"/>
                <a:ea typeface="+mn-ea"/>
                <a:cs typeface="Arial" panose="020B0604020202020204" pitchFamily="34" charset="0"/>
              </a:rPr>
              <a:t>Subappendix</a:t>
            </a:r>
            <a:endPar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endParaRP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3129200"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Tree>
    <p:custDataLst>
      <p:tags r:id="rId1"/>
    </p:custDataLst>
    <p:extLst>
      <p:ext uri="{BB962C8B-B14F-4D97-AF65-F5344CB8AC3E}">
        <p14:creationId xmlns:p14="http://schemas.microsoft.com/office/powerpoint/2010/main" val="476183578"/>
      </p:ext>
    </p:extLst>
  </p:cSld>
  <p:clrMapOvr>
    <a:masterClrMapping/>
  </p:clrMapOvr>
  <p:extLst>
    <p:ext uri="{DCECCB84-F9BA-43D5-87BE-67443E8EF086}">
      <p15:sldGuideLst xmlns:p15="http://schemas.microsoft.com/office/powerpoint/2012/main">
        <p15:guide id="1" orient="horz" pos="2160">
          <p15:clr>
            <a:srgbClr val="FBAE40"/>
          </p15:clr>
        </p15:guide>
        <p15:guide id="2" pos="1896">
          <p15:clr>
            <a:srgbClr val="FBAE40"/>
          </p15:clr>
        </p15:guide>
        <p15:guide id="3" orient="horz" pos="3096">
          <p15:clr>
            <a:srgbClr val="FBAE40"/>
          </p15:clr>
        </p15:guide>
        <p15:guide id="4" orient="horz" pos="3336">
          <p15:clr>
            <a:srgbClr val="FBAE40"/>
          </p15:clr>
        </p15:guide>
        <p15:guide id="5" pos="384">
          <p15:clr>
            <a:srgbClr val="FBAE40"/>
          </p15:clr>
        </p15:guide>
        <p15:guide id="6" pos="19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8782D-D8DF-4AD0-968E-7626FE55431E}"/>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EE47DA59-F255-4CF7-A18F-6BE07FEA75C7}"/>
              </a:ext>
            </a:extLst>
          </p:cNvPr>
          <p:cNvSpPr>
            <a:spLocks noGrp="1"/>
          </p:cNvSpPr>
          <p:nvPr>
            <p:ph type="ftr" sz="quarter" idx="10"/>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4" name="Slide Number Placeholder 3">
            <a:extLst>
              <a:ext uri="{FF2B5EF4-FFF2-40B4-BE49-F238E27FC236}">
                <a16:creationId xmlns:a16="http://schemas.microsoft.com/office/drawing/2014/main" id="{D560DF50-F903-4C80-9643-85E90D07E97C}"/>
              </a:ext>
            </a:extLst>
          </p:cNvPr>
          <p:cNvSpPr>
            <a:spLocks noGrp="1"/>
          </p:cNvSpPr>
          <p:nvPr>
            <p:ph type="sldNum" sz="quarter" idx="11"/>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3485362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274320" y="1005840"/>
            <a:ext cx="11612880" cy="5486400"/>
          </a:xfrm>
          <a:prstGeom prst="rect">
            <a:avLst/>
          </a:prstGeom>
        </p:spPr>
        <p:txBody>
          <a:bodyPr vert="horz" lIns="91440" tIns="91440" rIns="91440" bIns="91440" rtlCol="0">
            <a:normAutofit/>
          </a:bodyPr>
          <a:lstStyle>
            <a:lvl1pPr>
              <a:defRPr lang="en-US" dirty="0"/>
            </a:lvl1pPr>
            <a:lvl2pPr marL="378460" indent="-285750">
              <a:defRPr lang="en-US" sz="1800" kern="1200" dirty="0">
                <a:solidFill>
                  <a:schemeClr val="tx1"/>
                </a:solidFill>
                <a:latin typeface="+mn-lt"/>
                <a:ea typeface="+mn-ea"/>
                <a:cs typeface="+mn-cs"/>
              </a:defRPr>
            </a:lvl2pPr>
            <a:lvl3pPr>
              <a:defRPr lang="en-US" dirty="0"/>
            </a:lvl3pPr>
            <a:lvl4pPr>
              <a:defRPr lang="en-US" dirty="0"/>
            </a:lvl4pPr>
          </a:lstStyle>
          <a:p>
            <a:pPr lvl="0"/>
            <a:r>
              <a:rPr lang="en-US" dirty="0"/>
              <a:t>Click to add text</a:t>
            </a:r>
          </a:p>
          <a:p>
            <a:pPr marL="365760" marR="0" lvl="1" indent="-273050" algn="l" defTabSz="457200" rtl="0" eaLnBrk="1" fontAlgn="auto" latinLnBrk="0" hangingPunct="1">
              <a:lnSpc>
                <a:spcPct val="100000"/>
              </a:lnSpc>
              <a:spcBef>
                <a:spcPts val="1200"/>
              </a:spcBef>
              <a:spcAft>
                <a:spcPts val="0"/>
              </a:spcAft>
              <a:buClr>
                <a:srgbClr val="147BD1"/>
              </a:buClr>
              <a:buSzTx/>
              <a:buFont typeface="Arial" panose="020B0604020202020204" pitchFamily="34" charset="0"/>
              <a:buChar char="●"/>
              <a:tabLst/>
            </a:pPr>
            <a:r>
              <a:rPr lang="en-US" dirty="0"/>
              <a:t>Second level</a:t>
            </a:r>
          </a:p>
          <a:p>
            <a:pPr marR="0" lvl="2" defTabSz="457200" fontAlgn="auto">
              <a:spcAft>
                <a:spcPts val="0"/>
              </a:spcAft>
              <a:buClr>
                <a:srgbClr val="147BD1"/>
              </a:buClr>
              <a:buSzPct val="100000"/>
              <a:tabLst/>
            </a:pPr>
            <a:r>
              <a:rPr lang="en-US" dirty="0"/>
              <a:t>Third level</a:t>
            </a:r>
          </a:p>
          <a:p>
            <a:pPr marR="0" lvl="3" defTabSz="457200" fontAlgn="auto">
              <a:spcAft>
                <a:spcPts val="0"/>
              </a:spcAft>
              <a:buClr>
                <a:srgbClr val="147BD1"/>
              </a:buClr>
              <a:buSzTx/>
              <a:tabLst/>
            </a:pPr>
            <a:r>
              <a:rPr lang="en-US" dirty="0"/>
              <a:t>Fourth level</a:t>
            </a:r>
          </a:p>
        </p:txBody>
      </p:sp>
      <p:sp>
        <p:nvSpPr>
          <p:cNvPr id="4" name="Title 3"/>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3FD51F43-20C7-46B2-A15C-A4E517BA5F0F}"/>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3" name="Slide Number Placeholder 2">
            <a:extLst>
              <a:ext uri="{FF2B5EF4-FFF2-40B4-BE49-F238E27FC236}">
                <a16:creationId xmlns:a16="http://schemas.microsoft.com/office/drawing/2014/main" id="{F351F311-4F16-4FCA-A90A-74174536F021}"/>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937227914"/>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9" name="Content Placeholder 9"/>
          <p:cNvSpPr>
            <a:spLocks noGrp="1"/>
          </p:cNvSpPr>
          <p:nvPr>
            <p:ph sz="quarter" idx="14" hasCustomPrompt="1"/>
          </p:nvPr>
        </p:nvSpPr>
        <p:spPr>
          <a:xfrm>
            <a:off x="274320" y="1005840"/>
            <a:ext cx="5760720" cy="548640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Click to add text</a:t>
            </a:r>
          </a:p>
          <a:p>
            <a:pPr marL="365760" marR="0" lvl="1" indent="-273050" defTabSz="457200" fontAlgn="auto">
              <a:spcAft>
                <a:spcPts val="0"/>
              </a:spcAft>
              <a:buClr>
                <a:srgbClr val="147BD1"/>
              </a:buClr>
              <a:buSzTx/>
              <a:tabLst/>
            </a:pPr>
            <a:r>
              <a:rPr lang="en-US" dirty="0"/>
              <a:t>Second level</a:t>
            </a:r>
          </a:p>
          <a:p>
            <a:pPr marR="0" lvl="2" defTabSz="457200" fontAlgn="auto">
              <a:spcAft>
                <a:spcPts val="0"/>
              </a:spcAft>
              <a:buClr>
                <a:srgbClr val="147BD1"/>
              </a:buClr>
              <a:buSzPct val="100000"/>
              <a:tabLst/>
            </a:pPr>
            <a:r>
              <a:rPr lang="en-US" dirty="0"/>
              <a:t>Third level</a:t>
            </a:r>
          </a:p>
          <a:p>
            <a:pPr marR="0" lvl="3" defTabSz="457200" fontAlgn="auto">
              <a:spcAft>
                <a:spcPts val="0"/>
              </a:spcAft>
              <a:buClr>
                <a:srgbClr val="147BD1"/>
              </a:buClr>
              <a:buSzTx/>
              <a:tabLst/>
            </a:pPr>
            <a:r>
              <a:rPr lang="en-US" dirty="0"/>
              <a:t>Fourth level</a:t>
            </a:r>
          </a:p>
        </p:txBody>
      </p:sp>
      <p:sp>
        <p:nvSpPr>
          <p:cNvPr id="3" name="Title 2"/>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D59C1225-192F-4DD2-98BC-9A62A05A8BD0}"/>
              </a:ext>
            </a:extLst>
          </p:cNvPr>
          <p:cNvSpPr>
            <a:spLocks noGrp="1"/>
          </p:cNvSpPr>
          <p:nvPr>
            <p:ph type="ftr" sz="quarter" idx="15"/>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4" name="Slide Number Placeholder 3">
            <a:extLst>
              <a:ext uri="{FF2B5EF4-FFF2-40B4-BE49-F238E27FC236}">
                <a16:creationId xmlns:a16="http://schemas.microsoft.com/office/drawing/2014/main" id="{2F81FD5B-3C38-4D0B-8C5E-46A5A57FA8F1}"/>
              </a:ext>
            </a:extLst>
          </p:cNvPr>
          <p:cNvSpPr>
            <a:spLocks noGrp="1"/>
          </p:cNvSpPr>
          <p:nvPr>
            <p:ph type="sldNum" sz="quarter" idx="16"/>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3600301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 name="Content Placeholder 9"/>
          <p:cNvSpPr>
            <a:spLocks noGrp="1"/>
          </p:cNvSpPr>
          <p:nvPr>
            <p:ph sz="quarter" idx="13" hasCustomPrompt="1"/>
          </p:nvPr>
        </p:nvSpPr>
        <p:spPr>
          <a:xfrm>
            <a:off x="6126480" y="1005840"/>
            <a:ext cx="5760720" cy="5486400"/>
          </a:xfrm>
          <a:prstGeom prst="rect">
            <a:avLst/>
          </a:prstGeom>
        </p:spPr>
        <p:txBody>
          <a:bodyPr vert="horz" lIns="91440" tIns="91440" rIns="91440" bIns="91440" rtlCol="0">
            <a:normAutofit/>
          </a:bodyPr>
          <a:lstStyle>
            <a:lvl1pPr>
              <a:defRPr lang="en-US" noProof="0" dirty="0"/>
            </a:lvl1pPr>
            <a:lvl2pPr>
              <a:defRPr lang="en-US" noProof="0" dirty="0"/>
            </a:lvl2pPr>
            <a:lvl3pPr>
              <a:defRPr lang="en-US" noProof="0" dirty="0"/>
            </a:lvl3pPr>
            <a:lvl4pPr>
              <a:defRPr lang="en-US" dirty="0"/>
            </a:lvl4pPr>
          </a:lstStyle>
          <a:p>
            <a:pPr lvl="0"/>
            <a:r>
              <a:rPr kumimoji="0" lang="en-US" sz="2000" b="0" i="0" u="none" strike="noStrike" kern="1200" cap="none" spc="0" normalizeH="0" baseline="0" noProof="0" dirty="0">
                <a:ln>
                  <a:noFill/>
                </a:ln>
                <a:solidFill>
                  <a:srgbClr val="000000"/>
                </a:solidFill>
                <a:effectLst/>
                <a:uLnTx/>
                <a:uFillTx/>
                <a:latin typeface="+mn-lt"/>
                <a:ea typeface="+mn-ea"/>
                <a:cs typeface="+mn-cs"/>
              </a:rPr>
              <a:t>Click to add text</a:t>
            </a:r>
          </a:p>
          <a:p>
            <a:pPr marL="365760" marR="0" lvl="1" indent="-273050" defTabSz="457200" fontAlgn="auto">
              <a:spcAft>
                <a:spcPts val="0"/>
              </a:spcAft>
              <a:buClr>
                <a:srgbClr val="147BD1"/>
              </a:buClr>
              <a:buSzTx/>
              <a:tabLst/>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R="0" lvl="2" defTabSz="457200" fontAlgn="auto">
              <a:spcAft>
                <a:spcPts val="0"/>
              </a:spcAft>
              <a:buClr>
                <a:srgbClr val="147BD1"/>
              </a:buClr>
              <a:buSzPct val="100000"/>
              <a:tabLst/>
            </a:pPr>
            <a:r>
              <a:rPr kumimoji="0" lang="en-US" sz="1600" b="0" i="0" u="none" strike="noStrike" kern="1200" cap="none" spc="0" normalizeH="0" baseline="0" noProof="0" dirty="0">
                <a:ln>
                  <a:noFill/>
                </a:ln>
                <a:solidFill>
                  <a:srgbClr val="000000"/>
                </a:solidFill>
                <a:effectLst/>
                <a:uLnTx/>
                <a:uFillTx/>
                <a:latin typeface="+mn-lt"/>
                <a:ea typeface="+mn-ea"/>
                <a:cs typeface="+mn-cs"/>
              </a:rPr>
              <a:t>Third level</a:t>
            </a:r>
          </a:p>
          <a:p>
            <a:pPr marR="0" lvl="3" defTabSz="457200" fontAlgn="auto">
              <a:spcAft>
                <a:spcPts val="0"/>
              </a:spcAft>
              <a:buClr>
                <a:srgbClr val="147BD1"/>
              </a:buClr>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a:t>
            </a:r>
            <a:endParaRPr lang="en-US" dirty="0"/>
          </a:p>
        </p:txBody>
      </p:sp>
      <p:sp>
        <p:nvSpPr>
          <p:cNvPr id="9" name="Content Placeholder 9"/>
          <p:cNvSpPr>
            <a:spLocks noGrp="1"/>
          </p:cNvSpPr>
          <p:nvPr>
            <p:ph sz="quarter" idx="14" hasCustomPrompt="1"/>
          </p:nvPr>
        </p:nvSpPr>
        <p:spPr>
          <a:xfrm>
            <a:off x="274320" y="1005840"/>
            <a:ext cx="5760720" cy="548640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Click to add text</a:t>
            </a:r>
          </a:p>
          <a:p>
            <a:pPr marL="365760" marR="0" lvl="1" indent="-273050" defTabSz="457200" fontAlgn="auto">
              <a:spcAft>
                <a:spcPts val="0"/>
              </a:spcAft>
              <a:buClr>
                <a:srgbClr val="147BD1"/>
              </a:buClr>
              <a:buSzTx/>
              <a:tabLst/>
            </a:pPr>
            <a:r>
              <a:rPr lang="en-US" dirty="0"/>
              <a:t>Second level</a:t>
            </a:r>
          </a:p>
          <a:p>
            <a:pPr marR="0" lvl="2" defTabSz="457200" fontAlgn="auto">
              <a:spcAft>
                <a:spcPts val="0"/>
              </a:spcAft>
              <a:buClr>
                <a:srgbClr val="147BD1"/>
              </a:buClr>
              <a:buSzPct val="100000"/>
              <a:tabLst/>
            </a:pPr>
            <a:r>
              <a:rPr lang="en-US" dirty="0"/>
              <a:t>Third level</a:t>
            </a:r>
          </a:p>
          <a:p>
            <a:pPr marR="0" lvl="3" defTabSz="457200" fontAlgn="auto">
              <a:spcAft>
                <a:spcPts val="0"/>
              </a:spcAft>
              <a:buClr>
                <a:srgbClr val="147BD1"/>
              </a:buClr>
              <a:buSzTx/>
              <a:tabLst/>
            </a:pPr>
            <a:r>
              <a:rPr lang="en-US" dirty="0"/>
              <a:t>Fourth level</a:t>
            </a:r>
          </a:p>
        </p:txBody>
      </p:sp>
      <p:sp>
        <p:nvSpPr>
          <p:cNvPr id="5" name="Title 4"/>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F6F84875-A15D-498A-8E18-279A5175E36D}"/>
              </a:ext>
            </a:extLst>
          </p:cNvPr>
          <p:cNvSpPr>
            <a:spLocks noGrp="1"/>
          </p:cNvSpPr>
          <p:nvPr>
            <p:ph type="ftr" sz="quarter" idx="15"/>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3" name="Slide Number Placeholder 2">
            <a:extLst>
              <a:ext uri="{FF2B5EF4-FFF2-40B4-BE49-F238E27FC236}">
                <a16:creationId xmlns:a16="http://schemas.microsoft.com/office/drawing/2014/main" id="{BC0EC008-9ABE-4AD0-959E-5FFE1BC0D8BA}"/>
              </a:ext>
            </a:extLst>
          </p:cNvPr>
          <p:cNvSpPr>
            <a:spLocks noGrp="1"/>
          </p:cNvSpPr>
          <p:nvPr>
            <p:ph type="sldNum" sz="quarter" idx="16"/>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184340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ar Only">
    <p:spTree>
      <p:nvGrpSpPr>
        <p:cNvPr id="1" name=""/>
        <p:cNvGrpSpPr/>
        <p:nvPr/>
      </p:nvGrpSpPr>
      <p:grpSpPr>
        <a:xfrm>
          <a:off x="0" y="0"/>
          <a:ext cx="0" cy="0"/>
          <a:chOff x="0" y="0"/>
          <a:chExt cx="0" cy="0"/>
        </a:xfrm>
      </p:grpSpPr>
      <p:sp>
        <p:nvSpPr>
          <p:cNvPr id="9" name="Content Placeholder 1"/>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a brief intro that gives context when and where to apply procedure)</a:t>
            </a:r>
          </a:p>
          <a:p>
            <a:pPr marL="365760" lvl="1" indent="-274320">
              <a:buClr>
                <a:srgbClr val="147BD1"/>
              </a:buClr>
            </a:pPr>
            <a:r>
              <a:rPr lang="en-US" dirty="0"/>
              <a:t>Second level 18pt</a:t>
            </a:r>
          </a:p>
        </p:txBody>
      </p:sp>
      <p:sp>
        <p:nvSpPr>
          <p:cNvPr id="7" name="Title 6"/>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377EE016-AA7A-42D7-872B-183780FE8893}"/>
              </a:ext>
            </a:extLst>
          </p:cNvPr>
          <p:cNvSpPr>
            <a:spLocks noGrp="1"/>
          </p:cNvSpPr>
          <p:nvPr>
            <p:ph type="ftr" sz="quarter" idx="11"/>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5" name="Slide Number Placeholder 4">
            <a:extLst>
              <a:ext uri="{FF2B5EF4-FFF2-40B4-BE49-F238E27FC236}">
                <a16:creationId xmlns:a16="http://schemas.microsoft.com/office/drawing/2014/main" id="{5DFCB953-C5A3-4F66-A9D7-692AD9F737C8}"/>
              </a:ext>
            </a:extLst>
          </p:cNvPr>
          <p:cNvSpPr>
            <a:spLocks noGrp="1"/>
          </p:cNvSpPr>
          <p:nvPr>
            <p:ph type="sldNum" sz="quarter" idx="12"/>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509374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r and Content">
    <p:spTree>
      <p:nvGrpSpPr>
        <p:cNvPr id="1" name=""/>
        <p:cNvGrpSpPr/>
        <p:nvPr/>
      </p:nvGrpSpPr>
      <p:grpSpPr>
        <a:xfrm>
          <a:off x="0" y="0"/>
          <a:ext cx="0" cy="0"/>
          <a:chOff x="0" y="0"/>
          <a:chExt cx="0" cy="0"/>
        </a:xfrm>
      </p:grpSpPr>
      <p:sp>
        <p:nvSpPr>
          <p:cNvPr id="11" name="Content Placeholder 3"/>
          <p:cNvSpPr>
            <a:spLocks noGrp="1"/>
          </p:cNvSpPr>
          <p:nvPr>
            <p:ph idx="11" hasCustomPrompt="1"/>
          </p:nvPr>
        </p:nvSpPr>
        <p:spPr>
          <a:xfrm>
            <a:off x="274320" y="2468880"/>
            <a:ext cx="1161288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guideline, context, steps, solution, explanation  – with either: static image, table, video - For videos, or when it doesn’t fit here, add a separate Title Only slide)</a:t>
            </a:r>
          </a:p>
          <a:p>
            <a:pPr marL="365760" marR="0" lvl="1" indent="-273050" defTabSz="457200" fontAlgn="auto">
              <a:spcAft>
                <a:spcPts val="0"/>
              </a:spcAft>
              <a:buClr>
                <a:srgbClr val="147BD1"/>
              </a:buClr>
              <a:buSzTx/>
              <a:tabLst/>
            </a:pPr>
            <a:r>
              <a:rPr lang="en-US" dirty="0"/>
              <a:t>Second level 18pt</a:t>
            </a:r>
          </a:p>
          <a:p>
            <a:pPr marR="0" lvl="2" defTabSz="457200" fontAlgn="auto">
              <a:spcAft>
                <a:spcPts val="0"/>
              </a:spcAft>
              <a:buClr>
                <a:srgbClr val="147BD1"/>
              </a:buClr>
              <a:buSzPct val="100000"/>
              <a:tabLst/>
            </a:pPr>
            <a:r>
              <a:rPr lang="en-US" dirty="0"/>
              <a:t>Third level 16pt</a:t>
            </a:r>
          </a:p>
          <a:p>
            <a:pPr marR="0" lvl="3" defTabSz="457200" fontAlgn="auto">
              <a:spcAft>
                <a:spcPts val="0"/>
              </a:spcAft>
              <a:buClr>
                <a:srgbClr val="147BD1"/>
              </a:buClr>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either: best practice scenario, concept definition, tool breadcrumb, how to context, problem, command syntax)</a:t>
            </a:r>
          </a:p>
          <a:p>
            <a:pPr marL="365760" lvl="1" indent="-274320">
              <a:buClr>
                <a:srgbClr val="147BD1"/>
              </a:buClr>
            </a:pPr>
            <a:r>
              <a:rPr lang="en-US" dirty="0"/>
              <a:t>Second level 18pt</a:t>
            </a:r>
          </a:p>
        </p:txBody>
      </p:sp>
      <p:sp>
        <p:nvSpPr>
          <p:cNvPr id="12" name="Title 11"/>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C939D4E1-0DF6-4EF2-B523-D82DE6DC3353}"/>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5" name="Slide Number Placeholder 4">
            <a:extLst>
              <a:ext uri="{FF2B5EF4-FFF2-40B4-BE49-F238E27FC236}">
                <a16:creationId xmlns:a16="http://schemas.microsoft.com/office/drawing/2014/main" id="{C0E0DCDB-B57E-4ECD-9E58-F6568DA9D975}"/>
              </a:ext>
            </a:extLst>
          </p:cNvPr>
          <p:cNvSpPr>
            <a:spLocks noGrp="1"/>
          </p:cNvSpPr>
          <p:nvPr>
            <p:ph type="sldNum" sz="quarter" idx="13"/>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5181986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ar">
    <p:spTree>
      <p:nvGrpSpPr>
        <p:cNvPr id="1" name=""/>
        <p:cNvGrpSpPr/>
        <p:nvPr/>
      </p:nvGrpSpPr>
      <p:grpSpPr>
        <a:xfrm>
          <a:off x="0" y="0"/>
          <a:ext cx="0" cy="0"/>
          <a:chOff x="0" y="0"/>
          <a:chExt cx="0" cy="0"/>
        </a:xfrm>
      </p:grpSpPr>
      <p:sp>
        <p:nvSpPr>
          <p:cNvPr id="3" name="Content Placeholder 4"/>
          <p:cNvSpPr>
            <a:spLocks noGrp="1"/>
          </p:cNvSpPr>
          <p:nvPr>
            <p:ph idx="1" hasCustomPrompt="1"/>
          </p:nvPr>
        </p:nvSpPr>
        <p:spPr>
          <a:xfrm>
            <a:off x="274320" y="4480560"/>
            <a:ext cx="11612880" cy="20116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static image, table, video – For videos, or when it doesn’t fit here, add a separate Title Only slide)</a:t>
            </a:r>
          </a:p>
          <a:p>
            <a:pPr marL="365760" marR="0" lvl="1" indent="-273050" defTabSz="457200" fontAlgn="auto">
              <a:spcAft>
                <a:spcPts val="0"/>
              </a:spcAft>
              <a:buClr>
                <a:srgbClr val="147BD1"/>
              </a:buClr>
              <a:buSzTx/>
              <a:tabLst/>
            </a:pPr>
            <a:r>
              <a:rPr lang="en-US" dirty="0"/>
              <a:t>Second level 18pt</a:t>
            </a:r>
          </a:p>
          <a:p>
            <a:pPr marR="0" lvl="2" defTabSz="457200" fontAlgn="auto">
              <a:spcAft>
                <a:spcPts val="0"/>
              </a:spcAft>
              <a:buClr>
                <a:srgbClr val="147BD1"/>
              </a:buClr>
              <a:buSzPct val="100000"/>
              <a:tabLst/>
            </a:pPr>
            <a:r>
              <a:rPr lang="en-US" dirty="0"/>
              <a:t>Third level 16pt</a:t>
            </a:r>
          </a:p>
          <a:p>
            <a:pPr marR="0" lvl="3" defTabSz="457200" fontAlgn="auto">
              <a:spcAft>
                <a:spcPts val="0"/>
              </a:spcAft>
              <a:buClr>
                <a:srgbClr val="147BD1"/>
              </a:buClr>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 14pt</a:t>
            </a:r>
            <a:endParaRPr lang="en-US" dirty="0"/>
          </a:p>
        </p:txBody>
      </p:sp>
      <p:sp>
        <p:nvSpPr>
          <p:cNvPr id="11" name="Content Placeholder 3"/>
          <p:cNvSpPr>
            <a:spLocks noGrp="1"/>
          </p:cNvSpPr>
          <p:nvPr>
            <p:ph idx="11" hasCustomPrompt="1"/>
          </p:nvPr>
        </p:nvSpPr>
        <p:spPr>
          <a:xfrm>
            <a:off x="274320" y="2468880"/>
            <a:ext cx="1161288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guideline, context, steps, solution, explanation)</a:t>
            </a:r>
          </a:p>
          <a:p>
            <a:pPr marL="365760" marR="0" lvl="1" indent="-273050" defTabSz="457200" fontAlgn="auto">
              <a:spcAft>
                <a:spcPts val="0"/>
              </a:spcAft>
              <a:buClr>
                <a:srgbClr val="147BD1"/>
              </a:buClr>
              <a:buSzTx/>
              <a:tabLst/>
            </a:pPr>
            <a:r>
              <a:rPr lang="en-US" dirty="0"/>
              <a:t>Second level 18pt</a:t>
            </a:r>
          </a:p>
          <a:p>
            <a:pPr marR="0" lvl="2" defTabSz="457200" fontAlgn="auto">
              <a:spcAft>
                <a:spcPts val="0"/>
              </a:spcAft>
              <a:buClr>
                <a:srgbClr val="147BD1"/>
              </a:buClr>
              <a:buSzPct val="100000"/>
              <a:tabLst/>
            </a:pPr>
            <a:r>
              <a:rPr lang="en-US" dirty="0"/>
              <a:t>Third level 16pt</a:t>
            </a:r>
          </a:p>
          <a:p>
            <a:pPr marR="0" lvl="3" defTabSz="457200" fontAlgn="auto">
              <a:spcAft>
                <a:spcPts val="0"/>
              </a:spcAft>
              <a:buClr>
                <a:srgbClr val="147BD1"/>
              </a:buClr>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either: best practice scenario, concept definition, tool breadcrumb, how to context, problem, command syntax)</a:t>
            </a:r>
          </a:p>
          <a:p>
            <a:pPr marL="365760" lvl="1" indent="-274320">
              <a:buClr>
                <a:srgbClr val="147BD1"/>
              </a:buClr>
            </a:pPr>
            <a:r>
              <a:rPr lang="en-US" dirty="0"/>
              <a:t>Second level 18pt</a:t>
            </a:r>
          </a:p>
        </p:txBody>
      </p:sp>
      <p:sp>
        <p:nvSpPr>
          <p:cNvPr id="12" name="Title 11"/>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8981B8EB-35A0-4720-BA0B-2DBA337B4FE4}"/>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4" name="Slide Number Placeholder 3">
            <a:extLst>
              <a:ext uri="{FF2B5EF4-FFF2-40B4-BE49-F238E27FC236}">
                <a16:creationId xmlns:a16="http://schemas.microsoft.com/office/drawing/2014/main" id="{0591A286-1505-4FF0-8F20-4CF88366AB56}"/>
              </a:ext>
            </a:extLst>
          </p:cNvPr>
          <p:cNvSpPr>
            <a:spLocks noGrp="1"/>
          </p:cNvSpPr>
          <p:nvPr>
            <p:ph type="sldNum" sz="quarter" idx="13"/>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3056203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ars">
    <p:spTree>
      <p:nvGrpSpPr>
        <p:cNvPr id="1" name=""/>
        <p:cNvGrpSpPr/>
        <p:nvPr/>
      </p:nvGrpSpPr>
      <p:grpSpPr>
        <a:xfrm>
          <a:off x="0" y="0"/>
          <a:ext cx="0" cy="0"/>
          <a:chOff x="0" y="0"/>
          <a:chExt cx="0" cy="0"/>
        </a:xfrm>
      </p:grpSpPr>
      <p:sp>
        <p:nvSpPr>
          <p:cNvPr id="7" name="Content Placeholder 2"/>
          <p:cNvSpPr>
            <a:spLocks noGrp="1"/>
          </p:cNvSpPr>
          <p:nvPr>
            <p:ph idx="12" hasCustomPrompt="1"/>
          </p:nvPr>
        </p:nvSpPr>
        <p:spPr>
          <a:xfrm>
            <a:off x="274320" y="5120640"/>
            <a:ext cx="11612880" cy="1371600"/>
          </a:xfrm>
          <a:prstGeom prst="rect">
            <a:avLst/>
          </a:prstGeom>
          <a:noFill/>
        </p:spPr>
        <p:txBody>
          <a:bodyPr lIns="91440" tIns="91440" rIns="91440" bIns="91440" anchor="t" anchorCtr="0">
            <a:normAutofit/>
          </a:bodyPr>
          <a:lstStyle>
            <a:lvl1pPr marL="0" indent="0">
              <a:buNone/>
              <a:defRPr sz="2000" baseline="0">
                <a:solidFill>
                  <a:schemeClr val="tx1"/>
                </a:solidFill>
              </a:defRPr>
            </a:lvl1pPr>
          </a:lstStyle>
          <a:p>
            <a:r>
              <a:rPr lang="en-US" dirty="0"/>
              <a:t>First level 20pt (insert either: detailed solution, guideline, answer, or definition)</a:t>
            </a:r>
          </a:p>
          <a:p>
            <a:pPr lvl="1"/>
            <a:r>
              <a:rPr lang="en-US" dirty="0"/>
              <a:t>Second level 18pt</a:t>
            </a:r>
          </a:p>
          <a:p>
            <a:pPr lvl="2"/>
            <a:r>
              <a:rPr lang="en-US" dirty="0"/>
              <a:t>Third level 16pt</a:t>
            </a:r>
          </a:p>
        </p:txBody>
      </p:sp>
      <p:sp>
        <p:nvSpPr>
          <p:cNvPr id="12"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description of problem, scenario, question, or glossary term)</a:t>
            </a:r>
          </a:p>
          <a:p>
            <a:pPr marL="365760" lvl="1" indent="-274320">
              <a:buClr>
                <a:srgbClr val="147BD1"/>
              </a:buClr>
            </a:pPr>
            <a:r>
              <a:rPr lang="en-US" dirty="0"/>
              <a:t>Second level 18pt</a:t>
            </a:r>
          </a:p>
          <a:p>
            <a:pPr lvl="2">
              <a:buClr>
                <a:srgbClr val="147BD1"/>
              </a:buClr>
              <a:buSzPct val="100000"/>
            </a:pPr>
            <a:r>
              <a:rPr lang="en-US" dirty="0"/>
              <a:t>Third level 16pt</a:t>
            </a:r>
          </a:p>
        </p:txBody>
      </p:sp>
      <p:sp>
        <p:nvSpPr>
          <p:cNvPr id="13" name="Content Placeholder 2"/>
          <p:cNvSpPr>
            <a:spLocks noGrp="1"/>
          </p:cNvSpPr>
          <p:nvPr>
            <p:ph idx="13" hasCustomPrompt="1"/>
          </p:nvPr>
        </p:nvSpPr>
        <p:spPr>
          <a:xfrm>
            <a:off x="640080" y="37490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description of problem, scenario, question, or glossary term)</a:t>
            </a:r>
          </a:p>
          <a:p>
            <a:pPr marL="365760" lvl="1" indent="-274320">
              <a:buClr>
                <a:srgbClr val="147BD1"/>
              </a:buClr>
            </a:pPr>
            <a:r>
              <a:rPr lang="en-US" dirty="0"/>
              <a:t>Second level 18pt</a:t>
            </a:r>
          </a:p>
          <a:p>
            <a:pPr lvl="2">
              <a:buClr>
                <a:srgbClr val="147BD1"/>
              </a:buClr>
              <a:buSzPct val="100000"/>
            </a:pPr>
            <a:r>
              <a:rPr lang="en-US" dirty="0"/>
              <a:t>Third level 16pt</a:t>
            </a:r>
          </a:p>
        </p:txBody>
      </p:sp>
      <p:sp>
        <p:nvSpPr>
          <p:cNvPr id="5" name="Title 4"/>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40220F37-9518-4251-B3C2-FC5942379D76}"/>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8" name="Slide Number Placeholder 7">
            <a:extLst>
              <a:ext uri="{FF2B5EF4-FFF2-40B4-BE49-F238E27FC236}">
                <a16:creationId xmlns:a16="http://schemas.microsoft.com/office/drawing/2014/main" id="{DFD7B36B-8CE4-4D2F-94B8-62B2DFCB66DA}"/>
              </a:ext>
            </a:extLst>
          </p:cNvPr>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4" name="Content Placeholder 3">
            <a:extLst>
              <a:ext uri="{FF2B5EF4-FFF2-40B4-BE49-F238E27FC236}">
                <a16:creationId xmlns:a16="http://schemas.microsoft.com/office/drawing/2014/main" id="{E38576B7-B4DB-4985-BAC7-5EE503A9D029}"/>
              </a:ext>
            </a:extLst>
          </p:cNvPr>
          <p:cNvSpPr>
            <a:spLocks noGrp="1"/>
          </p:cNvSpPr>
          <p:nvPr>
            <p:ph sz="quarter" idx="16" hasCustomPrompt="1"/>
          </p:nvPr>
        </p:nvSpPr>
        <p:spPr>
          <a:xfrm>
            <a:off x="274320" y="2400300"/>
            <a:ext cx="11612880" cy="1371600"/>
          </a:xfrm>
        </p:spPr>
        <p:txBody>
          <a:bodyPr/>
          <a:lstStyle>
            <a:lvl2pPr>
              <a:defRPr/>
            </a:lvl2pPr>
            <a:lvl3pPr>
              <a:defRPr/>
            </a:lvl3pPr>
          </a:lstStyle>
          <a:p>
            <a:pPr lvl="0"/>
            <a:r>
              <a:rPr lang="en-US" dirty="0"/>
              <a:t>First level 20pt (insert either: detailed solution, guideline, answer, or definition)</a:t>
            </a:r>
          </a:p>
          <a:p>
            <a:pPr lvl="1"/>
            <a:r>
              <a:rPr lang="en-US" dirty="0"/>
              <a:t>Second level 18pt</a:t>
            </a:r>
          </a:p>
          <a:p>
            <a:pPr lvl="2"/>
            <a:r>
              <a:rPr lang="en-US" dirty="0"/>
              <a:t>Third level 16pt</a:t>
            </a:r>
          </a:p>
        </p:txBody>
      </p:sp>
    </p:spTree>
    <p:custDataLst>
      <p:tags r:id="rId1"/>
    </p:custDataLst>
    <p:extLst>
      <p:ext uri="{BB962C8B-B14F-4D97-AF65-F5344CB8AC3E}">
        <p14:creationId xmlns:p14="http://schemas.microsoft.com/office/powerpoint/2010/main" val="721553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r Compare">
    <p:spTree>
      <p:nvGrpSpPr>
        <p:cNvPr id="1" name=""/>
        <p:cNvGrpSpPr/>
        <p:nvPr/>
      </p:nvGrpSpPr>
      <p:grpSpPr>
        <a:xfrm>
          <a:off x="0" y="0"/>
          <a:ext cx="0" cy="0"/>
          <a:chOff x="0" y="0"/>
          <a:chExt cx="0" cy="0"/>
        </a:xfrm>
      </p:grpSpPr>
      <p:sp>
        <p:nvSpPr>
          <p:cNvPr id="13" name="Content Placeholder 4"/>
          <p:cNvSpPr>
            <a:spLocks noGrp="1"/>
          </p:cNvSpPr>
          <p:nvPr>
            <p:ph idx="1" hasCustomPrompt="1"/>
          </p:nvPr>
        </p:nvSpPr>
        <p:spPr>
          <a:xfrm>
            <a:off x="6126480" y="2468880"/>
            <a:ext cx="5760720" cy="4023360"/>
          </a:xfrm>
          <a:prstGeom prst="rect">
            <a:avLst/>
          </a:prstGeom>
        </p:spPr>
        <p:txBody>
          <a:bodyPr vert="horz" lIns="91440" tIns="45720" rIns="91440" bIns="45720" rtlCol="0">
            <a:normAutofit/>
          </a:bodyPr>
          <a:lstStyle>
            <a:lvl1pPr>
              <a:defRPr lang="en-US" dirty="0"/>
            </a:lvl1pPr>
            <a:lvl2pPr>
              <a:defRPr lang="en-US" noProof="0" dirty="0"/>
            </a:lvl2pPr>
            <a:lvl3pPr>
              <a:defRPr lang="en-US" noProof="0" dirty="0"/>
            </a:lvl3pPr>
            <a:lvl4pPr>
              <a:defRPr lang="en-US" dirty="0"/>
            </a:lvl4pPr>
          </a:lstStyle>
          <a:p>
            <a:pPr lvl="0"/>
            <a:r>
              <a:rPr lang="en-US" dirty="0"/>
              <a:t>First level 20pt (insert either: static image, table, video – For videos, or when it doesn’t fit here, add a separate Title Only slide)</a:t>
            </a:r>
          </a:p>
          <a:p>
            <a:pPr marL="365760" marR="0" lvl="1" indent="-273050" defTabSz="457200" fontAlgn="auto">
              <a:spcAft>
                <a:spcPts val="0"/>
              </a:spcAft>
              <a:buSzTx/>
              <a:tabLst/>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 18pt</a:t>
            </a:r>
          </a:p>
          <a:p>
            <a:pPr marR="0" lvl="2" defTabSz="457200" fontAlgn="auto">
              <a:spcAft>
                <a:spcPts val="0"/>
              </a:spcAft>
              <a:buSzPct val="100000"/>
              <a:tabLst/>
            </a:pPr>
            <a:r>
              <a:rPr kumimoji="0" lang="en-US" sz="1600" b="0" i="0" u="none" strike="noStrike" kern="1200" cap="none" spc="0" normalizeH="0" baseline="0" noProof="0" dirty="0">
                <a:ln>
                  <a:noFill/>
                </a:ln>
                <a:solidFill>
                  <a:srgbClr val="000000"/>
                </a:solidFill>
                <a:effectLst/>
                <a:uLnTx/>
                <a:uFillTx/>
                <a:latin typeface="+mn-lt"/>
                <a:ea typeface="+mn-ea"/>
                <a:cs typeface="+mn-cs"/>
              </a:rPr>
              <a:t>Third level 16pt</a:t>
            </a:r>
          </a:p>
          <a:p>
            <a:pPr marR="0" lvl="3" defTabSz="457200" fontAlgn="auto">
              <a:spcAft>
                <a:spcPts val="0"/>
              </a:spcAft>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 14pt</a:t>
            </a:r>
            <a:endParaRPr lang="en-US" dirty="0"/>
          </a:p>
        </p:txBody>
      </p:sp>
      <p:sp>
        <p:nvSpPr>
          <p:cNvPr id="10" name="Content Placeholder 3"/>
          <p:cNvSpPr>
            <a:spLocks noGrp="1"/>
          </p:cNvSpPr>
          <p:nvPr>
            <p:ph idx="13" hasCustomPrompt="1"/>
          </p:nvPr>
        </p:nvSpPr>
        <p:spPr>
          <a:xfrm>
            <a:off x="274320" y="2468880"/>
            <a:ext cx="576072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guideline, context, steps, solution, explanation)</a:t>
            </a:r>
          </a:p>
          <a:p>
            <a:pPr marL="365760" marR="0" lvl="1" indent="-273050" defTabSz="457200" fontAlgn="auto">
              <a:spcAft>
                <a:spcPts val="0"/>
              </a:spcAft>
              <a:buSzTx/>
              <a:tabLst/>
            </a:pPr>
            <a:r>
              <a:rPr lang="en-US" dirty="0"/>
              <a:t>Second level 18pt</a:t>
            </a:r>
          </a:p>
          <a:p>
            <a:pPr marR="0" lvl="2" defTabSz="457200" fontAlgn="auto">
              <a:spcAft>
                <a:spcPts val="0"/>
              </a:spcAft>
              <a:buSzPct val="100000"/>
              <a:tabLst/>
            </a:pPr>
            <a:r>
              <a:rPr lang="en-US" dirty="0"/>
              <a:t>Third level 16pt</a:t>
            </a:r>
          </a:p>
          <a:p>
            <a:pPr marR="0" lvl="3" defTabSz="457200" fontAlgn="auto">
              <a:spcAft>
                <a:spcPts val="0"/>
              </a:spcAft>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either: best practice scenario, concept definition, tool breadcrumb, how to context, problem, command syntax)</a:t>
            </a:r>
          </a:p>
          <a:p>
            <a:pPr marL="365760" lvl="1" indent="-274320"/>
            <a:r>
              <a:rPr lang="en-US" dirty="0"/>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7C6565F7-10BC-4F90-AFB7-9BC557BA1573}"/>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61F539B4-B62E-450B-8A1E-91E4BC0CFF2A}"/>
              </a:ext>
            </a:extLst>
          </p:cNvPr>
          <p:cNvSpPr>
            <a:spLocks noGrp="1"/>
          </p:cNvSpPr>
          <p:nvPr>
            <p:ph type="sldNum" sz="quarter" idx="15"/>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937844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x Only">
    <p:spTree>
      <p:nvGrpSpPr>
        <p:cNvPr id="1" name=""/>
        <p:cNvGrpSpPr/>
        <p:nvPr/>
      </p:nvGrpSpPr>
      <p:grpSpPr>
        <a:xfrm>
          <a:off x="0" y="0"/>
          <a:ext cx="0" cy="0"/>
          <a:chOff x="0" y="0"/>
          <a:chExt cx="0" cy="0"/>
        </a:xfrm>
      </p:grpSpPr>
      <p:sp>
        <p:nvSpPr>
          <p:cNvPr id="9" name="Content Placeholder 2"/>
          <p:cNvSpPr>
            <a:spLocks noGrp="1"/>
          </p:cNvSpPr>
          <p:nvPr>
            <p:ph idx="10" hasCustomPrompt="1"/>
          </p:nvPr>
        </p:nvSpPr>
        <p:spPr>
          <a:xfrm>
            <a:off x="640080" y="1005840"/>
            <a:ext cx="5120640" cy="27432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a brief intro that gives context when and where to apply procedure)</a:t>
            </a:r>
          </a:p>
          <a:p>
            <a:pPr marL="365760" lvl="1" indent="-274320">
              <a:buClr>
                <a:srgbClr val="147BD1"/>
              </a:buClr>
            </a:pPr>
            <a:r>
              <a:rPr lang="en-US" dirty="0"/>
              <a:t>Second level 18pt</a:t>
            </a:r>
          </a:p>
          <a:p>
            <a:pPr lvl="2">
              <a:buClr>
                <a:srgbClr val="147BD1"/>
              </a:buClr>
              <a:buSzPct val="100000"/>
            </a:pPr>
            <a:r>
              <a:rPr lang="en-US" dirty="0"/>
              <a:t>Third level 16pt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23478DC9-5E4C-4C9B-8157-E7D3C3316F94}"/>
              </a:ext>
            </a:extLst>
          </p:cNvPr>
          <p:cNvSpPr>
            <a:spLocks noGrp="1"/>
          </p:cNvSpPr>
          <p:nvPr>
            <p:ph type="ftr" sz="quarter" idx="11"/>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C5803C82-9158-4E23-9E4A-F2D03FF73E73}"/>
              </a:ext>
            </a:extLst>
          </p:cNvPr>
          <p:cNvSpPr>
            <a:spLocks noGrp="1"/>
          </p:cNvSpPr>
          <p:nvPr>
            <p:ph type="sldNum" sz="quarter" idx="12"/>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0371161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x">
    <p:spTree>
      <p:nvGrpSpPr>
        <p:cNvPr id="1" name=""/>
        <p:cNvGrpSpPr/>
        <p:nvPr/>
      </p:nvGrpSpPr>
      <p:grpSpPr>
        <a:xfrm>
          <a:off x="0" y="0"/>
          <a:ext cx="0" cy="0"/>
          <a:chOff x="0" y="0"/>
          <a:chExt cx="0" cy="0"/>
        </a:xfrm>
      </p:grpSpPr>
      <p:sp>
        <p:nvSpPr>
          <p:cNvPr id="14" name="Content Placeholder 4">
            <a:extLst>
              <a:ext uri="{FF2B5EF4-FFF2-40B4-BE49-F238E27FC236}">
                <a16:creationId xmlns:a16="http://schemas.microsoft.com/office/drawing/2014/main" id="{DF84C0E8-A906-441E-92E6-9B935620E63F}"/>
              </a:ext>
            </a:extLst>
          </p:cNvPr>
          <p:cNvSpPr>
            <a:spLocks noGrp="1"/>
          </p:cNvSpPr>
          <p:nvPr>
            <p:ph idx="1" hasCustomPrompt="1"/>
          </p:nvPr>
        </p:nvSpPr>
        <p:spPr>
          <a:xfrm>
            <a:off x="5943600" y="1009356"/>
            <a:ext cx="5943600" cy="5486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static image, table, video – For videos, or when it doesn’t fit here, add a separate Title Only slide)</a:t>
            </a:r>
          </a:p>
          <a:p>
            <a:pPr lvl="1"/>
            <a:r>
              <a:rPr lang="en-US" dirty="0"/>
              <a:t>Second level 18pt</a:t>
            </a:r>
          </a:p>
          <a:p>
            <a:pPr lvl="2"/>
            <a:r>
              <a:rPr lang="en-US" dirty="0"/>
              <a:t>Third level 16pt</a:t>
            </a:r>
          </a:p>
          <a:p>
            <a:pPr lvl="3"/>
            <a:r>
              <a:rPr lang="en-US" dirty="0"/>
              <a:t>Fourth level 14pt</a:t>
            </a:r>
          </a:p>
        </p:txBody>
      </p:sp>
      <p:sp>
        <p:nvSpPr>
          <p:cNvPr id="15" name="Content Placeholder 3">
            <a:extLst>
              <a:ext uri="{FF2B5EF4-FFF2-40B4-BE49-F238E27FC236}">
                <a16:creationId xmlns:a16="http://schemas.microsoft.com/office/drawing/2014/main" id="{A731B7C3-130F-46CD-8A0C-EF412D94C096}"/>
              </a:ext>
            </a:extLst>
          </p:cNvPr>
          <p:cNvSpPr>
            <a:spLocks noGrp="1"/>
          </p:cNvSpPr>
          <p:nvPr>
            <p:ph idx="11" hasCustomPrompt="1"/>
          </p:nvPr>
        </p:nvSpPr>
        <p:spPr>
          <a:xfrm>
            <a:off x="274320" y="2468880"/>
            <a:ext cx="557784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dirty="0"/>
              <a:t>First level 20pt (insert either: guideline, context, steps, solution, explanation)</a:t>
            </a:r>
          </a:p>
          <a:p>
            <a:pPr lvl="1"/>
            <a:r>
              <a:rPr lang="en-US" dirty="0"/>
              <a:t>Second level 18pt</a:t>
            </a:r>
          </a:p>
          <a:p>
            <a:pPr lvl="2"/>
            <a:r>
              <a:rPr lang="en-US" dirty="0"/>
              <a:t>Third level 16pt</a:t>
            </a:r>
          </a:p>
        </p:txBody>
      </p:sp>
      <p:sp>
        <p:nvSpPr>
          <p:cNvPr id="16" name="Content Placeholder 2">
            <a:extLst>
              <a:ext uri="{FF2B5EF4-FFF2-40B4-BE49-F238E27FC236}">
                <a16:creationId xmlns:a16="http://schemas.microsoft.com/office/drawing/2014/main" id="{E191D080-9783-4FA7-8BF7-A18F4AFB21C0}"/>
              </a:ext>
            </a:extLst>
          </p:cNvPr>
          <p:cNvSpPr>
            <a:spLocks noGrp="1"/>
          </p:cNvSpPr>
          <p:nvPr>
            <p:ph idx="10" hasCustomPrompt="1"/>
          </p:nvPr>
        </p:nvSpPr>
        <p:spPr>
          <a:xfrm>
            <a:off x="640080" y="1005840"/>
            <a:ext cx="521208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marL="182880" indent="-182880">
              <a:spcBef>
                <a:spcPts val="600"/>
              </a:spcBef>
              <a:defRPr lang="en-US" baseline="0" dirty="0">
                <a:solidFill>
                  <a:srgbClr val="333333"/>
                </a:solidFill>
              </a:defRPr>
            </a:lvl2pPr>
            <a:lvl3pPr>
              <a:defRPr lang="en-US" baseline="0" dirty="0">
                <a:solidFill>
                  <a:srgbClr val="333333"/>
                </a:solidFill>
              </a:defRPr>
            </a:lvl3pPr>
          </a:lstStyle>
          <a:p>
            <a:pPr lvl="0"/>
            <a:r>
              <a:rPr lang="en-US" dirty="0"/>
              <a:t>First level 20pt (add: scenario, definition, breadcrumb, context, problem, syntax)</a:t>
            </a:r>
          </a:p>
          <a:p>
            <a:pPr marL="365760" lvl="1" indent="-274320"/>
            <a:r>
              <a:rPr lang="en-US" dirty="0"/>
              <a:t>Second level 18pt</a:t>
            </a:r>
          </a:p>
        </p:txBody>
      </p:sp>
      <p:sp>
        <p:nvSpPr>
          <p:cNvPr id="19" name="Title 3">
            <a:extLst>
              <a:ext uri="{FF2B5EF4-FFF2-40B4-BE49-F238E27FC236}">
                <a16:creationId xmlns:a16="http://schemas.microsoft.com/office/drawing/2014/main" id="{7B8C9E1D-196B-4CA2-9A61-1678C01CA0E2}"/>
              </a:ext>
            </a:extLst>
          </p:cNvPr>
          <p:cNvSpPr>
            <a:spLocks noGrp="1"/>
          </p:cNvSpPr>
          <p:nvPr>
            <p:ph type="title"/>
          </p:nvPr>
        </p:nvSpPr>
        <p:spPr>
          <a:xfrm>
            <a:off x="274320" y="91440"/>
            <a:ext cx="11612880" cy="868680"/>
          </a:xfrm>
        </p:spPr>
        <p:txBody>
          <a:bodyPr/>
          <a:lstStyle/>
          <a:p>
            <a:r>
              <a:rPr lang="en-US"/>
              <a:t>Click to edit Master title style</a:t>
            </a:r>
          </a:p>
        </p:txBody>
      </p:sp>
      <p:sp>
        <p:nvSpPr>
          <p:cNvPr id="2" name="Footer Placeholder 1">
            <a:extLst>
              <a:ext uri="{FF2B5EF4-FFF2-40B4-BE49-F238E27FC236}">
                <a16:creationId xmlns:a16="http://schemas.microsoft.com/office/drawing/2014/main" id="{1EE7643B-8695-405A-BF19-FEC0A2ED9259}"/>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3" name="Slide Number Placeholder 2">
            <a:extLst>
              <a:ext uri="{FF2B5EF4-FFF2-40B4-BE49-F238E27FC236}">
                <a16:creationId xmlns:a16="http://schemas.microsoft.com/office/drawing/2014/main" id="{11177E20-32E7-4629-9984-E538F6962752}"/>
              </a:ext>
            </a:extLst>
          </p:cNvPr>
          <p:cNvSpPr>
            <a:spLocks noGrp="1"/>
          </p:cNvSpPr>
          <p:nvPr>
            <p:ph type="sldNum" sz="quarter" idx="13"/>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287611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xes">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6128" y="2468880"/>
            <a:ext cx="5760720" cy="402336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either: guideline, context, solution, answer)</a:t>
            </a:r>
          </a:p>
          <a:p>
            <a:pPr lvl="1"/>
            <a:r>
              <a:rPr lang="en-US" dirty="0"/>
              <a:t>Second level 18pt</a:t>
            </a:r>
          </a:p>
          <a:p>
            <a:pPr lvl="2"/>
            <a:r>
              <a:rPr lang="en-US" dirty="0"/>
              <a:t>Third level 16pt</a:t>
            </a:r>
          </a:p>
        </p:txBody>
      </p:sp>
      <p:sp>
        <p:nvSpPr>
          <p:cNvPr id="9" name="Content Placeholder 2"/>
          <p:cNvSpPr>
            <a:spLocks noGrp="1"/>
          </p:cNvSpPr>
          <p:nvPr>
            <p:ph idx="10"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scenario, definition, problem, question)</a:t>
            </a:r>
          </a:p>
          <a:p>
            <a:pPr marL="365760" lvl="1" indent="-274320">
              <a:buClr>
                <a:srgbClr val="147BD1"/>
              </a:buClr>
            </a:pPr>
            <a:r>
              <a:rPr lang="en-US" dirty="0"/>
              <a:t>Second level 18pt</a:t>
            </a:r>
          </a:p>
        </p:txBody>
      </p:sp>
      <p:sp>
        <p:nvSpPr>
          <p:cNvPr id="15" name="Content Placeholder 2"/>
          <p:cNvSpPr>
            <a:spLocks noGrp="1"/>
          </p:cNvSpPr>
          <p:nvPr>
            <p:ph idx="12" hasCustomPrompt="1"/>
          </p:nvPr>
        </p:nvSpPr>
        <p:spPr>
          <a:xfrm>
            <a:off x="6126480" y="2468880"/>
            <a:ext cx="5760720" cy="402336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either: guideline, context, solution, answer)</a:t>
            </a:r>
          </a:p>
          <a:p>
            <a:pPr lvl="1"/>
            <a:r>
              <a:rPr lang="en-US" dirty="0"/>
              <a:t>Second level 18pt</a:t>
            </a:r>
          </a:p>
          <a:p>
            <a:pPr lvl="2"/>
            <a:r>
              <a:rPr lang="en-US" dirty="0"/>
              <a:t>Third level 16pt</a:t>
            </a:r>
          </a:p>
        </p:txBody>
      </p:sp>
      <p:sp>
        <p:nvSpPr>
          <p:cNvPr id="16" name="Content Placeholder 2"/>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scenario, definition, problem, question)</a:t>
            </a:r>
          </a:p>
          <a:p>
            <a:pPr marL="365760" lvl="1" indent="-274320">
              <a:buClr>
                <a:srgbClr val="147BD1"/>
              </a:buClr>
            </a:pPr>
            <a:r>
              <a:rPr lang="en-US" dirty="0"/>
              <a:t>Second level 18pt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7018B6B-921D-42B5-86E6-04F914D96B06}"/>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E26CB714-7EB5-487D-AAAC-F387F48C5FDD}"/>
              </a:ext>
            </a:extLst>
          </p:cNvPr>
          <p:cNvSpPr>
            <a:spLocks noGrp="1"/>
          </p:cNvSpPr>
          <p:nvPr>
            <p:ph type="sldNum" sz="quarter" idx="15"/>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9465385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xes_Combined">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6128" y="4480560"/>
            <a:ext cx="5760720" cy="201168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visual)</a:t>
            </a:r>
          </a:p>
          <a:p>
            <a:pPr lvl="1"/>
            <a:r>
              <a:rPr lang="en-US" dirty="0"/>
              <a:t>Second level 18pt</a:t>
            </a:r>
          </a:p>
          <a:p>
            <a:pPr lvl="2"/>
            <a:r>
              <a:rPr lang="en-US" dirty="0"/>
              <a:t>Third level 16pt</a:t>
            </a:r>
          </a:p>
        </p:txBody>
      </p:sp>
      <p:sp>
        <p:nvSpPr>
          <p:cNvPr id="9" name="Content Placeholder 2"/>
          <p:cNvSpPr>
            <a:spLocks noGrp="1"/>
          </p:cNvSpPr>
          <p:nvPr>
            <p:ph idx="10"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(insert: tool menu bread crumbs)</a:t>
            </a:r>
          </a:p>
        </p:txBody>
      </p:sp>
      <p:sp>
        <p:nvSpPr>
          <p:cNvPr id="16" name="Content Placeholder 2"/>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marL="91440" indent="0">
              <a:buNone/>
              <a:defRPr lang="en-US" sz="1600" b="1" baseline="0" dirty="0">
                <a:solidFill>
                  <a:srgbClr val="333333"/>
                </a:solidFill>
                <a:latin typeface="Courier New" panose="02070309020205020404" pitchFamily="49" charset="0"/>
                <a:cs typeface="Courier New" panose="02070309020205020404" pitchFamily="49" charset="0"/>
              </a:defRPr>
            </a:lvl2pPr>
            <a:lvl3pPr marL="365760" indent="0">
              <a:buNone/>
              <a:defRPr lang="en-US" sz="1400" baseline="0" dirty="0">
                <a:solidFill>
                  <a:srgbClr val="333333"/>
                </a:solidFill>
                <a:latin typeface="Courier New" panose="02070309020205020404" pitchFamily="49" charset="0"/>
                <a:cs typeface="Courier New" panose="02070309020205020404" pitchFamily="49" charset="0"/>
              </a:defRPr>
            </a:lvl3pPr>
          </a:lstStyle>
          <a:p>
            <a:pPr lvl="0"/>
            <a:r>
              <a:rPr lang="en-US" dirty="0"/>
              <a:t>18pt (insert: command syntax)</a:t>
            </a:r>
          </a:p>
          <a:p>
            <a:pPr marL="365760" lvl="1" indent="-274320">
              <a:buClr>
                <a:srgbClr val="147BD1"/>
              </a:buClr>
            </a:pPr>
            <a:r>
              <a:rPr lang="en-US" dirty="0"/>
              <a:t>Second level 16pt</a:t>
            </a:r>
          </a:p>
          <a:p>
            <a:pPr lvl="2">
              <a:buClr>
                <a:srgbClr val="147BD1"/>
              </a:buClr>
              <a:buSzPct val="100000"/>
            </a:pPr>
            <a:r>
              <a:rPr lang="en-US" dirty="0"/>
              <a:t>Third level 14t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7018B6B-921D-42B5-86E6-04F914D96B06}"/>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E26CB714-7EB5-487D-AAAC-F387F48C5FDD}"/>
              </a:ext>
            </a:extLst>
          </p:cNvPr>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6B64A980-B508-4E30-A950-8C5F31936D59}"/>
              </a:ext>
            </a:extLst>
          </p:cNvPr>
          <p:cNvSpPr>
            <a:spLocks noGrp="1"/>
          </p:cNvSpPr>
          <p:nvPr>
            <p:ph idx="16" hasCustomPrompt="1"/>
          </p:nvPr>
        </p:nvSpPr>
        <p:spPr>
          <a:xfrm>
            <a:off x="274319" y="2468880"/>
            <a:ext cx="11612879" cy="201168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guidelines, explanation, or usage)</a:t>
            </a:r>
          </a:p>
          <a:p>
            <a:pPr lvl="1"/>
            <a:r>
              <a:rPr lang="en-US" dirty="0"/>
              <a:t>Second level 18pt</a:t>
            </a:r>
          </a:p>
          <a:p>
            <a:pPr lvl="2"/>
            <a:r>
              <a:rPr lang="en-US" dirty="0"/>
              <a:t>Third level 16pt</a:t>
            </a:r>
          </a:p>
        </p:txBody>
      </p:sp>
      <p:sp>
        <p:nvSpPr>
          <p:cNvPr id="12" name="Content Placeholder 2">
            <a:extLst>
              <a:ext uri="{FF2B5EF4-FFF2-40B4-BE49-F238E27FC236}">
                <a16:creationId xmlns:a16="http://schemas.microsoft.com/office/drawing/2014/main" id="{C49B4D86-75D2-4B6E-9DDF-044A0D74A18D}"/>
              </a:ext>
            </a:extLst>
          </p:cNvPr>
          <p:cNvSpPr>
            <a:spLocks noGrp="1"/>
          </p:cNvSpPr>
          <p:nvPr>
            <p:ph idx="17" hasCustomPrompt="1"/>
          </p:nvPr>
        </p:nvSpPr>
        <p:spPr>
          <a:xfrm>
            <a:off x="6126478" y="4480560"/>
            <a:ext cx="5760720" cy="2011680"/>
          </a:xfrm>
          <a:prstGeom prst="rect">
            <a:avLst/>
          </a:prstGeom>
          <a:noFill/>
        </p:spPr>
        <p:txBody>
          <a:bodyPr>
            <a:normAutofit/>
          </a:bodyPr>
          <a:lstStyle>
            <a:lvl1pPr marL="0" indent="0">
              <a:buClr>
                <a:srgbClr val="E31837"/>
              </a:buClr>
              <a:buNone/>
              <a:defRPr sz="1800" b="1" i="0" baseline="0">
                <a:solidFill>
                  <a:srgbClr val="147BD1"/>
                </a:solidFill>
                <a:latin typeface="Courier New" charset="0"/>
                <a:ea typeface="Courier New" charset="0"/>
                <a:cs typeface="Courier New" charset="0"/>
              </a:defRPr>
            </a:lvl1pPr>
            <a:lvl2pPr marL="365760" indent="-274320">
              <a:spcBef>
                <a:spcPts val="600"/>
              </a:spcBef>
              <a:buFont typeface="Arial" panose="020B0604020202020204" pitchFamily="34" charset="0"/>
              <a:buNone/>
              <a:defRPr sz="1600" b="1" i="0">
                <a:solidFill>
                  <a:srgbClr val="147BD1"/>
                </a:solidFill>
                <a:latin typeface="Courier New" charset="0"/>
                <a:ea typeface="Courier New" charset="0"/>
                <a:cs typeface="Courier New" charset="0"/>
              </a:defRPr>
            </a:lvl2pPr>
            <a:lvl3pPr marL="640080" indent="-274320">
              <a:spcBef>
                <a:spcPts val="600"/>
              </a:spcBef>
              <a:buFont typeface="Arial" panose="020B0604020202020204" pitchFamily="34" charset="0"/>
              <a:buNone/>
              <a:defRPr sz="1400" b="1" i="0">
                <a:solidFill>
                  <a:srgbClr val="147BD1"/>
                </a:solidFill>
                <a:latin typeface="Courier New" charset="0"/>
                <a:ea typeface="Courier New" charset="0"/>
                <a:cs typeface="Courier New" charset="0"/>
              </a:defRPr>
            </a:lvl3pPr>
            <a:lvl4pPr marL="914400" indent="-274320">
              <a:spcBef>
                <a:spcPts val="600"/>
              </a:spcBef>
              <a:buFont typeface="Arial" panose="020B0604020202020204" pitchFamily="34" charset="0"/>
              <a:buNone/>
              <a:defRPr sz="1200" b="1" i="0">
                <a:solidFill>
                  <a:srgbClr val="147BD1"/>
                </a:solidFill>
                <a:latin typeface="Courier New" charset="0"/>
                <a:ea typeface="Courier New" charset="0"/>
                <a:cs typeface="Courier New" charset="0"/>
              </a:defRPr>
            </a:lvl4pPr>
            <a:lvl5pPr>
              <a:defRPr>
                <a:latin typeface="Arial" panose="020B0604020202020204" pitchFamily="34" charset="0"/>
                <a:cs typeface="Arial" panose="020B0604020202020204" pitchFamily="34" charset="0"/>
              </a:defRPr>
            </a:lvl5pPr>
          </a:lstStyle>
          <a:p>
            <a:pPr lvl="0"/>
            <a:r>
              <a:rPr lang="en-US" dirty="0"/>
              <a:t>First level 18pt (insert: command example)</a:t>
            </a:r>
          </a:p>
          <a:p>
            <a:pPr lvl="1"/>
            <a:r>
              <a:rPr lang="en-US" dirty="0"/>
              <a:t>Second level 16pt</a:t>
            </a:r>
          </a:p>
          <a:p>
            <a:pPr lvl="2"/>
            <a:r>
              <a:rPr lang="en-US" dirty="0"/>
              <a:t>Third level 14 </a:t>
            </a:r>
            <a:r>
              <a:rPr lang="en-US" dirty="0" err="1"/>
              <a:t>pt</a:t>
            </a:r>
            <a:endParaRPr lang="en-US" dirty="0"/>
          </a:p>
          <a:p>
            <a:pPr lvl="3"/>
            <a:r>
              <a:rPr lang="en-US" dirty="0"/>
              <a:t>Fourth level 12 </a:t>
            </a:r>
            <a:r>
              <a:rPr lang="en-US" dirty="0" err="1"/>
              <a:t>pt</a:t>
            </a:r>
            <a:endParaRPr lang="en-US" dirty="0"/>
          </a:p>
        </p:txBody>
      </p:sp>
    </p:spTree>
    <p:custDataLst>
      <p:tags r:id="rId1"/>
    </p:custDataLst>
    <p:extLst>
      <p:ext uri="{BB962C8B-B14F-4D97-AF65-F5344CB8AC3E}">
        <p14:creationId xmlns:p14="http://schemas.microsoft.com/office/powerpoint/2010/main" val="41286025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de Bar">
    <p:spTree>
      <p:nvGrpSpPr>
        <p:cNvPr id="1" name=""/>
        <p:cNvGrpSpPr/>
        <p:nvPr/>
      </p:nvGrpSpPr>
      <p:grpSpPr>
        <a:xfrm>
          <a:off x="0" y="0"/>
          <a:ext cx="0" cy="0"/>
          <a:chOff x="0" y="0"/>
          <a:chExt cx="0" cy="0"/>
        </a:xfrm>
      </p:grpSpPr>
      <p:sp>
        <p:nvSpPr>
          <p:cNvPr id="3" name="Content Placeholder 4"/>
          <p:cNvSpPr>
            <a:spLocks noGrp="1"/>
          </p:cNvSpPr>
          <p:nvPr>
            <p:ph idx="1" hasCustomPrompt="1"/>
          </p:nvPr>
        </p:nvSpPr>
        <p:spPr>
          <a:xfrm>
            <a:off x="274320" y="4480560"/>
            <a:ext cx="11612880" cy="2011680"/>
          </a:xfrm>
          <a:prstGeom prst="rect">
            <a:avLst/>
          </a:prstGeom>
        </p:spPr>
        <p:txBody>
          <a:bodyPr vert="horz" lIns="91440" tIns="91440" rIns="91440" bIns="91440" rtlCol="0">
            <a:normAutofit/>
          </a:bodyPr>
          <a:lstStyle>
            <a:lvl1pPr>
              <a:defRPr lang="en-US" sz="1800" b="1" kern="1200" dirty="0" smtClean="0">
                <a:solidFill>
                  <a:srgbClr val="147BD1"/>
                </a:solidFill>
                <a:latin typeface="Courier New" panose="02070309020205020404" pitchFamily="49" charset="0"/>
                <a:ea typeface="+mn-ea"/>
                <a:cs typeface="Courier New" panose="02070309020205020404" pitchFamily="49" charset="0"/>
              </a:defRPr>
            </a:lvl1pPr>
            <a:lvl2pPr>
              <a:defRPr lang="en-US" sz="1600" b="1" kern="1200" dirty="0" smtClean="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smtClean="0">
                <a:solidFill>
                  <a:srgbClr val="147BD1"/>
                </a:solidFill>
                <a:latin typeface="Courier New" panose="02070309020205020404" pitchFamily="49" charset="0"/>
                <a:ea typeface="+mn-ea"/>
                <a:cs typeface="Courier New" panose="02070309020205020404" pitchFamily="49" charset="0"/>
              </a:defRPr>
            </a:lvl3pPr>
            <a:lvl4pPr>
              <a:defRPr lang="en-US" sz="1200" b="1" kern="1200" dirty="0">
                <a:solidFill>
                  <a:srgbClr val="147BD1"/>
                </a:solidFill>
                <a:latin typeface="Courier New" panose="02070309020205020404" pitchFamily="49" charset="0"/>
                <a:ea typeface="+mn-ea"/>
                <a:cs typeface="Courier New" panose="02070309020205020404" pitchFamily="49" charset="0"/>
              </a:defRPr>
            </a:lvl4pPr>
          </a:lstStyle>
          <a:p>
            <a:pPr marL="0" lvl="0" indent="0" algn="l" defTabSz="914400" rtl="0" eaLnBrk="1" latinLnBrk="0" hangingPunct="1">
              <a:lnSpc>
                <a:spcPct val="100000"/>
              </a:lnSpc>
              <a:spcBef>
                <a:spcPts val="1000"/>
              </a:spcBef>
              <a:buFontTx/>
              <a:buNone/>
            </a:pPr>
            <a:r>
              <a:rPr lang="en-US" dirty="0"/>
              <a:t>First level 18pt (insert: example of code or script highlighting construct)</a:t>
            </a:r>
          </a:p>
          <a:p>
            <a:pPr marL="91440" marR="0" lvl="1" indent="0" algn="l" defTabSz="914400" rtl="0" eaLnBrk="1" fontAlgn="auto" latinLnBrk="0" hangingPunct="1">
              <a:lnSpc>
                <a:spcPct val="100000"/>
              </a:lnSpc>
              <a:spcBef>
                <a:spcPts val="1200"/>
              </a:spcBef>
              <a:spcAft>
                <a:spcPts val="0"/>
              </a:spcAft>
              <a:buClr>
                <a:srgbClr val="147BD1"/>
              </a:buClr>
              <a:buSzPct val="100000"/>
              <a:buFontTx/>
              <a:buNone/>
              <a:tabLst/>
            </a:pPr>
            <a:r>
              <a:rPr lang="en-US" dirty="0"/>
              <a:t>Second level 16pt</a:t>
            </a:r>
          </a:p>
          <a:p>
            <a:pPr marL="353060" marR="0" lvl="2" indent="0" algn="l" defTabSz="914400" rtl="0" eaLnBrk="1" fontAlgn="auto" latinLnBrk="0" hangingPunct="1">
              <a:lnSpc>
                <a:spcPct val="100000"/>
              </a:lnSpc>
              <a:spcBef>
                <a:spcPts val="1200"/>
              </a:spcBef>
              <a:spcAft>
                <a:spcPts val="0"/>
              </a:spcAft>
              <a:buClr>
                <a:srgbClr val="147BD1"/>
              </a:buClr>
              <a:buSzPct val="100000"/>
              <a:buFontTx/>
              <a:buNone/>
              <a:tabLst/>
            </a:pPr>
            <a:r>
              <a:rPr lang="en-US" dirty="0"/>
              <a:t>Third level 14pt</a:t>
            </a:r>
          </a:p>
          <a:p>
            <a:pPr marL="627380" marR="0" lvl="3" indent="0" algn="l" defTabSz="914400" rtl="0" eaLnBrk="1" fontAlgn="auto" latinLnBrk="0" hangingPunct="1">
              <a:lnSpc>
                <a:spcPct val="100000"/>
              </a:lnSpc>
              <a:spcBef>
                <a:spcPts val="1200"/>
              </a:spcBef>
              <a:spcAft>
                <a:spcPts val="0"/>
              </a:spcAft>
              <a:buClr>
                <a:srgbClr val="147BD1"/>
              </a:buClr>
              <a:buSzPct val="100000"/>
              <a:buFontTx/>
              <a:buNone/>
              <a:tabLst/>
            </a:pPr>
            <a:r>
              <a:rPr lang="en-US" dirty="0"/>
              <a:t>Fourth level 12pt</a:t>
            </a:r>
          </a:p>
        </p:txBody>
      </p:sp>
      <p:sp>
        <p:nvSpPr>
          <p:cNvPr id="11" name="Content Placeholder 3"/>
          <p:cNvSpPr>
            <a:spLocks noGrp="1"/>
          </p:cNvSpPr>
          <p:nvPr>
            <p:ph idx="11" hasCustomPrompt="1"/>
          </p:nvPr>
        </p:nvSpPr>
        <p:spPr>
          <a:xfrm>
            <a:off x="274320" y="2468880"/>
            <a:ext cx="11612880" cy="2011680"/>
          </a:xfrm>
          <a:prstGeom prst="rect">
            <a:avLst/>
          </a:prstGeom>
        </p:spPr>
        <p:txBody>
          <a:bodyPr vert="horz" lIns="91440" tIns="91440" rIns="91440" bIns="91440" rtlCol="0">
            <a:normAutofit/>
          </a:bodyPr>
          <a:lstStyle>
            <a:lvl1pPr marL="0" indent="0" algn="l" defTabSz="914400" rtl="0" eaLnBrk="1" latinLnBrk="0" hangingPunct="1">
              <a:lnSpc>
                <a:spcPct val="100000"/>
              </a:lnSpc>
              <a:spcBef>
                <a:spcPts val="1000"/>
              </a:spcBef>
              <a:buFontTx/>
              <a:buNone/>
              <a:defRPr lang="en-US" sz="2000" kern="1200" dirty="0" smtClean="0">
                <a:solidFill>
                  <a:schemeClr val="tx1"/>
                </a:solidFill>
                <a:latin typeface="+mn-lt"/>
                <a:ea typeface="+mn-ea"/>
                <a:cs typeface="+mn-cs"/>
              </a:defRPr>
            </a:lvl1pPr>
            <a:lvl2pPr marL="378460" indent="-285750">
              <a:defRPr lang="en-US" sz="1800" kern="1200" dirty="0">
                <a:solidFill>
                  <a:schemeClr val="tx1"/>
                </a:solidFill>
                <a:latin typeface="+mn-lt"/>
                <a:ea typeface="+mn-ea"/>
                <a:cs typeface="+mn-cs"/>
              </a:defRPr>
            </a:lvl2pPr>
            <a:lvl3pPr marL="640080" indent="-274320">
              <a:defRPr lang="en-US" sz="1600" kern="1200" dirty="0">
                <a:solidFill>
                  <a:schemeClr val="tx1"/>
                </a:solidFill>
                <a:latin typeface="+mn-lt"/>
                <a:ea typeface="+mn-ea"/>
                <a:cs typeface="+mn-cs"/>
              </a:defRPr>
            </a:lvl3pPr>
            <a:lvl4pPr marL="914400" indent="-274320">
              <a:defRPr kumimoji="0" lang="en-US" sz="1400" b="0" i="0" u="none" strike="noStrike" kern="1200" cap="none" spc="0" normalizeH="0" baseline="0" dirty="0">
                <a:ln>
                  <a:noFill/>
                </a:ln>
                <a:solidFill>
                  <a:srgbClr val="000000"/>
                </a:solidFill>
                <a:effectLst/>
                <a:uLnTx/>
                <a:uFillTx/>
                <a:latin typeface="+mn-lt"/>
                <a:ea typeface="+mn-ea"/>
                <a:cs typeface="+mn-cs"/>
              </a:defRPr>
            </a:lvl4pPr>
          </a:lstStyle>
          <a:p>
            <a:pPr marL="0" lvl="0" indent="0" algn="l" defTabSz="914400" rtl="0" eaLnBrk="1" latinLnBrk="0" hangingPunct="1">
              <a:lnSpc>
                <a:spcPct val="100000"/>
              </a:lnSpc>
              <a:spcBef>
                <a:spcPts val="1000"/>
              </a:spcBef>
              <a:buFontTx/>
              <a:buNone/>
            </a:pPr>
            <a:r>
              <a:rPr lang="en-US" dirty="0"/>
              <a:t>First level 20pt (insert: guidelines, explanation, or usage)</a:t>
            </a:r>
          </a:p>
          <a:p>
            <a:pPr marL="365760" marR="0" lvl="1" indent="-273050" algn="l" defTabSz="457200" rtl="0" eaLnBrk="1" fontAlgn="auto" latinLnBrk="0" hangingPunct="1">
              <a:lnSpc>
                <a:spcPct val="100000"/>
              </a:lnSpc>
              <a:spcBef>
                <a:spcPts val="1200"/>
              </a:spcBef>
              <a:spcAft>
                <a:spcPts val="0"/>
              </a:spcAft>
              <a:buClr>
                <a:srgbClr val="147BD1"/>
              </a:buClr>
              <a:buSzTx/>
              <a:buFont typeface="Arial" panose="020B0604020202020204" pitchFamily="34" charset="0"/>
              <a:buChar char="●"/>
              <a:tabLst/>
            </a:pPr>
            <a:r>
              <a:rPr lang="en-US" dirty="0"/>
              <a:t>Second level 18pt</a:t>
            </a:r>
          </a:p>
          <a:p>
            <a:pPr marL="640080" marR="0" lvl="2" indent="-274320" algn="l" defTabSz="457200" rtl="0" eaLnBrk="1" fontAlgn="auto" latinLnBrk="0" hangingPunct="1">
              <a:lnSpc>
                <a:spcPct val="100000"/>
              </a:lnSpc>
              <a:spcBef>
                <a:spcPts val="600"/>
              </a:spcBef>
              <a:spcAft>
                <a:spcPts val="0"/>
              </a:spcAft>
              <a:buClr>
                <a:srgbClr val="147BD1"/>
              </a:buClr>
              <a:buSzPct val="100000"/>
              <a:buFont typeface="Wingdings" panose="05000000000000000000" pitchFamily="2" charset="2"/>
              <a:buChar char="§"/>
              <a:tabLst/>
            </a:pPr>
            <a:r>
              <a:rPr lang="en-US" dirty="0"/>
              <a:t>Third level 16pt</a:t>
            </a:r>
          </a:p>
          <a:p>
            <a:pPr marL="914400" marR="0" lvl="3" indent="-274320" algn="l" defTabSz="457200" rtl="0" eaLnBrk="1" fontAlgn="auto" latinLnBrk="0" hangingPunct="1">
              <a:lnSpc>
                <a:spcPct val="100000"/>
              </a:lnSpc>
              <a:spcBef>
                <a:spcPts val="600"/>
              </a:spcBef>
              <a:spcAft>
                <a:spcPts val="0"/>
              </a:spcAft>
              <a:buClr>
                <a:srgbClr val="147BD1"/>
              </a:buClr>
              <a:buSzTx/>
              <a:buFont typeface="Courier New" panose="02070309020205020404" pitchFamily="49" charset="0"/>
              <a:buChar char="o"/>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vl4pPr>
              <a:defRPr lang="en-US" baseline="0" dirty="0">
                <a:solidFill>
                  <a:srgbClr val="333333"/>
                </a:solidFill>
                <a:latin typeface="Courier New" panose="02070309020205020404" pitchFamily="49" charset="0"/>
                <a:cs typeface="Courier New" panose="02070309020205020404" pitchFamily="49" charset="0"/>
              </a:defRPr>
            </a:lvl4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First level 18pt (insert: syntax of the command-line construct)</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Third level 14pt</a:t>
            </a:r>
          </a:p>
        </p:txBody>
      </p:sp>
      <p:sp>
        <p:nvSpPr>
          <p:cNvPr id="12" name="Title 11"/>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8981B8EB-35A0-4720-BA0B-2DBA337B4FE4}"/>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591A286-1505-4FF0-8F20-4CF88366AB56}"/>
              </a:ext>
            </a:extLst>
          </p:cNvPr>
          <p:cNvSpPr>
            <a:spLocks noGrp="1"/>
          </p:cNvSpPr>
          <p:nvPr>
            <p:ph type="sldNum"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8428639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de/Scripts Bar">
    <p:spTree>
      <p:nvGrpSpPr>
        <p:cNvPr id="1" name=""/>
        <p:cNvGrpSpPr/>
        <p:nvPr/>
      </p:nvGrpSpPr>
      <p:grpSpPr>
        <a:xfrm>
          <a:off x="0" y="0"/>
          <a:ext cx="0" cy="0"/>
          <a:chOff x="0" y="0"/>
          <a:chExt cx="0" cy="0"/>
        </a:xfrm>
      </p:grpSpPr>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 Courier New (insert: syntax of command-line construct)</a:t>
            </a:r>
          </a:p>
          <a:p>
            <a:pPr marL="365760" marR="0" lvl="1" indent="0" fontAlgn="auto">
              <a:lnSpc>
                <a:spcPct val="90000"/>
              </a:lnSpc>
              <a:spcBef>
                <a:spcPts val="1000"/>
              </a:spcBef>
              <a:spcAft>
                <a:spcPts val="0"/>
              </a:spcAft>
              <a:buClrTx/>
              <a:buSzTx/>
              <a:buNone/>
              <a:tabLst/>
            </a:pPr>
            <a:r>
              <a:rPr lang="en-US" dirty="0"/>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dirty="0"/>
              <a:t>Third level 14pt</a:t>
            </a:r>
          </a:p>
        </p:txBody>
      </p:sp>
      <p:sp>
        <p:nvSpPr>
          <p:cNvPr id="6" name="Content Placeholder 2"/>
          <p:cNvSpPr>
            <a:spLocks noGrp="1"/>
          </p:cNvSpPr>
          <p:nvPr>
            <p:ph idx="12" hasCustomPrompt="1"/>
          </p:nvPr>
        </p:nvSpPr>
        <p:spPr>
          <a:xfrm>
            <a:off x="6126480" y="2468880"/>
            <a:ext cx="5760720" cy="4023360"/>
          </a:xfrm>
          <a:prstGeom prst="rect">
            <a:avLst/>
          </a:prstGeom>
          <a:noFill/>
        </p:spPr>
        <p:txBody>
          <a:bodyPr>
            <a:normAutofit/>
          </a:bodyPr>
          <a:lstStyle>
            <a:lvl1pPr marL="0" marR="0" indent="0" algn="l" defTabSz="914400" rtl="0" eaLnBrk="1" fontAlgn="auto" latinLnBrk="0" hangingPunct="1">
              <a:lnSpc>
                <a:spcPct val="100000"/>
              </a:lnSpc>
              <a:spcBef>
                <a:spcPts val="1000"/>
              </a:spcBef>
              <a:spcAft>
                <a:spcPts val="0"/>
              </a:spcAft>
              <a:buClr>
                <a:srgbClr val="E31837"/>
              </a:buClr>
              <a:buSzTx/>
              <a:buFontTx/>
              <a:buNone/>
              <a:tabLst/>
              <a:defRPr sz="1800" b="1" i="0" baseline="0">
                <a:solidFill>
                  <a:srgbClr val="147BD1"/>
                </a:solidFill>
                <a:latin typeface="Courier New" charset="0"/>
                <a:ea typeface="Courier New" charset="0"/>
                <a:cs typeface="Courier New" charset="0"/>
              </a:defRPr>
            </a:lvl1pPr>
            <a:lvl2pPr marL="365760" indent="-274320">
              <a:spcBef>
                <a:spcPts val="600"/>
              </a:spcBef>
              <a:buFont typeface="Arial" panose="020B0604020202020204" pitchFamily="34" charset="0"/>
              <a:buNone/>
              <a:defRPr sz="1600" b="1" i="0">
                <a:solidFill>
                  <a:srgbClr val="147BD1"/>
                </a:solidFill>
                <a:latin typeface="Courier New" charset="0"/>
                <a:ea typeface="Courier New" charset="0"/>
                <a:cs typeface="Courier New" charset="0"/>
              </a:defRPr>
            </a:lvl2pPr>
            <a:lvl3pPr marL="640080" indent="-274320">
              <a:spcBef>
                <a:spcPts val="600"/>
              </a:spcBef>
              <a:buFont typeface="Arial" panose="020B0604020202020204" pitchFamily="34" charset="0"/>
              <a:buNone/>
              <a:defRPr sz="1400" b="1" i="0">
                <a:solidFill>
                  <a:srgbClr val="147BD1"/>
                </a:solidFill>
                <a:latin typeface="Courier New" charset="0"/>
                <a:ea typeface="Courier New" charset="0"/>
                <a:cs typeface="Courier New" charset="0"/>
              </a:defRPr>
            </a:lvl3pPr>
            <a:lvl4pPr marL="914400" indent="-274320">
              <a:spcBef>
                <a:spcPts val="600"/>
              </a:spcBef>
              <a:buFont typeface="Arial" panose="020B0604020202020204" pitchFamily="34" charset="0"/>
              <a:buNone/>
              <a:defRPr sz="1200" b="1" i="0">
                <a:solidFill>
                  <a:srgbClr val="147BD1"/>
                </a:solidFill>
                <a:latin typeface="Courier New" charset="0"/>
                <a:ea typeface="Courier New" charset="0"/>
                <a:cs typeface="Courier New" charset="0"/>
              </a:defRPr>
            </a:lvl4pPr>
            <a:lvl5pPr>
              <a:defRPr>
                <a:latin typeface="Arial" panose="020B0604020202020204" pitchFamily="34" charset="0"/>
                <a:cs typeface="Arial" panose="020B0604020202020204" pitchFamily="34" charset="0"/>
              </a:defRPr>
            </a:lvl5pPr>
          </a:lstStyle>
          <a:p>
            <a:pPr marL="0" marR="0" lvl="0" indent="0" algn="l" defTabSz="914400" rtl="0" eaLnBrk="1" fontAlgn="auto" latinLnBrk="0" hangingPunct="1">
              <a:lnSpc>
                <a:spcPct val="100000"/>
              </a:lnSpc>
              <a:spcBef>
                <a:spcPts val="1000"/>
              </a:spcBef>
              <a:spcAft>
                <a:spcPts val="0"/>
              </a:spcAft>
              <a:buClr>
                <a:srgbClr val="E31837"/>
              </a:buClr>
              <a:buSzTx/>
              <a:buFontTx/>
              <a:buNone/>
              <a:tabLst/>
              <a:defRPr/>
            </a:pPr>
            <a:r>
              <a:rPr lang="en-US" dirty="0"/>
              <a:t>First level 18pt Courier New (insert: example of </a:t>
            </a:r>
            <a:r>
              <a:rPr lang="en-US" dirty="0" err="1"/>
              <a:t>code|script</a:t>
            </a:r>
            <a:r>
              <a:rPr lang="en-US" dirty="0"/>
              <a:t> highlighting construct)</a:t>
            </a:r>
          </a:p>
          <a:p>
            <a:pPr lvl="1"/>
            <a:r>
              <a:rPr lang="en-US" dirty="0"/>
              <a:t>Second level 16pt</a:t>
            </a:r>
          </a:p>
          <a:p>
            <a:pPr lvl="2"/>
            <a:r>
              <a:rPr lang="en-US" dirty="0"/>
              <a:t>Third level 14pt</a:t>
            </a:r>
          </a:p>
          <a:p>
            <a:pPr lvl="3"/>
            <a:r>
              <a:rPr lang="en-US" dirty="0"/>
              <a:t>Fourth level 12pt</a:t>
            </a:r>
          </a:p>
        </p:txBody>
      </p:sp>
      <p:sp>
        <p:nvSpPr>
          <p:cNvPr id="4" name="Title 3"/>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AB770FC4-230C-4DA7-91CA-60FE6908DE6D}"/>
              </a:ext>
            </a:extLst>
          </p:cNvPr>
          <p:cNvSpPr>
            <a:spLocks noGrp="1"/>
          </p:cNvSpPr>
          <p:nvPr>
            <p:ph sz="quarter" idx="22" hasCustomPrompt="1"/>
          </p:nvPr>
        </p:nvSpPr>
        <p:spPr>
          <a:xfrm>
            <a:off x="274320" y="2468880"/>
            <a:ext cx="5760720" cy="4023360"/>
          </a:xfrm>
          <a:prstGeom prst="rect">
            <a:avLst/>
          </a:prstGeom>
        </p:spPr>
        <p:txBody>
          <a:bodyPr/>
          <a:lstStyle>
            <a:lvl1pPr>
              <a:defRPr/>
            </a:lvl1pPr>
            <a:lvl2pPr>
              <a:defRPr/>
            </a:lvl2pPr>
            <a:lvl3pPr>
              <a:defRPr/>
            </a:lvl3pPr>
            <a:lvl4pPr>
              <a:defRPr/>
            </a:lvl4pPr>
          </a:lstStyle>
          <a:p>
            <a:pPr lvl="0"/>
            <a:r>
              <a:rPr lang="en-US" dirty="0"/>
              <a:t>First level 20pt Arial (insert: guidelines, explanation, or usage)</a:t>
            </a:r>
          </a:p>
          <a:p>
            <a:pPr lvl="1"/>
            <a:r>
              <a:rPr lang="en-US" dirty="0"/>
              <a:t>Second level 18pt</a:t>
            </a:r>
          </a:p>
          <a:p>
            <a:pPr lvl="2"/>
            <a:r>
              <a:rPr lang="en-US" dirty="0"/>
              <a:t>Third level 16pt</a:t>
            </a:r>
          </a:p>
          <a:p>
            <a:pPr lvl="3"/>
            <a:r>
              <a:rPr lang="en-US" dirty="0"/>
              <a:t>Fourth level 14pt</a:t>
            </a:r>
          </a:p>
        </p:txBody>
      </p:sp>
      <p:sp>
        <p:nvSpPr>
          <p:cNvPr id="5" name="Footer Placeholder 4">
            <a:extLst>
              <a:ext uri="{FF2B5EF4-FFF2-40B4-BE49-F238E27FC236}">
                <a16:creationId xmlns:a16="http://schemas.microsoft.com/office/drawing/2014/main" id="{E7856358-0821-44D7-87D1-8D2455B83E54}"/>
              </a:ext>
            </a:extLst>
          </p:cNvPr>
          <p:cNvSpPr>
            <a:spLocks noGrp="1"/>
          </p:cNvSpPr>
          <p:nvPr>
            <p:ph type="ftr" sz="quarter" idx="2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8" name="Slide Number Placeholder 7">
            <a:extLst>
              <a:ext uri="{FF2B5EF4-FFF2-40B4-BE49-F238E27FC236}">
                <a16:creationId xmlns:a16="http://schemas.microsoft.com/office/drawing/2014/main" id="{AC12D065-0853-424E-BA20-A033DC5B61BD}"/>
              </a:ext>
            </a:extLst>
          </p:cNvPr>
          <p:cNvSpPr>
            <a:spLocks noGrp="1"/>
          </p:cNvSpPr>
          <p:nvPr>
            <p:ph type="sldNum" sz="quarter" idx="2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40836898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de/Scripts Box">
    <p:spTree>
      <p:nvGrpSpPr>
        <p:cNvPr id="1" name=""/>
        <p:cNvGrpSpPr/>
        <p:nvPr/>
      </p:nvGrpSpPr>
      <p:grpSpPr>
        <a:xfrm>
          <a:off x="0" y="0"/>
          <a:ext cx="0" cy="0"/>
          <a:chOff x="0" y="0"/>
          <a:chExt cx="0" cy="0"/>
        </a:xfrm>
      </p:grpSpPr>
      <p:sp>
        <p:nvSpPr>
          <p:cNvPr id="10" name="Content Placeholder 2"/>
          <p:cNvSpPr>
            <a:spLocks noGrp="1"/>
          </p:cNvSpPr>
          <p:nvPr>
            <p:ph idx="19" hasCustomPrompt="1"/>
          </p:nvPr>
        </p:nvSpPr>
        <p:spPr>
          <a:xfrm>
            <a:off x="5943600" y="1005840"/>
            <a:ext cx="5943600" cy="5486400"/>
          </a:xfrm>
          <a:prstGeom prst="rect">
            <a:avLst/>
          </a:prstGeom>
        </p:spPr>
        <p:txBody>
          <a:bodyPr vert="horz" lIns="91440" tIns="91440" rIns="91440" bIns="91440" rtlCol="0">
            <a:normAutofit/>
          </a:bodyPr>
          <a:lstStyle>
            <a:lvl1pPr>
              <a:defRPr lang="en-US" noProof="0" dirty="0"/>
            </a:lvl1pPr>
            <a:lvl2pPr>
              <a:defRPr lang="en-US" noProof="0" dirty="0"/>
            </a:lvl2pPr>
            <a:lvl3pPr>
              <a:defRPr lang="en-US" noProof="0" dirty="0"/>
            </a:lvl3pPr>
            <a:lvl4pPr>
              <a:defRPr lang="en-US" dirty="0"/>
            </a:lvl4pPr>
          </a:lstStyle>
          <a:p>
            <a:pPr lvl="0"/>
            <a:r>
              <a:rPr kumimoji="0" lang="en-US" sz="2000" b="0" i="0" u="none" strike="noStrike" kern="1200" cap="none" spc="0" normalizeH="0" baseline="0" noProof="0" dirty="0">
                <a:ln>
                  <a:noFill/>
                </a:ln>
                <a:solidFill>
                  <a:srgbClr val="000000"/>
                </a:solidFill>
                <a:effectLst/>
                <a:uLnTx/>
                <a:uFillTx/>
                <a:latin typeface="+mn-lt"/>
                <a:ea typeface="+mn-ea"/>
                <a:cs typeface="+mn-cs"/>
              </a:rPr>
              <a:t>First level 20pt (insert: guidelines, explanation, or usage) </a:t>
            </a:r>
          </a:p>
          <a:p>
            <a:pPr lvl="1"/>
            <a:r>
              <a:rPr kumimoji="0" lang="en-US" sz="1800" b="0" i="0" u="none" strike="noStrike" kern="1200" cap="none" spc="0" normalizeH="0" baseline="0" noProof="0" dirty="0">
                <a:ln>
                  <a:noFill/>
                </a:ln>
                <a:solidFill>
                  <a:srgbClr val="000000"/>
                </a:solidFill>
                <a:effectLst/>
                <a:uLnTx/>
                <a:uFillTx/>
                <a:latin typeface="+mn-lt"/>
                <a:ea typeface="+mn-ea"/>
                <a:cs typeface="+mn-cs"/>
              </a:rPr>
              <a:t>Second level 18pt</a:t>
            </a:r>
          </a:p>
          <a:p>
            <a:pPr lvl="2"/>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 16pt</a:t>
            </a:r>
          </a:p>
          <a:p>
            <a:pPr lvl="3"/>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Fourth level 14pt</a:t>
            </a:r>
            <a:endParaRPr lang="en-US" dirty="0"/>
          </a:p>
        </p:txBody>
      </p:sp>
      <p:sp>
        <p:nvSpPr>
          <p:cNvPr id="12" name="Content Placeholder 2"/>
          <p:cNvSpPr>
            <a:spLocks noGrp="1"/>
          </p:cNvSpPr>
          <p:nvPr>
            <p:ph idx="21" hasCustomPrompt="1"/>
          </p:nvPr>
        </p:nvSpPr>
        <p:spPr>
          <a:xfrm>
            <a:off x="640080" y="1005840"/>
            <a:ext cx="5212080" cy="13716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marL="92710" indent="0">
              <a:buNone/>
              <a:defRPr lang="en-US" sz="1600" b="1" kern="1200" dirty="0">
                <a:solidFill>
                  <a:schemeClr val="tx1"/>
                </a:solidFill>
                <a:latin typeface="Courier New" panose="02070309020205020404" pitchFamily="49" charset="0"/>
                <a:ea typeface="+mn-ea"/>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18pt(insert:  command syntax)</a:t>
            </a:r>
            <a:r>
              <a:rPr lang="en-US" b="1" dirty="0">
                <a:latin typeface="Courier New" panose="02070309020205020404" pitchFamily="49" charset="0"/>
                <a:cs typeface="Courier New" panose="02070309020205020404" pitchFamily="49" charset="0"/>
              </a:rPr>
              <a:t> </a:t>
            </a:r>
          </a:p>
          <a:p>
            <a:pPr marR="0" lvl="1" fontAlgn="auto">
              <a:lnSpc>
                <a:spcPct val="90000"/>
              </a:lnSpc>
              <a:spcAft>
                <a:spcPts val="0"/>
              </a:spcAft>
              <a:buClrTx/>
              <a:buSzTx/>
              <a:buFont typeface="Arial" panose="020B0604020202020204" pitchFamily="34" charset="0"/>
              <a:tabLst/>
            </a:pPr>
            <a:r>
              <a:rPr lang="en-US" b="1" dirty="0">
                <a:latin typeface="Courier New" panose="02070309020205020404" pitchFamily="49" charset="0"/>
                <a:cs typeface="Courier New" panose="02070309020205020404" pitchFamily="49" charset="0"/>
              </a:rPr>
              <a:t>Second level 16pt</a:t>
            </a:r>
          </a:p>
        </p:txBody>
      </p:sp>
      <p:sp>
        <p:nvSpPr>
          <p:cNvPr id="4" name="Title 3"/>
          <p:cNvSpPr>
            <a:spLocks noGrp="1"/>
          </p:cNvSpPr>
          <p:nvPr>
            <p:ph type="title"/>
          </p:nvPr>
        </p:nvSpPr>
        <p:spPr/>
        <p:txBody>
          <a:bodyPr/>
          <a:lstStyle/>
          <a:p>
            <a:r>
              <a:rPr lang="en-US"/>
              <a:t>Click to edit Master title style</a:t>
            </a:r>
            <a:endParaRPr lang="en-US" dirty="0"/>
          </a:p>
        </p:txBody>
      </p:sp>
      <p:sp>
        <p:nvSpPr>
          <p:cNvPr id="7" name="Content Placeholder 6"/>
          <p:cNvSpPr>
            <a:spLocks noGrp="1"/>
          </p:cNvSpPr>
          <p:nvPr>
            <p:ph sz="quarter" idx="24" hasCustomPrompt="1"/>
          </p:nvPr>
        </p:nvSpPr>
        <p:spPr>
          <a:xfrm>
            <a:off x="275273" y="2468880"/>
            <a:ext cx="5576887"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dirty="0"/>
              <a:t>First level 18pt (insert: example of code or script highlighting construct)</a:t>
            </a:r>
          </a:p>
          <a:p>
            <a:pPr lvl="1"/>
            <a:r>
              <a:rPr lang="en-US" dirty="0"/>
              <a:t>Second level 16pt Courier New</a:t>
            </a:r>
          </a:p>
          <a:p>
            <a:pPr lvl="2"/>
            <a:r>
              <a:rPr lang="en-US" dirty="0"/>
              <a:t>Third level 14pt Courier New</a:t>
            </a:r>
          </a:p>
          <a:p>
            <a:pPr lvl="3"/>
            <a:r>
              <a:rPr lang="en-US" dirty="0"/>
              <a:t>Fourth level 12pt Courier New</a:t>
            </a:r>
          </a:p>
        </p:txBody>
      </p:sp>
      <p:sp>
        <p:nvSpPr>
          <p:cNvPr id="2" name="Footer Placeholder 1">
            <a:extLst>
              <a:ext uri="{FF2B5EF4-FFF2-40B4-BE49-F238E27FC236}">
                <a16:creationId xmlns:a16="http://schemas.microsoft.com/office/drawing/2014/main" id="{CFDCC0AD-4862-4568-89A6-AE519257999E}"/>
              </a:ext>
            </a:extLst>
          </p:cNvPr>
          <p:cNvSpPr>
            <a:spLocks noGrp="1"/>
          </p:cNvSpPr>
          <p:nvPr>
            <p:ph type="ftr" sz="quarter" idx="2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3" name="Slide Number Placeholder 2">
            <a:extLst>
              <a:ext uri="{FF2B5EF4-FFF2-40B4-BE49-F238E27FC236}">
                <a16:creationId xmlns:a16="http://schemas.microsoft.com/office/drawing/2014/main" id="{E6CF7C2D-EAA5-4CC9-90E0-2A5761061ADA}"/>
              </a:ext>
            </a:extLst>
          </p:cNvPr>
          <p:cNvSpPr>
            <a:spLocks noGrp="1"/>
          </p:cNvSpPr>
          <p:nvPr>
            <p:ph type="sldNum" sz="quarter" idx="2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088516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de Compa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56B61-8F7C-4013-BA7B-FA04FF6E3BA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895A295A-15E1-48C2-823C-254F3327CC6C}"/>
              </a:ext>
            </a:extLst>
          </p:cNvPr>
          <p:cNvSpPr>
            <a:spLocks noGrp="1"/>
          </p:cNvSpPr>
          <p:nvPr>
            <p:ph type="ftr" sz="quarter" idx="10"/>
          </p:nvPr>
        </p:nvSpPr>
        <p:spPr/>
        <p:txBody>
          <a:bodyPr/>
          <a:lstStyle/>
          <a:p>
            <a:r>
              <a:rPr lang="en-US">
                <a:cs typeface="Arial" panose="020B0604020202020204" pitchFamily="34" charset="0"/>
              </a:rPr>
              <a:t>© Cadence Design Systems, Inc. All rights reserved.</a:t>
            </a:r>
            <a:endParaRPr lang="en-US" dirty="0">
              <a:cs typeface="Arial" panose="020B0604020202020204" pitchFamily="34" charset="0"/>
            </a:endParaRPr>
          </a:p>
        </p:txBody>
      </p:sp>
      <p:sp>
        <p:nvSpPr>
          <p:cNvPr id="4" name="Slide Number Placeholder 3">
            <a:extLst>
              <a:ext uri="{FF2B5EF4-FFF2-40B4-BE49-F238E27FC236}">
                <a16:creationId xmlns:a16="http://schemas.microsoft.com/office/drawing/2014/main" id="{715ED10B-54E3-4E85-925C-FF84167AA93C}"/>
              </a:ext>
            </a:extLst>
          </p:cNvPr>
          <p:cNvSpPr>
            <a:spLocks noGrp="1"/>
          </p:cNvSpPr>
          <p:nvPr>
            <p:ph type="sldNum" sz="quarter" idx="11"/>
          </p:nvPr>
        </p:nvSpPr>
        <p:spPr/>
        <p:txBody>
          <a:bodyPr/>
          <a:lstStyle/>
          <a:p>
            <a:fld id="{B6FA71F5-8E13-46C5-A63A-9121BEB3B8A9}" type="slidenum">
              <a:rPr lang="en-US" smtClean="0"/>
              <a:pPr/>
              <a:t>‹#›</a:t>
            </a:fld>
            <a:endParaRPr lang="en-US" dirty="0"/>
          </a:p>
        </p:txBody>
      </p:sp>
      <p:sp>
        <p:nvSpPr>
          <p:cNvPr id="5" name="Content Placeholder 2">
            <a:extLst>
              <a:ext uri="{FF2B5EF4-FFF2-40B4-BE49-F238E27FC236}">
                <a16:creationId xmlns:a16="http://schemas.microsoft.com/office/drawing/2014/main" id="{078E58B8-6812-48E0-AF2D-DBFED52A7692}"/>
              </a:ext>
            </a:extLst>
          </p:cNvPr>
          <p:cNvSpPr>
            <a:spLocks noGrp="1"/>
          </p:cNvSpPr>
          <p:nvPr>
            <p:ph idx="12"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18pt (insert: command syntax)</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Third level 16pt</a:t>
            </a:r>
          </a:p>
        </p:txBody>
      </p:sp>
      <p:sp>
        <p:nvSpPr>
          <p:cNvPr id="6" name="Content Placeholder 2">
            <a:extLst>
              <a:ext uri="{FF2B5EF4-FFF2-40B4-BE49-F238E27FC236}">
                <a16:creationId xmlns:a16="http://schemas.microsoft.com/office/drawing/2014/main" id="{0E426C72-5F56-48A3-86EA-A9F546826D3F}"/>
              </a:ext>
            </a:extLst>
          </p:cNvPr>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18pt (insert: command syntax)</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Third level 14pt</a:t>
            </a:r>
          </a:p>
        </p:txBody>
      </p:sp>
      <p:sp>
        <p:nvSpPr>
          <p:cNvPr id="7" name="Content Placeholder 2">
            <a:extLst>
              <a:ext uri="{FF2B5EF4-FFF2-40B4-BE49-F238E27FC236}">
                <a16:creationId xmlns:a16="http://schemas.microsoft.com/office/drawing/2014/main" id="{E2FA659F-FCA7-4BA7-97BB-4B4D4FA32F27}"/>
              </a:ext>
            </a:extLst>
          </p:cNvPr>
          <p:cNvSpPr>
            <a:spLocks noGrp="1"/>
          </p:cNvSpPr>
          <p:nvPr>
            <p:ph idx="16" hasCustomPrompt="1"/>
          </p:nvPr>
        </p:nvSpPr>
        <p:spPr>
          <a:xfrm>
            <a:off x="274320" y="4480560"/>
            <a:ext cx="5760720" cy="2011680"/>
          </a:xfrm>
          <a:prstGeom prst="rect">
            <a:avLst/>
          </a:prstGeom>
        </p:spPr>
        <p:txBody>
          <a:bodyPr vert="horz" lIns="91440" tIns="91440" rIns="91440" bIns="91440" rtlCol="0">
            <a:normAutofit/>
          </a:bodyPr>
          <a:lstStyle>
            <a:lvl1pPr>
              <a:defRPr lang="en-US" sz="1800" b="1" dirty="0">
                <a:solidFill>
                  <a:srgbClr val="147BD1"/>
                </a:solidFill>
                <a:latin typeface="Courier New" panose="02070309020205020404" pitchFamily="49" charset="0"/>
                <a:cs typeface="Courier New" panose="02070309020205020404" pitchFamily="49" charset="0"/>
              </a:defRPr>
            </a:lvl1pPr>
            <a:lvl2pPr>
              <a:defRPr lang="en-US" sz="1600" b="1" kern="1200" dirty="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a:solidFill>
                  <a:srgbClr val="147BD1"/>
                </a:solidFill>
                <a:latin typeface="Courier New" panose="02070309020205020404" pitchFamily="49" charset="0"/>
                <a:ea typeface="+mn-ea"/>
                <a:cs typeface="Courier New" panose="02070309020205020404" pitchFamily="49" charset="0"/>
              </a:defRPr>
            </a:lvl3pPr>
          </a:lstStyle>
          <a:p>
            <a:pPr marL="0" lvl="0" indent="-287020" algn="l" defTabSz="914400" rtl="0" eaLnBrk="1" latinLnBrk="0" hangingPunct="1">
              <a:lnSpc>
                <a:spcPct val="100000"/>
              </a:lnSpc>
              <a:spcBef>
                <a:spcPts val="1200"/>
              </a:spcBef>
              <a:buClr>
                <a:srgbClr val="147BD1"/>
              </a:buClr>
              <a:buSzPct val="100000"/>
              <a:buFontTx/>
              <a:buNone/>
            </a:pPr>
            <a:r>
              <a:rPr lang="en-US" dirty="0"/>
              <a:t>First level 18pt (insert: example of code or script highlighting construct)</a:t>
            </a:r>
          </a:p>
          <a:p>
            <a:pPr marL="91440" lvl="1" indent="0" algn="l" defTabSz="914400" rtl="0" eaLnBrk="1" latinLnBrk="0" hangingPunct="1">
              <a:lnSpc>
                <a:spcPct val="100000"/>
              </a:lnSpc>
              <a:spcBef>
                <a:spcPts val="1200"/>
              </a:spcBef>
              <a:buClr>
                <a:srgbClr val="147BD1"/>
              </a:buClr>
              <a:buSzPct val="100000"/>
              <a:buFontTx/>
              <a:buNone/>
            </a:pPr>
            <a:r>
              <a:rPr lang="en-US" dirty="0"/>
              <a:t>Second level 16pt</a:t>
            </a:r>
          </a:p>
          <a:p>
            <a:pPr marL="365760" lvl="2" indent="0" algn="l" defTabSz="914400" rtl="0" eaLnBrk="1" latinLnBrk="0" hangingPunct="1">
              <a:lnSpc>
                <a:spcPct val="100000"/>
              </a:lnSpc>
              <a:spcBef>
                <a:spcPts val="600"/>
              </a:spcBef>
              <a:buClr>
                <a:srgbClr val="147BD1"/>
              </a:buClr>
              <a:buFontTx/>
              <a:buNone/>
            </a:pPr>
            <a:r>
              <a:rPr lang="en-US" dirty="0"/>
              <a:t>Third level 14pt</a:t>
            </a:r>
          </a:p>
        </p:txBody>
      </p:sp>
      <p:sp>
        <p:nvSpPr>
          <p:cNvPr id="8" name="Content Placeholder 2">
            <a:extLst>
              <a:ext uri="{FF2B5EF4-FFF2-40B4-BE49-F238E27FC236}">
                <a16:creationId xmlns:a16="http://schemas.microsoft.com/office/drawing/2014/main" id="{1BE95313-9083-4BF8-A22E-5013AA4CD8C0}"/>
              </a:ext>
            </a:extLst>
          </p:cNvPr>
          <p:cNvSpPr>
            <a:spLocks noGrp="1"/>
          </p:cNvSpPr>
          <p:nvPr>
            <p:ph idx="17" hasCustomPrompt="1"/>
          </p:nvPr>
        </p:nvSpPr>
        <p:spPr>
          <a:xfrm>
            <a:off x="6126480" y="4480560"/>
            <a:ext cx="5760720" cy="2011680"/>
          </a:xfrm>
          <a:prstGeom prst="rect">
            <a:avLst/>
          </a:prstGeom>
        </p:spPr>
        <p:txBody>
          <a:bodyPr vert="horz" lIns="91440" tIns="91440" rIns="91440" bIns="91440" rtlCol="0">
            <a:normAutofit/>
          </a:bodyPr>
          <a:lstStyle>
            <a:lvl1pPr marL="0" indent="0">
              <a:defRPr lang="en-US" sz="1800" b="1" kern="1200" dirty="0">
                <a:solidFill>
                  <a:srgbClr val="147BD1"/>
                </a:solidFill>
                <a:latin typeface="Courier New" panose="02070309020205020404" pitchFamily="49" charset="0"/>
                <a:ea typeface="+mn-ea"/>
                <a:cs typeface="Courier New" panose="02070309020205020404" pitchFamily="49" charset="0"/>
              </a:defRPr>
            </a:lvl1pPr>
            <a:lvl2pPr>
              <a:defRPr lang="en-US" sz="1600" b="1" kern="1200" dirty="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a:solidFill>
                  <a:srgbClr val="147BD1"/>
                </a:solidFill>
                <a:latin typeface="Courier New" panose="02070309020205020404" pitchFamily="49" charset="0"/>
                <a:ea typeface="+mn-ea"/>
                <a:cs typeface="Courier New" panose="02070309020205020404" pitchFamily="49" charset="0"/>
              </a:defRPr>
            </a:lvl3pPr>
          </a:lstStyle>
          <a:p>
            <a:pPr marL="0" lvl="0" indent="-287020" algn="l" defTabSz="914400" rtl="0" eaLnBrk="1" latinLnBrk="0" hangingPunct="1">
              <a:lnSpc>
                <a:spcPct val="100000"/>
              </a:lnSpc>
              <a:spcBef>
                <a:spcPts val="1200"/>
              </a:spcBef>
              <a:buClr>
                <a:srgbClr val="147BD1"/>
              </a:buClr>
              <a:buSzPct val="100000"/>
              <a:buFontTx/>
              <a:buNone/>
            </a:pPr>
            <a:r>
              <a:rPr lang="en-US" dirty="0"/>
              <a:t>First level 18pt (insert: example of code or script highlighting construct)</a:t>
            </a:r>
          </a:p>
          <a:p>
            <a:pPr marL="91440" lvl="1" indent="0" algn="l" defTabSz="914400" rtl="0" eaLnBrk="1" latinLnBrk="0" hangingPunct="1">
              <a:lnSpc>
                <a:spcPct val="100000"/>
              </a:lnSpc>
              <a:spcBef>
                <a:spcPts val="1200"/>
              </a:spcBef>
              <a:buClr>
                <a:srgbClr val="147BD1"/>
              </a:buClr>
              <a:buSzPct val="100000"/>
              <a:buFontTx/>
              <a:buNone/>
            </a:pPr>
            <a:r>
              <a:rPr lang="en-US" dirty="0"/>
              <a:t>Second level 16pt</a:t>
            </a:r>
          </a:p>
          <a:p>
            <a:pPr marL="365760" lvl="2" indent="0" algn="l" defTabSz="914400" rtl="0" eaLnBrk="1" latinLnBrk="0" hangingPunct="1">
              <a:lnSpc>
                <a:spcPct val="100000"/>
              </a:lnSpc>
              <a:spcBef>
                <a:spcPts val="600"/>
              </a:spcBef>
              <a:buClr>
                <a:srgbClr val="147BD1"/>
              </a:buClr>
              <a:buFontTx/>
              <a:buNone/>
            </a:pPr>
            <a:r>
              <a:rPr lang="en-US" dirty="0"/>
              <a:t>Third level 14pt</a:t>
            </a:r>
          </a:p>
        </p:txBody>
      </p:sp>
      <p:sp>
        <p:nvSpPr>
          <p:cNvPr id="12" name="Content Placeholder 11">
            <a:extLst>
              <a:ext uri="{FF2B5EF4-FFF2-40B4-BE49-F238E27FC236}">
                <a16:creationId xmlns:a16="http://schemas.microsoft.com/office/drawing/2014/main" id="{9F43CCAD-85FD-4995-A9BA-957B88677717}"/>
              </a:ext>
            </a:extLst>
          </p:cNvPr>
          <p:cNvSpPr>
            <a:spLocks noGrp="1"/>
          </p:cNvSpPr>
          <p:nvPr>
            <p:ph sz="quarter" idx="19" hasCustomPrompt="1"/>
          </p:nvPr>
        </p:nvSpPr>
        <p:spPr>
          <a:xfrm>
            <a:off x="6126163" y="2468563"/>
            <a:ext cx="5761037" cy="2011362"/>
          </a:xfrm>
        </p:spPr>
        <p:txBody>
          <a:bodyPr/>
          <a:lstStyle/>
          <a:p>
            <a:pPr lvl="0"/>
            <a:r>
              <a:rPr lang="en-US" dirty="0"/>
              <a:t>First level 20pt (insert: guidelines, explanation, or usage)</a:t>
            </a:r>
          </a:p>
          <a:p>
            <a:pPr lvl="1"/>
            <a:r>
              <a:rPr lang="en-US" dirty="0"/>
              <a:t>Second level</a:t>
            </a:r>
          </a:p>
          <a:p>
            <a:pPr lvl="2"/>
            <a:r>
              <a:rPr lang="en-US" dirty="0"/>
              <a:t>Third level</a:t>
            </a:r>
          </a:p>
        </p:txBody>
      </p:sp>
      <p:sp>
        <p:nvSpPr>
          <p:cNvPr id="14" name="Content Placeholder 13">
            <a:extLst>
              <a:ext uri="{FF2B5EF4-FFF2-40B4-BE49-F238E27FC236}">
                <a16:creationId xmlns:a16="http://schemas.microsoft.com/office/drawing/2014/main" id="{ED33B527-DB9A-48A6-AB64-3FD9C211B381}"/>
              </a:ext>
            </a:extLst>
          </p:cNvPr>
          <p:cNvSpPr>
            <a:spLocks noGrp="1"/>
          </p:cNvSpPr>
          <p:nvPr>
            <p:ph sz="quarter" idx="20" hasCustomPrompt="1"/>
          </p:nvPr>
        </p:nvSpPr>
        <p:spPr>
          <a:xfrm>
            <a:off x="274638" y="2468563"/>
            <a:ext cx="5761037" cy="2011362"/>
          </a:xfrm>
        </p:spPr>
        <p:txBody>
          <a:bodyPr/>
          <a:lstStyle/>
          <a:p>
            <a:pPr lvl="0"/>
            <a:r>
              <a:rPr lang="en-US" dirty="0"/>
              <a:t>First level 20pt (insert: guidelines, explanation, or usage)</a:t>
            </a:r>
          </a:p>
          <a:p>
            <a:pPr lvl="1"/>
            <a:r>
              <a:rPr lang="en-US" dirty="0"/>
              <a:t>Second level</a:t>
            </a:r>
          </a:p>
          <a:p>
            <a:pPr lvl="2"/>
            <a:r>
              <a:rPr lang="en-US" dirty="0"/>
              <a:t>Third level</a:t>
            </a:r>
          </a:p>
        </p:txBody>
      </p:sp>
    </p:spTree>
    <p:extLst>
      <p:ext uri="{BB962C8B-B14F-4D97-AF65-F5344CB8AC3E}">
        <p14:creationId xmlns:p14="http://schemas.microsoft.com/office/powerpoint/2010/main" val="17792015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de/Scripts Vertical">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005840"/>
            <a:ext cx="5394960" cy="54864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 (insert: syntax of command-line construct) </a:t>
            </a:r>
          </a:p>
          <a:p>
            <a:pPr marL="365760" marR="0" lvl="1" indent="0" fontAlgn="auto">
              <a:lnSpc>
                <a:spcPct val="90000"/>
              </a:lnSpc>
              <a:spcBef>
                <a:spcPts val="1000"/>
              </a:spcBef>
              <a:spcAft>
                <a:spcPts val="0"/>
              </a:spcAft>
              <a:buClrTx/>
              <a:buSzTx/>
              <a:buNone/>
              <a:tabLst/>
            </a:pPr>
            <a:r>
              <a:rPr lang="en-US" dirty="0"/>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dirty="0">
                <a:latin typeface="Courier New" panose="02070309020205020404" pitchFamily="49" charset="0"/>
                <a:cs typeface="Courier New" panose="02070309020205020404" pitchFamily="49" charset="0"/>
              </a:rPr>
              <a:t>Third level 14pt</a:t>
            </a:r>
            <a:endParaRPr lang="en-US" dirty="0"/>
          </a:p>
        </p:txBody>
      </p:sp>
      <p:sp>
        <p:nvSpPr>
          <p:cNvPr id="8" name="Content Placeholder 7"/>
          <p:cNvSpPr>
            <a:spLocks noGrp="1"/>
          </p:cNvSpPr>
          <p:nvPr>
            <p:ph sz="quarter" idx="13" hasCustomPrompt="1"/>
          </p:nvPr>
        </p:nvSpPr>
        <p:spPr>
          <a:xfrm>
            <a:off x="6126480" y="1005840"/>
            <a:ext cx="5760720" cy="1371600"/>
          </a:xfrm>
          <a:prstGeom prst="rect">
            <a:avLst/>
          </a:prstGeom>
        </p:spPr>
        <p:txBody>
          <a:bodyPr/>
          <a:lstStyle>
            <a:lvl1pPr marL="0" indent="0">
              <a:buFontTx/>
              <a:buNone/>
              <a:defRPr sz="2000"/>
            </a:lvl1pPr>
            <a:lvl2pPr>
              <a:defRPr/>
            </a:lvl2pPr>
            <a:lvl3pPr>
              <a:defRPr/>
            </a:lvl3pPr>
          </a:lstStyle>
          <a:p>
            <a:pPr lvl="0"/>
            <a:r>
              <a:rPr lang="en-US" dirty="0"/>
              <a:t>First level 20pt (insert: guidelines, explanation, or usage)</a:t>
            </a:r>
          </a:p>
          <a:p>
            <a:pPr lvl="1"/>
            <a:r>
              <a:rPr lang="en-US" dirty="0"/>
              <a:t>Second level 18pt</a:t>
            </a:r>
          </a:p>
        </p:txBody>
      </p:sp>
      <p:sp>
        <p:nvSpPr>
          <p:cNvPr id="5" name="Title 4"/>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FD116991-9908-433B-9F4D-26AFDDE259F4}"/>
              </a:ext>
            </a:extLst>
          </p:cNvPr>
          <p:cNvSpPr>
            <a:spLocks noGrp="1"/>
          </p:cNvSpPr>
          <p:nvPr>
            <p:ph sz="quarter" idx="16" hasCustomPrompt="1"/>
          </p:nvPr>
        </p:nvSpPr>
        <p:spPr>
          <a:xfrm>
            <a:off x="6126163" y="2468880"/>
            <a:ext cx="5761037"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dirty="0"/>
              <a:t>First level 18pt Courier New (insert: example of code or script highlighting construct)</a:t>
            </a:r>
          </a:p>
          <a:p>
            <a:pPr lvl="1"/>
            <a:r>
              <a:rPr lang="en-US" dirty="0"/>
              <a:t>Second level 16pt</a:t>
            </a:r>
          </a:p>
          <a:p>
            <a:pPr lvl="2"/>
            <a:r>
              <a:rPr lang="en-US" dirty="0"/>
              <a:t>Third level 14pt</a:t>
            </a:r>
          </a:p>
          <a:p>
            <a:pPr lvl="3"/>
            <a:r>
              <a:rPr lang="en-US" dirty="0"/>
              <a:t>Fourth level 12pt</a:t>
            </a:r>
          </a:p>
        </p:txBody>
      </p:sp>
      <p:sp>
        <p:nvSpPr>
          <p:cNvPr id="2" name="Footer Placeholder 1">
            <a:extLst>
              <a:ext uri="{FF2B5EF4-FFF2-40B4-BE49-F238E27FC236}">
                <a16:creationId xmlns:a16="http://schemas.microsoft.com/office/drawing/2014/main" id="{BDB408DB-22C6-4C39-9983-ABB6715C8FDE}"/>
              </a:ext>
            </a:extLst>
          </p:cNvPr>
          <p:cNvSpPr>
            <a:spLocks noGrp="1"/>
          </p:cNvSpPr>
          <p:nvPr>
            <p:ph type="ftr"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9" name="Slide Number Placeholder 8">
            <a:extLst>
              <a:ext uri="{FF2B5EF4-FFF2-40B4-BE49-F238E27FC236}">
                <a16:creationId xmlns:a16="http://schemas.microsoft.com/office/drawing/2014/main" id="{462B135A-BE8C-4664-973A-E487A0D02BBF}"/>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40688531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de/Scripts Horizontal">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005840"/>
            <a:ext cx="5303520" cy="402336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 (insert: syntax of command-line construct)</a:t>
            </a:r>
          </a:p>
          <a:p>
            <a:pPr marL="365760" marR="0" lvl="1" indent="0" fontAlgn="auto">
              <a:lnSpc>
                <a:spcPct val="90000"/>
              </a:lnSpc>
              <a:spcBef>
                <a:spcPts val="1000"/>
              </a:spcBef>
              <a:spcAft>
                <a:spcPts val="0"/>
              </a:spcAft>
              <a:buClrTx/>
              <a:buSzTx/>
              <a:buNone/>
              <a:tabLst/>
            </a:pPr>
            <a:r>
              <a:rPr lang="en-US" dirty="0"/>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dirty="0">
                <a:latin typeface="Courier New" panose="02070309020205020404" pitchFamily="49" charset="0"/>
                <a:cs typeface="Courier New" panose="02070309020205020404" pitchFamily="49" charset="0"/>
              </a:rPr>
              <a:t>Third level 14pt</a:t>
            </a:r>
            <a:endParaRPr lang="en-US" dirty="0"/>
          </a:p>
        </p:txBody>
      </p:sp>
      <p:sp>
        <p:nvSpPr>
          <p:cNvPr id="8" name="Content Placeholder 7"/>
          <p:cNvSpPr>
            <a:spLocks noGrp="1"/>
          </p:cNvSpPr>
          <p:nvPr>
            <p:ph sz="quarter" idx="13" hasCustomPrompt="1"/>
          </p:nvPr>
        </p:nvSpPr>
        <p:spPr>
          <a:xfrm>
            <a:off x="274320" y="5120640"/>
            <a:ext cx="11612880" cy="1371600"/>
          </a:xfrm>
          <a:prstGeom prst="rect">
            <a:avLst/>
          </a:prstGeom>
        </p:spPr>
        <p:txBody>
          <a:bodyPr/>
          <a:lstStyle>
            <a:lvl1pPr marL="0" indent="0">
              <a:buFontTx/>
              <a:buNone/>
              <a:defRPr sz="2000"/>
            </a:lvl1pPr>
            <a:lvl2pPr>
              <a:defRPr/>
            </a:lvl2pPr>
            <a:lvl3pPr>
              <a:defRPr/>
            </a:lvl3pPr>
          </a:lstStyle>
          <a:p>
            <a:pPr lvl="0"/>
            <a:r>
              <a:rPr lang="en-US" dirty="0"/>
              <a:t>First level 20pt (insert: guidelines, explanation, or usage)</a:t>
            </a:r>
          </a:p>
          <a:p>
            <a:pPr lvl="1"/>
            <a:r>
              <a:rPr lang="en-US" dirty="0"/>
              <a:t>Second level 18pt</a:t>
            </a:r>
          </a:p>
          <a:p>
            <a:pPr lvl="2"/>
            <a:r>
              <a:rPr lang="en-US" dirty="0"/>
              <a:t>Third level 16pt</a:t>
            </a:r>
          </a:p>
        </p:txBody>
      </p:sp>
      <p:sp>
        <p:nvSpPr>
          <p:cNvPr id="5" name="Title 4"/>
          <p:cNvSpPr>
            <a:spLocks noGrp="1"/>
          </p:cNvSpPr>
          <p:nvPr>
            <p:ph type="title"/>
          </p:nvPr>
        </p:nvSpPr>
        <p:spPr/>
        <p:txBody>
          <a:bodyPr/>
          <a:lstStyle/>
          <a:p>
            <a:r>
              <a:rPr lang="en-US"/>
              <a:t>Click to edit Master title style</a:t>
            </a:r>
          </a:p>
        </p:txBody>
      </p:sp>
      <p:sp>
        <p:nvSpPr>
          <p:cNvPr id="12" name="Content Placeholder 11"/>
          <p:cNvSpPr>
            <a:spLocks noGrp="1"/>
          </p:cNvSpPr>
          <p:nvPr>
            <p:ph sz="quarter" idx="16" hasCustomPrompt="1"/>
          </p:nvPr>
        </p:nvSpPr>
        <p:spPr>
          <a:xfrm>
            <a:off x="6126480" y="1005840"/>
            <a:ext cx="5760720"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dirty="0"/>
              <a:t>First level 18pt Courier New (insert: example of </a:t>
            </a:r>
            <a:r>
              <a:rPr lang="en-US" dirty="0" err="1"/>
              <a:t>code|script</a:t>
            </a:r>
            <a:r>
              <a:rPr lang="en-US" dirty="0"/>
              <a:t> highlighting construct)</a:t>
            </a:r>
          </a:p>
          <a:p>
            <a:pPr lvl="1"/>
            <a:r>
              <a:rPr lang="en-US" dirty="0"/>
              <a:t>Second level 16pt</a:t>
            </a:r>
          </a:p>
          <a:p>
            <a:pPr lvl="2"/>
            <a:r>
              <a:rPr lang="en-US" dirty="0"/>
              <a:t>Third level 14pt</a:t>
            </a:r>
          </a:p>
          <a:p>
            <a:pPr lvl="3"/>
            <a:r>
              <a:rPr lang="en-US" dirty="0"/>
              <a:t>Fourth level 12pt</a:t>
            </a:r>
          </a:p>
        </p:txBody>
      </p:sp>
      <p:sp>
        <p:nvSpPr>
          <p:cNvPr id="2" name="Footer Placeholder 1">
            <a:extLst>
              <a:ext uri="{FF2B5EF4-FFF2-40B4-BE49-F238E27FC236}">
                <a16:creationId xmlns:a16="http://schemas.microsoft.com/office/drawing/2014/main" id="{EFE28A82-CE06-4C7D-8D50-8F0941E582B7}"/>
              </a:ext>
            </a:extLst>
          </p:cNvPr>
          <p:cNvSpPr>
            <a:spLocks noGrp="1"/>
          </p:cNvSpPr>
          <p:nvPr>
            <p:ph type="ftr"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7" name="Slide Number Placeholder 6">
            <a:extLst>
              <a:ext uri="{FF2B5EF4-FFF2-40B4-BE49-F238E27FC236}">
                <a16:creationId xmlns:a16="http://schemas.microsoft.com/office/drawing/2014/main" id="{5E63C453-2F3E-4BE4-B2FD-28FB0A952322}"/>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571478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xes (4)">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4320" y="239268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vl2pPr>
              <a:defRPr/>
            </a:lvl2pPr>
          </a:lstStyle>
          <a:p>
            <a:r>
              <a:rPr lang="en-US" dirty="0"/>
              <a:t>20pt (add: definition or answer)</a:t>
            </a:r>
          </a:p>
          <a:p>
            <a:pPr lvl="1"/>
            <a:r>
              <a:rPr lang="en-US" b="0" dirty="0"/>
              <a:t>Second level 18pt</a:t>
            </a:r>
          </a:p>
        </p:txBody>
      </p:sp>
      <p:sp>
        <p:nvSpPr>
          <p:cNvPr id="9" name="Content Placeholder 2"/>
          <p:cNvSpPr>
            <a:spLocks noGrp="1"/>
          </p:cNvSpPr>
          <p:nvPr>
            <p:ph idx="10" hasCustomPrompt="1"/>
          </p:nvPr>
        </p:nvSpPr>
        <p:spPr>
          <a:xfrm>
            <a:off x="763206" y="100584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15" name="Content Placeholder 2"/>
          <p:cNvSpPr>
            <a:spLocks noGrp="1"/>
          </p:cNvSpPr>
          <p:nvPr>
            <p:ph idx="12" hasCustomPrompt="1"/>
          </p:nvPr>
        </p:nvSpPr>
        <p:spPr>
          <a:xfrm>
            <a:off x="6400799" y="239268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dirty="0"/>
              <a:t>20pt (add: definition or answer)</a:t>
            </a:r>
          </a:p>
          <a:p>
            <a:pPr lvl="1"/>
            <a:r>
              <a:rPr lang="en-US" b="0" dirty="0"/>
              <a:t>Second level 18pt</a:t>
            </a:r>
          </a:p>
        </p:txBody>
      </p:sp>
      <p:sp>
        <p:nvSpPr>
          <p:cNvPr id="16" name="Content Placeholder 2"/>
          <p:cNvSpPr>
            <a:spLocks noGrp="1"/>
          </p:cNvSpPr>
          <p:nvPr>
            <p:ph idx="13" hasCustomPrompt="1"/>
          </p:nvPr>
        </p:nvSpPr>
        <p:spPr>
          <a:xfrm>
            <a:off x="6857999" y="100584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17" name="Content Placeholder 2"/>
          <p:cNvSpPr>
            <a:spLocks noGrp="1"/>
          </p:cNvSpPr>
          <p:nvPr>
            <p:ph idx="14" hasCustomPrompt="1"/>
          </p:nvPr>
        </p:nvSpPr>
        <p:spPr>
          <a:xfrm>
            <a:off x="274320" y="516636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dirty="0"/>
              <a:t>20pt (add: definition or answer)</a:t>
            </a:r>
          </a:p>
          <a:p>
            <a:pPr lvl="1"/>
            <a:r>
              <a:rPr lang="en-US" b="0" dirty="0"/>
              <a:t>Second level 18pt</a:t>
            </a:r>
          </a:p>
        </p:txBody>
      </p:sp>
      <p:sp>
        <p:nvSpPr>
          <p:cNvPr id="18" name="Content Placeholder 2"/>
          <p:cNvSpPr>
            <a:spLocks noGrp="1"/>
          </p:cNvSpPr>
          <p:nvPr>
            <p:ph idx="15" hasCustomPrompt="1"/>
          </p:nvPr>
        </p:nvSpPr>
        <p:spPr>
          <a:xfrm>
            <a:off x="763206" y="377952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19" name="Content Placeholder 2"/>
          <p:cNvSpPr>
            <a:spLocks noGrp="1"/>
          </p:cNvSpPr>
          <p:nvPr>
            <p:ph idx="16" hasCustomPrompt="1"/>
          </p:nvPr>
        </p:nvSpPr>
        <p:spPr>
          <a:xfrm>
            <a:off x="6400799" y="516636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dirty="0"/>
              <a:t>20pt (add: definition or answer)</a:t>
            </a:r>
          </a:p>
          <a:p>
            <a:pPr lvl="1"/>
            <a:r>
              <a:rPr lang="en-US" b="0" dirty="0"/>
              <a:t>Second level 18pt</a:t>
            </a:r>
          </a:p>
        </p:txBody>
      </p:sp>
      <p:sp>
        <p:nvSpPr>
          <p:cNvPr id="20" name="Content Placeholder 2"/>
          <p:cNvSpPr>
            <a:spLocks noGrp="1"/>
          </p:cNvSpPr>
          <p:nvPr>
            <p:ph idx="17" hasCustomPrompt="1"/>
          </p:nvPr>
        </p:nvSpPr>
        <p:spPr>
          <a:xfrm>
            <a:off x="6857999" y="377952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D36303D7-964E-4E80-9D95-FB667B570CBD}"/>
              </a:ext>
            </a:extLst>
          </p:cNvPr>
          <p:cNvSpPr>
            <a:spLocks noGrp="1"/>
          </p:cNvSpPr>
          <p:nvPr>
            <p:ph type="ftr"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32E90317-C7ED-4060-8598-BBF8337CE4BE}"/>
              </a:ext>
            </a:extLst>
          </p:cNvPr>
          <p:cNvSpPr>
            <a:spLocks noGrp="1"/>
          </p:cNvSpPr>
          <p:nvPr>
            <p:ph type="sldNum" sz="quarter"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307122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ars (4)">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371599"/>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8" name="Content Placeholder 7"/>
          <p:cNvSpPr>
            <a:spLocks noGrp="1"/>
          </p:cNvSpPr>
          <p:nvPr>
            <p:ph sz="quarter" idx="13" hasCustomPrompt="1"/>
          </p:nvPr>
        </p:nvSpPr>
        <p:spPr>
          <a:xfrm>
            <a:off x="3383280" y="1371599"/>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9" name="Content Placeholder 5"/>
          <p:cNvSpPr>
            <a:spLocks noGrp="1"/>
          </p:cNvSpPr>
          <p:nvPr>
            <p:ph sz="quarter" idx="14" hasCustomPrompt="1"/>
          </p:nvPr>
        </p:nvSpPr>
        <p:spPr>
          <a:xfrm>
            <a:off x="640080" y="256032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10" name="Content Placeholder 7"/>
          <p:cNvSpPr>
            <a:spLocks noGrp="1"/>
          </p:cNvSpPr>
          <p:nvPr>
            <p:ph sz="quarter" idx="15" hasCustomPrompt="1"/>
          </p:nvPr>
        </p:nvSpPr>
        <p:spPr>
          <a:xfrm>
            <a:off x="3383280" y="256032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11" name="Content Placeholder 5"/>
          <p:cNvSpPr>
            <a:spLocks noGrp="1"/>
          </p:cNvSpPr>
          <p:nvPr>
            <p:ph sz="quarter" idx="16" hasCustomPrompt="1"/>
          </p:nvPr>
        </p:nvSpPr>
        <p:spPr>
          <a:xfrm>
            <a:off x="640080" y="384048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12" name="Content Placeholder 7"/>
          <p:cNvSpPr>
            <a:spLocks noGrp="1"/>
          </p:cNvSpPr>
          <p:nvPr>
            <p:ph sz="quarter" idx="17" hasCustomPrompt="1"/>
          </p:nvPr>
        </p:nvSpPr>
        <p:spPr>
          <a:xfrm>
            <a:off x="3383280" y="384048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13" name="Content Placeholder 5"/>
          <p:cNvSpPr>
            <a:spLocks noGrp="1"/>
          </p:cNvSpPr>
          <p:nvPr>
            <p:ph sz="quarter" idx="18" hasCustomPrompt="1"/>
          </p:nvPr>
        </p:nvSpPr>
        <p:spPr>
          <a:xfrm>
            <a:off x="640080" y="502920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14" name="Content Placeholder 7"/>
          <p:cNvSpPr>
            <a:spLocks noGrp="1"/>
          </p:cNvSpPr>
          <p:nvPr>
            <p:ph sz="quarter" idx="19" hasCustomPrompt="1"/>
          </p:nvPr>
        </p:nvSpPr>
        <p:spPr>
          <a:xfrm>
            <a:off x="3383280" y="502920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5" name="Title 4"/>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CC202275-74EC-460D-9787-1EC0B576B71A}"/>
              </a:ext>
            </a:extLst>
          </p:cNvPr>
          <p:cNvSpPr>
            <a:spLocks noGrp="1"/>
          </p:cNvSpPr>
          <p:nvPr>
            <p:ph type="ftr"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7" name="Slide Number Placeholder 6">
            <a:extLst>
              <a:ext uri="{FF2B5EF4-FFF2-40B4-BE49-F238E27FC236}">
                <a16:creationId xmlns:a16="http://schemas.microsoft.com/office/drawing/2014/main" id="{AC692B76-D854-49C7-9866-A243DE7291B5}"/>
              </a:ext>
            </a:extLst>
          </p:cNvPr>
          <p:cNvSpPr>
            <a:spLocks noGrp="1"/>
          </p:cNvSpPr>
          <p:nvPr>
            <p:ph type="sldNum" sz="quarter" idx="2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7618611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rror Bar">
    <p:spTree>
      <p:nvGrpSpPr>
        <p:cNvPr id="1" name=""/>
        <p:cNvGrpSpPr/>
        <p:nvPr/>
      </p:nvGrpSpPr>
      <p:grpSpPr>
        <a:xfrm>
          <a:off x="0" y="0"/>
          <a:ext cx="0" cy="0"/>
          <a:chOff x="0" y="0"/>
          <a:chExt cx="0" cy="0"/>
        </a:xfrm>
      </p:grpSpPr>
      <p:sp>
        <p:nvSpPr>
          <p:cNvPr id="13" name="Content Placeholder 4"/>
          <p:cNvSpPr>
            <a:spLocks noGrp="1"/>
          </p:cNvSpPr>
          <p:nvPr>
            <p:ph idx="1" hasCustomPrompt="1"/>
          </p:nvPr>
        </p:nvSpPr>
        <p:spPr>
          <a:xfrm>
            <a:off x="6126480" y="2468880"/>
            <a:ext cx="5760720" cy="4023360"/>
          </a:xfrm>
          <a:prstGeom prst="rect">
            <a:avLst/>
          </a:prstGeom>
        </p:spPr>
        <p:txBody>
          <a:bodyPr vert="horz" lIns="91440" tIns="45720" rIns="91440" bIns="45720" rtlCol="0">
            <a:normAutofit/>
          </a:bodyPr>
          <a:lstStyle>
            <a:lvl1pPr>
              <a:defRPr lang="en-US" dirty="0"/>
            </a:lvl1pPr>
            <a:lvl2pPr>
              <a:defRPr lang="en-US" noProof="0" dirty="0"/>
            </a:lvl2pPr>
            <a:lvl3pPr>
              <a:defRPr lang="en-US" noProof="0" dirty="0"/>
            </a:lvl3pPr>
            <a:lvl4pPr>
              <a:defRPr lang="en-US" dirty="0"/>
            </a:lvl4pPr>
          </a:lstStyle>
          <a:p>
            <a:pPr lvl="0"/>
            <a:r>
              <a:rPr lang="en-US" dirty="0"/>
              <a:t>First level 20pt (insert either: static image, table, video – For videos, or when it doesn’t fit here, add a separate Title Only slide)</a:t>
            </a:r>
          </a:p>
          <a:p>
            <a:pPr marL="365760" marR="0" lvl="1" indent="-273050" defTabSz="457200" fontAlgn="auto">
              <a:spcAft>
                <a:spcPts val="0"/>
              </a:spcAft>
              <a:buSzTx/>
              <a:tabLst/>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 18pt</a:t>
            </a:r>
          </a:p>
          <a:p>
            <a:pPr marR="0" lvl="2" defTabSz="457200" fontAlgn="auto">
              <a:spcAft>
                <a:spcPts val="0"/>
              </a:spcAft>
              <a:buSzPct val="100000"/>
              <a:tabLst/>
            </a:pPr>
            <a:r>
              <a:rPr kumimoji="0" lang="en-US" sz="1600" b="0" i="0" u="none" strike="noStrike" kern="1200" cap="none" spc="0" normalizeH="0" baseline="0" noProof="0" dirty="0">
                <a:ln>
                  <a:noFill/>
                </a:ln>
                <a:solidFill>
                  <a:srgbClr val="000000"/>
                </a:solidFill>
                <a:effectLst/>
                <a:uLnTx/>
                <a:uFillTx/>
                <a:latin typeface="+mn-lt"/>
                <a:ea typeface="+mn-ea"/>
                <a:cs typeface="+mn-cs"/>
              </a:rPr>
              <a:t>Third level 16pt</a:t>
            </a:r>
          </a:p>
          <a:p>
            <a:pPr marR="0" lvl="3" defTabSz="457200" fontAlgn="auto">
              <a:spcAft>
                <a:spcPts val="0"/>
              </a:spcAft>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 14pt</a:t>
            </a:r>
            <a:endParaRPr lang="en-US" dirty="0"/>
          </a:p>
        </p:txBody>
      </p:sp>
      <p:sp>
        <p:nvSpPr>
          <p:cNvPr id="10" name="Content Placeholder 3"/>
          <p:cNvSpPr>
            <a:spLocks noGrp="1"/>
          </p:cNvSpPr>
          <p:nvPr>
            <p:ph idx="13" hasCustomPrompt="1"/>
          </p:nvPr>
        </p:nvSpPr>
        <p:spPr>
          <a:xfrm>
            <a:off x="274320" y="2468880"/>
            <a:ext cx="576072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definition: include a brief explanation of the error)</a:t>
            </a:r>
          </a:p>
          <a:p>
            <a:pPr marL="365760" marR="0" lvl="1" indent="-273050" defTabSz="457200" fontAlgn="auto">
              <a:spcAft>
                <a:spcPts val="0"/>
              </a:spcAft>
              <a:buSzTx/>
              <a:tabLst/>
            </a:pPr>
            <a:r>
              <a:rPr lang="en-US" dirty="0"/>
              <a:t>Second level 18pt</a:t>
            </a:r>
          </a:p>
          <a:p>
            <a:pPr marR="0" lvl="2" defTabSz="457200" fontAlgn="auto">
              <a:spcAft>
                <a:spcPts val="0"/>
              </a:spcAft>
              <a:buSzPct val="100000"/>
              <a:tabLst/>
            </a:pPr>
            <a:r>
              <a:rPr lang="en-US" dirty="0"/>
              <a:t>Third level 16pt</a:t>
            </a:r>
          </a:p>
          <a:p>
            <a:pPr marR="0" lvl="3" defTabSz="457200" fontAlgn="auto">
              <a:spcAft>
                <a:spcPts val="0"/>
              </a:spcAft>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Error Code and Message)</a:t>
            </a:r>
          </a:p>
          <a:p>
            <a:pPr marL="365760" lvl="1" indent="-274320"/>
            <a:r>
              <a:rPr lang="en-US" dirty="0"/>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7C6565F7-10BC-4F90-AFB7-9BC557BA1573}"/>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61F539B4-B62E-450B-8A1E-91E4BC0CFF2A}"/>
              </a:ext>
            </a:extLst>
          </p:cNvPr>
          <p:cNvSpPr>
            <a:spLocks noGrp="1"/>
          </p:cNvSpPr>
          <p:nvPr>
            <p:ph type="sldNum" sz="quarter" idx="15"/>
          </p:nvPr>
        </p:nvSpPr>
        <p:spPr/>
        <p:txBody>
          <a:bodyPr/>
          <a:lstStyle/>
          <a:p>
            <a:fld id="{B6FA71F5-8E13-46C5-A63A-9121BEB3B8A9}" type="slidenum">
              <a:rPr lang="en-US" smtClean="0"/>
              <a:pPr/>
              <a:t>‹#›</a:t>
            </a:fld>
            <a:endParaRPr lang="en-US" dirty="0"/>
          </a:p>
        </p:txBody>
      </p:sp>
      <p:sp>
        <p:nvSpPr>
          <p:cNvPr id="8" name="Content Placeholder 3">
            <a:extLst>
              <a:ext uri="{FF2B5EF4-FFF2-40B4-BE49-F238E27FC236}">
                <a16:creationId xmlns:a16="http://schemas.microsoft.com/office/drawing/2014/main" id="{ECBD9DD2-AC25-411E-90E0-BC9783CAF60B}"/>
              </a:ext>
            </a:extLst>
          </p:cNvPr>
          <p:cNvSpPr>
            <a:spLocks noGrp="1"/>
          </p:cNvSpPr>
          <p:nvPr>
            <p:ph idx="16" hasCustomPrompt="1"/>
          </p:nvPr>
        </p:nvSpPr>
        <p:spPr>
          <a:xfrm>
            <a:off x="274320" y="4480560"/>
            <a:ext cx="576072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solution: provide a means for solving the error)</a:t>
            </a:r>
          </a:p>
          <a:p>
            <a:pPr marL="365760" marR="0" lvl="1" indent="-273050" defTabSz="457200" fontAlgn="auto">
              <a:spcAft>
                <a:spcPts val="0"/>
              </a:spcAft>
              <a:buSzTx/>
              <a:tabLst/>
            </a:pPr>
            <a:r>
              <a:rPr lang="en-US" dirty="0"/>
              <a:t>Second level 18pt</a:t>
            </a:r>
          </a:p>
          <a:p>
            <a:pPr marR="0" lvl="2" defTabSz="457200" fontAlgn="auto">
              <a:spcAft>
                <a:spcPts val="0"/>
              </a:spcAft>
              <a:buSzPct val="100000"/>
              <a:tabLst/>
            </a:pPr>
            <a:r>
              <a:rPr lang="en-US" dirty="0"/>
              <a:t>Third level 16pt</a:t>
            </a:r>
          </a:p>
          <a:p>
            <a:pPr marR="0" lvl="3" defTabSz="457200" fontAlgn="auto">
              <a:spcAft>
                <a:spcPts val="0"/>
              </a:spcAft>
              <a:buSzTx/>
              <a:tabLst/>
            </a:pPr>
            <a:r>
              <a:rPr lang="en-US" dirty="0"/>
              <a:t>Fourth level 14pt</a:t>
            </a:r>
          </a:p>
        </p:txBody>
      </p:sp>
    </p:spTree>
    <p:custDataLst>
      <p:tags r:id="rId1"/>
    </p:custDataLst>
    <p:extLst>
      <p:ext uri="{BB962C8B-B14F-4D97-AF65-F5344CB8AC3E}">
        <p14:creationId xmlns:p14="http://schemas.microsoft.com/office/powerpoint/2010/main" val="20214696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rror Box">
    <p:spTree>
      <p:nvGrpSpPr>
        <p:cNvPr id="1" name=""/>
        <p:cNvGrpSpPr/>
        <p:nvPr/>
      </p:nvGrpSpPr>
      <p:grpSpPr>
        <a:xfrm>
          <a:off x="0" y="0"/>
          <a:ext cx="0" cy="0"/>
          <a:chOff x="0" y="0"/>
          <a:chExt cx="0" cy="0"/>
        </a:xfrm>
      </p:grpSpPr>
      <p:sp>
        <p:nvSpPr>
          <p:cNvPr id="14" name="Content Placeholder 4">
            <a:extLst>
              <a:ext uri="{FF2B5EF4-FFF2-40B4-BE49-F238E27FC236}">
                <a16:creationId xmlns:a16="http://schemas.microsoft.com/office/drawing/2014/main" id="{DF84C0E8-A906-441E-92E6-9B935620E63F}"/>
              </a:ext>
            </a:extLst>
          </p:cNvPr>
          <p:cNvSpPr>
            <a:spLocks noGrp="1"/>
          </p:cNvSpPr>
          <p:nvPr>
            <p:ph idx="1" hasCustomPrompt="1"/>
          </p:nvPr>
        </p:nvSpPr>
        <p:spPr>
          <a:xfrm>
            <a:off x="5943600" y="1009356"/>
            <a:ext cx="5943600" cy="5486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static image, table, video – For videos, or when it doesn’t fit here, add a separate Title Only slide)</a:t>
            </a:r>
          </a:p>
          <a:p>
            <a:pPr lvl="1"/>
            <a:r>
              <a:rPr lang="en-US" dirty="0"/>
              <a:t>Second level 18pt</a:t>
            </a:r>
          </a:p>
          <a:p>
            <a:pPr lvl="2"/>
            <a:r>
              <a:rPr lang="en-US" dirty="0"/>
              <a:t>Third level 16pt</a:t>
            </a:r>
          </a:p>
          <a:p>
            <a:pPr lvl="3"/>
            <a:r>
              <a:rPr lang="en-US" dirty="0"/>
              <a:t>Fourth level 14pt</a:t>
            </a:r>
          </a:p>
        </p:txBody>
      </p:sp>
      <p:sp>
        <p:nvSpPr>
          <p:cNvPr id="15" name="Content Placeholder 3">
            <a:extLst>
              <a:ext uri="{FF2B5EF4-FFF2-40B4-BE49-F238E27FC236}">
                <a16:creationId xmlns:a16="http://schemas.microsoft.com/office/drawing/2014/main" id="{A731B7C3-130F-46CD-8A0C-EF412D94C096}"/>
              </a:ext>
            </a:extLst>
          </p:cNvPr>
          <p:cNvSpPr>
            <a:spLocks noGrp="1"/>
          </p:cNvSpPr>
          <p:nvPr>
            <p:ph idx="11" hasCustomPrompt="1"/>
          </p:nvPr>
        </p:nvSpPr>
        <p:spPr>
          <a:xfrm>
            <a:off x="274320" y="2468880"/>
            <a:ext cx="557784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dirty="0"/>
              <a:t>First level 20pt (insert definition: include a brief explanation of the error)</a:t>
            </a:r>
          </a:p>
          <a:p>
            <a:pPr lvl="1"/>
            <a:r>
              <a:rPr lang="en-US" dirty="0"/>
              <a:t>Second level 18pt</a:t>
            </a:r>
          </a:p>
          <a:p>
            <a:pPr lvl="2"/>
            <a:r>
              <a:rPr lang="en-US" dirty="0"/>
              <a:t>Third level 16pt</a:t>
            </a:r>
          </a:p>
        </p:txBody>
      </p:sp>
      <p:sp>
        <p:nvSpPr>
          <p:cNvPr id="16" name="Content Placeholder 2">
            <a:extLst>
              <a:ext uri="{FF2B5EF4-FFF2-40B4-BE49-F238E27FC236}">
                <a16:creationId xmlns:a16="http://schemas.microsoft.com/office/drawing/2014/main" id="{E191D080-9783-4FA7-8BF7-A18F4AFB21C0}"/>
              </a:ext>
            </a:extLst>
          </p:cNvPr>
          <p:cNvSpPr>
            <a:spLocks noGrp="1"/>
          </p:cNvSpPr>
          <p:nvPr>
            <p:ph idx="10" hasCustomPrompt="1"/>
          </p:nvPr>
        </p:nvSpPr>
        <p:spPr>
          <a:xfrm>
            <a:off x="640080" y="1005840"/>
            <a:ext cx="521208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marL="182880" indent="-182880">
              <a:spcBef>
                <a:spcPts val="600"/>
              </a:spcBef>
              <a:defRPr lang="en-US" baseline="0" dirty="0">
                <a:solidFill>
                  <a:srgbClr val="333333"/>
                </a:solidFill>
              </a:defRPr>
            </a:lvl2pPr>
            <a:lvl3pPr>
              <a:defRPr lang="en-US" baseline="0" dirty="0">
                <a:solidFill>
                  <a:srgbClr val="333333"/>
                </a:solidFill>
              </a:defRPr>
            </a:lvl3pPr>
          </a:lstStyle>
          <a:p>
            <a:pPr lvl="0"/>
            <a:r>
              <a:rPr lang="en-US" dirty="0"/>
              <a:t>First level 20pt (insert: Error Code and Message)</a:t>
            </a:r>
          </a:p>
          <a:p>
            <a:pPr marL="365760" lvl="1" indent="-274320"/>
            <a:r>
              <a:rPr lang="en-US" dirty="0"/>
              <a:t>Second level 18pt</a:t>
            </a:r>
          </a:p>
        </p:txBody>
      </p:sp>
      <p:sp>
        <p:nvSpPr>
          <p:cNvPr id="19" name="Title 3">
            <a:extLst>
              <a:ext uri="{FF2B5EF4-FFF2-40B4-BE49-F238E27FC236}">
                <a16:creationId xmlns:a16="http://schemas.microsoft.com/office/drawing/2014/main" id="{7B8C9E1D-196B-4CA2-9A61-1678C01CA0E2}"/>
              </a:ext>
            </a:extLst>
          </p:cNvPr>
          <p:cNvSpPr>
            <a:spLocks noGrp="1"/>
          </p:cNvSpPr>
          <p:nvPr>
            <p:ph type="title"/>
          </p:nvPr>
        </p:nvSpPr>
        <p:spPr>
          <a:xfrm>
            <a:off x="274320" y="91440"/>
            <a:ext cx="11612880" cy="868680"/>
          </a:xfrm>
        </p:spPr>
        <p:txBody>
          <a:bodyPr/>
          <a:lstStyle/>
          <a:p>
            <a:r>
              <a:rPr lang="en-US"/>
              <a:t>Click to edit Master title style</a:t>
            </a:r>
          </a:p>
        </p:txBody>
      </p:sp>
      <p:sp>
        <p:nvSpPr>
          <p:cNvPr id="2" name="Footer Placeholder 1">
            <a:extLst>
              <a:ext uri="{FF2B5EF4-FFF2-40B4-BE49-F238E27FC236}">
                <a16:creationId xmlns:a16="http://schemas.microsoft.com/office/drawing/2014/main" id="{1EE7643B-8695-405A-BF19-FEC0A2ED9259}"/>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3" name="Slide Number Placeholder 2">
            <a:extLst>
              <a:ext uri="{FF2B5EF4-FFF2-40B4-BE49-F238E27FC236}">
                <a16:creationId xmlns:a16="http://schemas.microsoft.com/office/drawing/2014/main" id="{11177E20-32E7-4629-9984-E538F6962752}"/>
              </a:ext>
            </a:extLst>
          </p:cNvPr>
          <p:cNvSpPr>
            <a:spLocks noGrp="1"/>
          </p:cNvSpPr>
          <p:nvPr>
            <p:ph type="sldNum" sz="quarter" idx="13"/>
          </p:nvPr>
        </p:nvSpPr>
        <p:spPr/>
        <p:txBody>
          <a:bodyPr/>
          <a:lstStyle/>
          <a:p>
            <a:fld id="{B6FA71F5-8E13-46C5-A63A-9121BEB3B8A9}" type="slidenum">
              <a:rPr lang="en-US" smtClean="0"/>
              <a:pPr/>
              <a:t>‹#›</a:t>
            </a:fld>
            <a:endParaRPr lang="en-US" dirty="0"/>
          </a:p>
        </p:txBody>
      </p:sp>
      <p:sp>
        <p:nvSpPr>
          <p:cNvPr id="8" name="Content Placeholder 3">
            <a:extLst>
              <a:ext uri="{FF2B5EF4-FFF2-40B4-BE49-F238E27FC236}">
                <a16:creationId xmlns:a16="http://schemas.microsoft.com/office/drawing/2014/main" id="{589F5270-B94D-40C3-B58D-85081985EDC9}"/>
              </a:ext>
            </a:extLst>
          </p:cNvPr>
          <p:cNvSpPr>
            <a:spLocks noGrp="1"/>
          </p:cNvSpPr>
          <p:nvPr>
            <p:ph idx="14" hasCustomPrompt="1"/>
          </p:nvPr>
        </p:nvSpPr>
        <p:spPr>
          <a:xfrm>
            <a:off x="274320" y="4480560"/>
            <a:ext cx="557784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dirty="0"/>
              <a:t>First level 20pt (insert: solution: provide a means for solving the error)</a:t>
            </a:r>
          </a:p>
          <a:p>
            <a:pPr lvl="1"/>
            <a:r>
              <a:rPr lang="en-US" dirty="0"/>
              <a:t>Second level 18pt</a:t>
            </a:r>
          </a:p>
          <a:p>
            <a:pPr lvl="2"/>
            <a:r>
              <a:rPr lang="en-US" dirty="0"/>
              <a:t>Third level 16pt</a:t>
            </a:r>
          </a:p>
        </p:txBody>
      </p:sp>
    </p:spTree>
    <p:custDataLst>
      <p:tags r:id="rId1"/>
    </p:custDataLst>
    <p:extLst>
      <p:ext uri="{BB962C8B-B14F-4D97-AF65-F5344CB8AC3E}">
        <p14:creationId xmlns:p14="http://schemas.microsoft.com/office/powerpoint/2010/main" val="17725255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b List">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274320" y="1028268"/>
            <a:ext cx="11612880" cy="5486400"/>
          </a:xfrm>
          <a:prstGeom prst="rect">
            <a:avLst/>
          </a:prstGeom>
        </p:spPr>
        <p:txBody>
          <a:bodyPr vert="horz" lIns="91440" tIns="45720" rIns="91440" bIns="45720" rtlCol="0">
            <a:normAutofit/>
          </a:bodyPr>
          <a:lstStyle>
            <a:lvl1pPr marL="1097280" indent="-1097280">
              <a:defRPr lang="en-US" dirty="0"/>
            </a:lvl1pPr>
            <a:lvl2pPr>
              <a:defRPr lang="en-US" dirty="0"/>
            </a:lvl2pPr>
            <a:lvl3pPr>
              <a:defRPr lang="en-US" dirty="0"/>
            </a:lvl3pPr>
          </a:lstStyle>
          <a:p>
            <a:pPr lvl="0"/>
            <a:r>
              <a:rPr lang="en-US" dirty="0"/>
              <a:t>Lab X-X		This lab slide has only one thing different from the main Title and Content layout, i.e.,</a:t>
            </a:r>
            <a:br>
              <a:rPr lang="en-US" dirty="0"/>
            </a:br>
            <a:r>
              <a:rPr lang="en-US" dirty="0"/>
              <a:t>wrapping on the second line.</a:t>
            </a:r>
          </a:p>
          <a:p>
            <a:pPr marL="365760" marR="0" lvl="1" indent="-273050" defTabSz="457200" fontAlgn="auto">
              <a:spcAft>
                <a:spcPts val="0"/>
              </a:spcAft>
              <a:buClr>
                <a:srgbClr val="147BD1"/>
              </a:buClr>
              <a:buSzTx/>
              <a:tabLst/>
            </a:pPr>
            <a:r>
              <a:rPr lang="en-US" dirty="0"/>
              <a:t>Second level will look like this and then wrap-around like this in this bulleted fashion, different from the main Title and Content layout, i.e. wrapping on the second line.</a:t>
            </a:r>
          </a:p>
          <a:p>
            <a:pPr marR="0" lvl="2" defTabSz="457200" fontAlgn="auto">
              <a:spcAft>
                <a:spcPts val="0"/>
              </a:spcAft>
              <a:buClr>
                <a:srgbClr val="147BD1"/>
              </a:buClr>
              <a:buSzPct val="100000"/>
              <a:tabLst/>
            </a:pPr>
            <a:r>
              <a:rPr lang="en-US" dirty="0"/>
              <a:t>Third level will look like this and then wrap-around like this in this bulleted fashion different from the main Title and Content layout, i.e. wrapping on the second line.</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E4B8B318-256B-47A9-80BB-69BF164CF993}"/>
              </a:ext>
            </a:extLst>
          </p:cNvPr>
          <p:cNvSpPr>
            <a:spLocks noGrp="1"/>
          </p:cNvSpPr>
          <p:nvPr>
            <p:ph type="ftr" sz="quarter" idx="13"/>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8" name="Slide Number Placeholder 7">
            <a:extLst>
              <a:ext uri="{FF2B5EF4-FFF2-40B4-BE49-F238E27FC236}">
                <a16:creationId xmlns:a16="http://schemas.microsoft.com/office/drawing/2014/main" id="{24018B07-A88F-4210-8EEF-10F77815B41F}"/>
              </a:ext>
            </a:extLst>
          </p:cNvPr>
          <p:cNvSpPr>
            <a:spLocks noGrp="1"/>
          </p:cNvSpPr>
          <p:nvPr>
            <p:ph type="sldNum" sz="quarter" idx="14"/>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3760126798"/>
      </p:ext>
    </p:extLst>
  </p:cSld>
  <p:clrMapOvr>
    <a:masterClrMapping/>
  </p:clrMapOvr>
  <p:transition>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En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32256AA-4400-4EFA-B0DD-71A3D9FD214B}"/>
              </a:ext>
            </a:extLst>
          </p:cNvPr>
          <p:cNvSpPr/>
          <p:nvPr userDrawn="1"/>
        </p:nvSpPr>
        <p:spPr>
          <a:xfrm>
            <a:off x="671906" y="5693163"/>
            <a:ext cx="10835488"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i="1" kern="1200" dirty="0">
                <a:solidFill>
                  <a:srgbClr val="BFBFBF"/>
                </a:solidFill>
                <a:effectLst/>
                <a:latin typeface="+mn-lt"/>
                <a:ea typeface="+mn-ea"/>
                <a:cs typeface="+mn-cs"/>
              </a:rPr>
              <a:t>© Cadence Design Systems, Inc. All rights reserved worldwide. Cadence, the Cadence logo, and the other Cadence marks found at </a:t>
            </a:r>
            <a:r>
              <a:rPr lang="en-US" sz="800" i="1" kern="1200" dirty="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https://</a:t>
            </a:r>
            <a:r>
              <a:rPr lang="en-US" sz="800" i="1" u="sng" kern="1200" dirty="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www.cadence.com/go/trademarks</a:t>
            </a:r>
            <a:r>
              <a:rPr lang="en-US" sz="800" i="1" kern="1200" dirty="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 </a:t>
            </a:r>
            <a:r>
              <a:rPr lang="en-US" sz="800" i="1" kern="1200" dirty="0">
                <a:solidFill>
                  <a:srgbClr val="BFBFBF"/>
                </a:solidFill>
                <a:effectLst/>
                <a:latin typeface="+mn-lt"/>
                <a:ea typeface="+mn-ea"/>
                <a:cs typeface="+mn-cs"/>
              </a:rPr>
              <a:t>are trademarks or registered trademarks of Cadence Design Systems, Inc. Accellera and SystemC are trademarks of Accellera Systems Initiative Inc. All Arm products are registered trademarks or trademarks of Arm Limited (or its subsidiaries) in the US and/or elsewhere. All MIPI specifications are registered trademarks or service marks owned by MIPI Alliance. All PCI-SIG specifications are registered trademarks or trademarks of PCI-SIG. All other trademarks are the property of their respective owners.</a:t>
            </a:r>
            <a:endParaRPr lang="en-US" sz="800" dirty="0">
              <a:solidFill>
                <a:srgbClr val="BFBFBF"/>
              </a:solidFill>
              <a:effectLst/>
            </a:endParaRPr>
          </a:p>
        </p:txBody>
      </p:sp>
      <p:grpSp>
        <p:nvGrpSpPr>
          <p:cNvPr id="12" name="Group 11">
            <a:extLst>
              <a:ext uri="{FF2B5EF4-FFF2-40B4-BE49-F238E27FC236}">
                <a16:creationId xmlns:a16="http://schemas.microsoft.com/office/drawing/2014/main" id="{780D4BA0-6772-4FBA-B460-E804789A3210}"/>
              </a:ext>
            </a:extLst>
          </p:cNvPr>
          <p:cNvGrpSpPr/>
          <p:nvPr userDrawn="1"/>
        </p:nvGrpSpPr>
        <p:grpSpPr>
          <a:xfrm>
            <a:off x="0" y="368"/>
            <a:ext cx="12192000" cy="43178"/>
            <a:chOff x="0" y="368"/>
            <a:chExt cx="12192000" cy="43178"/>
          </a:xfrm>
        </p:grpSpPr>
        <p:sp>
          <p:nvSpPr>
            <p:cNvPr id="13" name="Rectangle 12">
              <a:extLst>
                <a:ext uri="{FF2B5EF4-FFF2-40B4-BE49-F238E27FC236}">
                  <a16:creationId xmlns:a16="http://schemas.microsoft.com/office/drawing/2014/main" id="{B9719461-98B7-4C5A-A3AC-61AB9402C8B4}"/>
                </a:ext>
              </a:extLst>
            </p:cNvPr>
            <p:cNvSpPr/>
            <p:nvPr userDrawn="1"/>
          </p:nvSpPr>
          <p:spPr>
            <a:xfrm>
              <a:off x="4064000" y="368"/>
              <a:ext cx="4064000" cy="43178"/>
            </a:xfrm>
            <a:prstGeom prst="rect">
              <a:avLst/>
            </a:prstGeom>
            <a:gradFill>
              <a:gsLst>
                <a:gs pos="100000">
                  <a:srgbClr val="2DCCD3"/>
                </a:gs>
                <a:gs pos="0">
                  <a:srgbClr val="147BD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0ACE8DE-FC80-4063-9136-1BF658FEBD90}"/>
                </a:ext>
              </a:extLst>
            </p:cNvPr>
            <p:cNvSpPr/>
            <p:nvPr userDrawn="1"/>
          </p:nvSpPr>
          <p:spPr>
            <a:xfrm>
              <a:off x="8128000" y="368"/>
              <a:ext cx="4064000" cy="43178"/>
            </a:xfrm>
            <a:prstGeom prst="rect">
              <a:avLst/>
            </a:prstGeom>
            <a:gradFill>
              <a:gsLst>
                <a:gs pos="100000">
                  <a:srgbClr val="FFB81C"/>
                </a:gs>
                <a:gs pos="0">
                  <a:srgbClr val="84DB0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435138A-D5BA-4BD0-A12A-531F0C834E70}"/>
                </a:ext>
              </a:extLst>
            </p:cNvPr>
            <p:cNvSpPr/>
            <p:nvPr userDrawn="1"/>
          </p:nvSpPr>
          <p:spPr>
            <a:xfrm>
              <a:off x="0" y="368"/>
              <a:ext cx="4064000" cy="43178"/>
            </a:xfrm>
            <a:prstGeom prst="rect">
              <a:avLst/>
            </a:prstGeom>
            <a:gradFill>
              <a:gsLst>
                <a:gs pos="50000">
                  <a:srgbClr val="E4002B"/>
                </a:gs>
                <a:gs pos="100000">
                  <a:srgbClr val="CE0058"/>
                </a:gs>
                <a:gs pos="0">
                  <a:srgbClr val="FF90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2" name="Picture 21" descr="A picture containing television, dark, monitor, drawing&#10;&#10;Description automatically generated">
            <a:extLst>
              <a:ext uri="{FF2B5EF4-FFF2-40B4-BE49-F238E27FC236}">
                <a16:creationId xmlns:a16="http://schemas.microsoft.com/office/drawing/2014/main" id="{6F9E7CED-A756-44CB-87D4-5966CA81915D}"/>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023808" y="2679232"/>
            <a:ext cx="4348449" cy="822960"/>
          </a:xfrm>
          <a:prstGeom prst="rect">
            <a:avLst/>
          </a:prstGeom>
        </p:spPr>
      </p:pic>
    </p:spTree>
    <p:custDataLst>
      <p:tags r:id="rId1"/>
    </p:custDataLst>
    <p:extLst>
      <p:ext uri="{BB962C8B-B14F-4D97-AF65-F5344CB8AC3E}">
        <p14:creationId xmlns:p14="http://schemas.microsoft.com/office/powerpoint/2010/main" val="933996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91440"/>
            <a:ext cx="11612880" cy="8686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Rectangle 5">
            <a:extLst>
              <a:ext uri="{FF2B5EF4-FFF2-40B4-BE49-F238E27FC236}">
                <a16:creationId xmlns:a16="http://schemas.microsoft.com/office/drawing/2014/main" id="{DBBEF982-CF46-4DC8-B0F6-EA3566D25B88}"/>
              </a:ext>
            </a:extLst>
          </p:cNvPr>
          <p:cNvSpPr/>
          <p:nvPr/>
        </p:nvSpPr>
        <p:spPr>
          <a:xfrm>
            <a:off x="0" y="368"/>
            <a:ext cx="4064000" cy="43178"/>
          </a:xfrm>
          <a:prstGeom prst="rect">
            <a:avLst/>
          </a:prstGeom>
          <a:gradFill>
            <a:gsLst>
              <a:gs pos="50000">
                <a:srgbClr val="E4002B"/>
              </a:gs>
              <a:gs pos="100000">
                <a:srgbClr val="CE0058"/>
              </a:gs>
              <a:gs pos="0">
                <a:srgbClr val="FF90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C7A2DC3-D96E-4723-BAEC-8249B7145452}"/>
              </a:ext>
            </a:extLst>
          </p:cNvPr>
          <p:cNvSpPr/>
          <p:nvPr/>
        </p:nvSpPr>
        <p:spPr>
          <a:xfrm>
            <a:off x="4064000" y="368"/>
            <a:ext cx="4064000" cy="43178"/>
          </a:xfrm>
          <a:prstGeom prst="rect">
            <a:avLst/>
          </a:prstGeom>
          <a:gradFill>
            <a:gsLst>
              <a:gs pos="100000">
                <a:srgbClr val="2DCCD3"/>
              </a:gs>
              <a:gs pos="0">
                <a:srgbClr val="147BD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12BC2F7-6B19-4242-8565-0FDA0A8A395B}"/>
              </a:ext>
            </a:extLst>
          </p:cNvPr>
          <p:cNvSpPr/>
          <p:nvPr/>
        </p:nvSpPr>
        <p:spPr>
          <a:xfrm>
            <a:off x="8128000" y="368"/>
            <a:ext cx="4064000" cy="43178"/>
          </a:xfrm>
          <a:prstGeom prst="rect">
            <a:avLst/>
          </a:prstGeom>
          <a:gradFill>
            <a:gsLst>
              <a:gs pos="100000">
                <a:srgbClr val="FFB81C"/>
              </a:gs>
              <a:gs pos="0">
                <a:srgbClr val="84DB0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14">
            <a:extLst>
              <a:ext uri="{FF2B5EF4-FFF2-40B4-BE49-F238E27FC236}">
                <a16:creationId xmlns:a16="http://schemas.microsoft.com/office/drawing/2014/main" id="{AA73B2F4-06BE-466E-81F0-2572D3EA6206}"/>
              </a:ext>
            </a:extLst>
          </p:cNvPr>
          <p:cNvSpPr>
            <a:spLocks noGrp="1"/>
          </p:cNvSpPr>
          <p:nvPr>
            <p:ph type="ftr" sz="quarter" idx="3"/>
          </p:nvPr>
        </p:nvSpPr>
        <p:spPr>
          <a:xfrm>
            <a:off x="640080" y="6537960"/>
            <a:ext cx="2743200" cy="228600"/>
          </a:xfrm>
          <a:prstGeom prst="rect">
            <a:avLst/>
          </a:prstGeom>
        </p:spPr>
        <p:txBody>
          <a:bodyPr vert="horz" lIns="91440" tIns="45720" rIns="91440" bIns="45720" rtlCol="0" anchor="ctr"/>
          <a:lstStyle>
            <a:lvl1pPr algn="l">
              <a:defRPr sz="800">
                <a:solidFill>
                  <a:schemeClr val="tx1"/>
                </a:solidFill>
              </a:defRPr>
            </a:lvl1pPr>
          </a:lstStyle>
          <a:p>
            <a:r>
              <a:rPr lang="en-US" dirty="0">
                <a:cs typeface="Arial" panose="020B0604020202020204" pitchFamily="34" charset="0"/>
              </a:rPr>
              <a:t>© Cadence Design Systems, Inc. All rights reserved.</a:t>
            </a:r>
          </a:p>
        </p:txBody>
      </p:sp>
      <p:sp>
        <p:nvSpPr>
          <p:cNvPr id="16" name="Slide Number Placeholder 15">
            <a:extLst>
              <a:ext uri="{FF2B5EF4-FFF2-40B4-BE49-F238E27FC236}">
                <a16:creationId xmlns:a16="http://schemas.microsoft.com/office/drawing/2014/main" id="{00E72EAB-9DB1-45A3-887A-6AB5721F2F51}"/>
              </a:ext>
            </a:extLst>
          </p:cNvPr>
          <p:cNvSpPr>
            <a:spLocks noGrp="1"/>
          </p:cNvSpPr>
          <p:nvPr>
            <p:ph type="sldNum" sz="quarter" idx="4"/>
          </p:nvPr>
        </p:nvSpPr>
        <p:spPr>
          <a:xfrm>
            <a:off x="274320" y="6537960"/>
            <a:ext cx="365760" cy="228600"/>
          </a:xfrm>
          <a:prstGeom prst="rect">
            <a:avLst/>
          </a:prstGeom>
        </p:spPr>
        <p:txBody>
          <a:bodyPr vert="horz" lIns="91440" tIns="45720" rIns="91440" bIns="45720" rtlCol="0" anchor="ctr"/>
          <a:lstStyle>
            <a:lvl1pPr marL="0" algn="l" defTabSz="914400" rtl="0" eaLnBrk="1" latinLnBrk="0" hangingPunct="1">
              <a:defRPr lang="en-US" sz="800" kern="1200" smtClean="0">
                <a:solidFill>
                  <a:schemeClr val="tx1"/>
                </a:solidFill>
                <a:latin typeface="+mn-lt"/>
                <a:ea typeface="+mn-ea"/>
                <a:cs typeface="Arial" panose="020B0604020202020204" pitchFamily="34" charset="0"/>
              </a:defRPr>
            </a:lvl1pPr>
          </a:lstStyle>
          <a:p>
            <a:fld id="{B6FA71F5-8E13-46C5-A63A-9121BEB3B8A9}" type="slidenum">
              <a:rPr lang="en-US" smtClean="0"/>
              <a:pPr/>
              <a:t>‹#›</a:t>
            </a:fld>
            <a:endParaRPr lang="en-US" dirty="0"/>
          </a:p>
        </p:txBody>
      </p:sp>
      <p:pic>
        <p:nvPicPr>
          <p:cNvPr id="17" name="Picture 16">
            <a:extLst>
              <a:ext uri="{FF2B5EF4-FFF2-40B4-BE49-F238E27FC236}">
                <a16:creationId xmlns:a16="http://schemas.microsoft.com/office/drawing/2014/main" id="{AC0AC7A5-0F82-47FF-B536-40EABB6EEC9C}"/>
              </a:ext>
            </a:extLst>
          </p:cNvPr>
          <p:cNvPicPr>
            <a:picLocks noChangeAspect="1" noChangeArrowheads="1"/>
          </p:cNvPicPr>
          <p:nvPr/>
        </p:nvPicPr>
        <p:blipFill>
          <a:blip r:embed="rId34"/>
          <a:srcRect/>
          <a:stretch/>
        </p:blipFill>
        <p:spPr bwMode="auto">
          <a:xfrm>
            <a:off x="10972800" y="6583680"/>
            <a:ext cx="969264" cy="182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Placeholder 3">
            <a:extLst>
              <a:ext uri="{FF2B5EF4-FFF2-40B4-BE49-F238E27FC236}">
                <a16:creationId xmlns:a16="http://schemas.microsoft.com/office/drawing/2014/main" id="{FF25BA6F-7638-47EA-BFE2-FADEC3DDD112}"/>
              </a:ext>
            </a:extLst>
          </p:cNvPr>
          <p:cNvSpPr>
            <a:spLocks noGrp="1"/>
          </p:cNvSpPr>
          <p:nvPr>
            <p:ph type="body" idx="1"/>
          </p:nvPr>
        </p:nvSpPr>
        <p:spPr>
          <a:xfrm>
            <a:off x="274320" y="1005840"/>
            <a:ext cx="11612880" cy="5486400"/>
          </a:xfrm>
          <a:prstGeom prst="rect">
            <a:avLst/>
          </a:prstGeom>
        </p:spPr>
        <p:txBody>
          <a:bodyPr vert="horz" lIns="91440" tIns="91440" rIns="91440" bIns="91440" rtlCol="0">
            <a:normAutofit/>
          </a:body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TextBox 2">
            <a:extLst>
              <a:ext uri="{FF2B5EF4-FFF2-40B4-BE49-F238E27FC236}">
                <a16:creationId xmlns:a16="http://schemas.microsoft.com/office/drawing/2014/main" id="{4308DEEA-1645-14F3-8692-7F91A409A30D}"/>
              </a:ext>
            </a:extLst>
          </p:cNvPr>
          <p:cNvSpPr txBox="1"/>
          <p:nvPr userDrawn="1"/>
        </p:nvSpPr>
        <p:spPr>
          <a:xfrm>
            <a:off x="3383280" y="609600"/>
            <a:ext cx="7165744" cy="461665"/>
          </a:xfrm>
          <a:prstGeom prst="rect">
            <a:avLst/>
          </a:prstGeom>
          <a:noFill/>
        </p:spPr>
        <p:txBody>
          <a:bodyPr wrap="none" rtlCol="0">
            <a:spAutoFit/>
          </a:bodyPr>
          <a:lstStyle/>
          <a:p>
            <a:r>
              <a:rPr lang="en-US" sz="2400" dirty="0">
                <a:solidFill>
                  <a:schemeClr val="bg2">
                    <a:lumMod val="75000"/>
                  </a:schemeClr>
                </a:solidFill>
              </a:rPr>
              <a:t>(c) Cadence Design Systems Inc. Do not distribute.</a:t>
            </a:r>
          </a:p>
        </p:txBody>
      </p:sp>
    </p:spTree>
    <p:custDataLst>
      <p:tags r:id="rId32"/>
    </p:custDataLst>
    <p:extLst>
      <p:ext uri="{BB962C8B-B14F-4D97-AF65-F5344CB8AC3E}">
        <p14:creationId xmlns:p14="http://schemas.microsoft.com/office/powerpoint/2010/main" val="703093205"/>
      </p:ext>
    </p:extLst>
  </p:cSld>
  <p:clrMap bg1="lt1" tx1="dk1" bg2="lt2" tx2="dk2" accent1="accent1" accent2="accent2" accent3="accent3" accent4="accent4" accent5="accent5" accent6="accent6" hlink="hlink" folHlink="folHlink"/>
  <p:sldLayoutIdLst>
    <p:sldLayoutId id="2147484029" r:id="rId1"/>
    <p:sldLayoutId id="2147484030" r:id="rId2"/>
    <p:sldLayoutId id="2147484031" r:id="rId3"/>
    <p:sldLayoutId id="2147484032" r:id="rId4"/>
    <p:sldLayoutId id="2147484033" r:id="rId5"/>
    <p:sldLayoutId id="2147484034" r:id="rId6"/>
    <p:sldLayoutId id="2147484035" r:id="rId7"/>
    <p:sldLayoutId id="2147484036" r:id="rId8"/>
    <p:sldLayoutId id="2147484037" r:id="rId9"/>
    <p:sldLayoutId id="2147484038" r:id="rId10"/>
    <p:sldLayoutId id="2147484039" r:id="rId11"/>
    <p:sldLayoutId id="2147484040" r:id="rId12"/>
    <p:sldLayoutId id="2147484041" r:id="rId13"/>
    <p:sldLayoutId id="2147484042" r:id="rId14"/>
    <p:sldLayoutId id="2147484043" r:id="rId15"/>
    <p:sldLayoutId id="2147484044" r:id="rId16"/>
    <p:sldLayoutId id="2147484045" r:id="rId17"/>
    <p:sldLayoutId id="2147484046" r:id="rId18"/>
    <p:sldLayoutId id="2147484047" r:id="rId19"/>
    <p:sldLayoutId id="2147484048" r:id="rId20"/>
    <p:sldLayoutId id="2147484049" r:id="rId21"/>
    <p:sldLayoutId id="2147484050" r:id="rId22"/>
    <p:sldLayoutId id="2147484051" r:id="rId23"/>
    <p:sldLayoutId id="2147484052" r:id="rId24"/>
    <p:sldLayoutId id="2147484053" r:id="rId25"/>
    <p:sldLayoutId id="2147484054" r:id="rId26"/>
    <p:sldLayoutId id="2147484055" r:id="rId27"/>
    <p:sldLayoutId id="2147484056" r:id="rId28"/>
    <p:sldLayoutId id="2147484057" r:id="rId29"/>
    <p:sldLayoutId id="2147484058" r:id="rId30"/>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Arial" panose="020B0604020202020204" pitchFamily="34" charset="0"/>
        </a:defRPr>
      </a:lvl1pPr>
    </p:titleStyle>
    <p:bodyStyle>
      <a:lvl1pPr marL="0" indent="0" algn="l" defTabSz="914400" rtl="0" eaLnBrk="1" latinLnBrk="0" hangingPunct="1">
        <a:lnSpc>
          <a:spcPct val="100000"/>
        </a:lnSpc>
        <a:spcBef>
          <a:spcPts val="1000"/>
        </a:spcBef>
        <a:buFontTx/>
        <a:buNone/>
        <a:defRPr sz="2000" kern="1200">
          <a:solidFill>
            <a:schemeClr val="tx1"/>
          </a:solidFill>
          <a:latin typeface="+mn-lt"/>
          <a:ea typeface="+mn-ea"/>
          <a:cs typeface="+mn-cs"/>
        </a:defRPr>
      </a:lvl1pPr>
      <a:lvl2pPr marL="365760" indent="-274320" algn="l" defTabSz="914400" rtl="0" eaLnBrk="1" latinLnBrk="0" hangingPunct="1">
        <a:lnSpc>
          <a:spcPct val="100000"/>
        </a:lnSpc>
        <a:spcBef>
          <a:spcPts val="1200"/>
        </a:spcBef>
        <a:buClr>
          <a:srgbClr val="147BD1"/>
        </a:buClr>
        <a:buSzPct val="100000"/>
        <a:buFont typeface="Arial" panose="020B0604020202020204" pitchFamily="34" charset="0"/>
        <a:buChar char="●"/>
        <a:defRPr lang="en-US" sz="1800" kern="1200" dirty="0">
          <a:solidFill>
            <a:schemeClr val="tx1"/>
          </a:solidFill>
          <a:latin typeface="+mn-lt"/>
          <a:ea typeface="+mn-ea"/>
          <a:cs typeface="+mn-cs"/>
        </a:defRPr>
      </a:lvl2pPr>
      <a:lvl3pPr marL="640080" indent="-274320" algn="l" defTabSz="914400" rtl="0" eaLnBrk="1" latinLnBrk="0" hangingPunct="1">
        <a:lnSpc>
          <a:spcPct val="100000"/>
        </a:lnSpc>
        <a:spcBef>
          <a:spcPts val="600"/>
        </a:spcBef>
        <a:buClr>
          <a:srgbClr val="147BD1"/>
        </a:buClr>
        <a:buFont typeface="Wingdings" panose="05000000000000000000" pitchFamily="2" charset="2"/>
        <a:buChar char="§"/>
        <a:defRPr lang="en-US" sz="1600" kern="1200" dirty="0">
          <a:solidFill>
            <a:schemeClr val="tx1"/>
          </a:solidFill>
          <a:latin typeface="+mn-lt"/>
          <a:ea typeface="+mn-ea"/>
          <a:cs typeface="+mn-cs"/>
        </a:defRPr>
      </a:lvl3pPr>
      <a:lvl4pPr marL="914400" indent="-274320" algn="l" defTabSz="914400" rtl="0" eaLnBrk="1" latinLnBrk="0" hangingPunct="1">
        <a:lnSpc>
          <a:spcPct val="100000"/>
        </a:lnSpc>
        <a:spcBef>
          <a:spcPts val="600"/>
        </a:spcBef>
        <a:buClr>
          <a:srgbClr val="147BD1"/>
        </a:buClr>
        <a:buFont typeface="Courier New" panose="02070309020205020404" pitchFamily="49" charset="0"/>
        <a:buChar char="o"/>
        <a:defRPr lang="en-US" sz="1400" kern="1200" dirty="0">
          <a:solidFill>
            <a:schemeClr val="tx1"/>
          </a:solidFill>
          <a:latin typeface="+mn-lt"/>
          <a:ea typeface="+mn-ea"/>
          <a:cs typeface="+mn-cs"/>
        </a:defRPr>
      </a:lvl4pPr>
      <a:lvl5pPr marL="1188720" indent="-274320" algn="l" defTabSz="914400" rtl="0" eaLnBrk="1" latinLnBrk="0" hangingPunct="1">
        <a:lnSpc>
          <a:spcPct val="100000"/>
        </a:lnSpc>
        <a:spcBef>
          <a:spcPts val="600"/>
        </a:spcBef>
        <a:buClr>
          <a:srgbClr val="147BD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34.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hyperlink" Target="https://www.cadence.com/en_US/home/training/all-courses/82143.html" TargetMode="External"/><Relationship Id="rId13" Type="http://schemas.openxmlformats.org/officeDocument/2006/relationships/hyperlink" Target="https://www.cadence.com/en_US/home/training/all-courses/86325.html" TargetMode="External"/><Relationship Id="rId3" Type="http://schemas.openxmlformats.org/officeDocument/2006/relationships/notesSlide" Target="../notesSlides/notesSlide3.xml"/><Relationship Id="rId7" Type="http://schemas.openxmlformats.org/officeDocument/2006/relationships/hyperlink" Target="https://www.cadence.com/en_US/home/training/all-courses/86218.html" TargetMode="External"/><Relationship Id="rId12" Type="http://schemas.openxmlformats.org/officeDocument/2006/relationships/hyperlink" Target="https://www.cadence.com/en_US/home/training/all-courses/86361.html" TargetMode="External"/><Relationship Id="rId17" Type="http://schemas.openxmlformats.org/officeDocument/2006/relationships/image" Target="../media/image9.png"/><Relationship Id="rId2" Type="http://schemas.openxmlformats.org/officeDocument/2006/relationships/slideLayout" Target="../slideLayouts/slideLayout7.xml"/><Relationship Id="rId16" Type="http://schemas.openxmlformats.org/officeDocument/2006/relationships/hyperlink" Target="https://www.cadence.com/content/dam/cadence-www/global/en_US/documents/training/learning-maps.pdf" TargetMode="External"/><Relationship Id="rId1" Type="http://schemas.openxmlformats.org/officeDocument/2006/relationships/tags" Target="../tags/tag35.xml"/><Relationship Id="rId6" Type="http://schemas.openxmlformats.org/officeDocument/2006/relationships/hyperlink" Target="https://www.cadence.com/en_US/home/training/all-courses/82110.html" TargetMode="External"/><Relationship Id="rId11" Type="http://schemas.openxmlformats.org/officeDocument/2006/relationships/hyperlink" Target="https://www.cadence.com/en_US/home/training/all-courses/86136.html" TargetMode="External"/><Relationship Id="rId5" Type="http://schemas.openxmlformats.org/officeDocument/2006/relationships/hyperlink" Target="https://www.cadence.com/en_US/home/training/all-courses/86305.html" TargetMode="External"/><Relationship Id="rId15" Type="http://schemas.openxmlformats.org/officeDocument/2006/relationships/hyperlink" Target="https://www.cadence.com/en_US/home/training/all-courses/82158.html" TargetMode="External"/><Relationship Id="rId10" Type="http://schemas.openxmlformats.org/officeDocument/2006/relationships/hyperlink" Target="https://www.cadence.com/en_US/home/training/all-courses/86070.html" TargetMode="External"/><Relationship Id="rId4" Type="http://schemas.openxmlformats.org/officeDocument/2006/relationships/hyperlink" Target="https://www.cadence.com/en_US/home/training/all-courses/86349.html" TargetMode="External"/><Relationship Id="rId9" Type="http://schemas.openxmlformats.org/officeDocument/2006/relationships/hyperlink" Target="https://www.cadence.com/en_US/home/training/all-courses/82109.html" TargetMode="External"/><Relationship Id="rId14" Type="http://schemas.openxmlformats.org/officeDocument/2006/relationships/hyperlink" Target="https://www.cadence.com/en_US/home/training/all-courses/86225.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Conclusions</a:t>
            </a:r>
          </a:p>
        </p:txBody>
      </p:sp>
      <p:sp>
        <p:nvSpPr>
          <p:cNvPr id="12" name="TextBox 11">
            <a:extLst>
              <a:ext uri="{FF2B5EF4-FFF2-40B4-BE49-F238E27FC236}">
                <a16:creationId xmlns:a16="http://schemas.microsoft.com/office/drawing/2014/main" id="{293BE931-5076-4437-BC57-762F85737798}"/>
              </a:ext>
            </a:extLst>
          </p:cNvPr>
          <p:cNvSpPr txBox="1"/>
          <p:nvPr/>
        </p:nvSpPr>
        <p:spPr>
          <a:xfrm>
            <a:off x="10385271" y="150759"/>
            <a:ext cx="1295400" cy="362752"/>
          </a:xfrm>
          <a:prstGeom prst="rect">
            <a:avLst/>
          </a:prstGeom>
          <a:noFill/>
        </p:spPr>
        <p:txBody>
          <a:bodyPr wrap="none" rtlCol="0">
            <a:normAutofit lnSpcReduction="10000"/>
          </a:bodyPr>
          <a:lstStyle/>
          <a:p>
            <a:r>
              <a:rPr lang="en-US" b="1" dirty="0">
                <a:solidFill>
                  <a:schemeClr val="tx2">
                    <a:lumMod val="60000"/>
                    <a:lumOff val="40000"/>
                  </a:schemeClr>
                </a:solidFill>
                <a:latin typeface="Arial" panose="020B0604020202020204" pitchFamily="34" charset="0"/>
                <a:cs typeface="Arial" panose="020B0604020202020204" pitchFamily="34" charset="0"/>
                <a:sym typeface="Wingdings" panose="05000000000000000000" pitchFamily="2" charset="2"/>
              </a:rPr>
              <a:t>No audio</a:t>
            </a:r>
          </a:p>
        </p:txBody>
      </p:sp>
      <p:pic>
        <p:nvPicPr>
          <p:cNvPr id="18" name="Picture 17" descr="A sign in the dark&#10;&#10;Description automatically generated">
            <a:extLst>
              <a:ext uri="{FF2B5EF4-FFF2-40B4-BE49-F238E27FC236}">
                <a16:creationId xmlns:a16="http://schemas.microsoft.com/office/drawing/2014/main" id="{F717F13B-B9B2-44D7-B77E-691B3FA97F3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94257" y="135682"/>
            <a:ext cx="416719" cy="392906"/>
          </a:xfrm>
          <a:prstGeom prst="rect">
            <a:avLst/>
          </a:prstGeom>
        </p:spPr>
      </p:pic>
      <p:sp>
        <p:nvSpPr>
          <p:cNvPr id="4" name="Text Placeholder 3">
            <a:extLst>
              <a:ext uri="{FF2B5EF4-FFF2-40B4-BE49-F238E27FC236}">
                <a16:creationId xmlns:a16="http://schemas.microsoft.com/office/drawing/2014/main" id="{56CB9704-3C65-7BAD-B725-5A9C00CEC9F8}"/>
              </a:ext>
            </a:extLst>
          </p:cNvPr>
          <p:cNvSpPr>
            <a:spLocks noGrp="1"/>
          </p:cNvSpPr>
          <p:nvPr>
            <p:ph type="body" sz="quarter" idx="10"/>
          </p:nvPr>
        </p:nvSpPr>
        <p:spPr/>
        <p:txBody>
          <a:bodyPr/>
          <a:lstStyle/>
          <a:p>
            <a:r>
              <a:rPr lang="en-US" dirty="0"/>
              <a:t>16</a:t>
            </a:r>
          </a:p>
        </p:txBody>
      </p:sp>
    </p:spTree>
    <p:custDataLst>
      <p:tags r:id="rId1"/>
    </p:custDataLst>
    <p:extLst>
      <p:ext uri="{BB962C8B-B14F-4D97-AF65-F5344CB8AC3E}">
        <p14:creationId xmlns:p14="http://schemas.microsoft.com/office/powerpoint/2010/main" val="1999759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lstStyle/>
          <a:p>
            <a:r>
              <a:rPr lang="en-US" dirty="0"/>
              <a:t>In this course, you learnt:</a:t>
            </a:r>
          </a:p>
          <a:p>
            <a:pPr marL="365760" lvl="1" indent="-274320"/>
            <a:r>
              <a:rPr lang="en-US" b="0" i="0" dirty="0">
                <a:solidFill>
                  <a:srgbClr val="333333"/>
                </a:solidFill>
                <a:effectLst/>
                <a:latin typeface="Arial" panose="020B0604020202020204" pitchFamily="34" charset="0"/>
              </a:rPr>
              <a:t>An overview of the digital design and verification methodology, including challenges and opportunities</a:t>
            </a:r>
          </a:p>
          <a:p>
            <a:pPr marL="365760" lvl="1" indent="-274320"/>
            <a:r>
              <a:rPr lang="en-US" b="0" i="0" dirty="0">
                <a:solidFill>
                  <a:srgbClr val="333333"/>
                </a:solidFill>
                <a:effectLst/>
                <a:latin typeface="Arial" panose="020B0604020202020204" pitchFamily="34" charset="0"/>
              </a:rPr>
              <a:t>Fundamental digital </a:t>
            </a:r>
            <a:r>
              <a:rPr lang="en-US" dirty="0">
                <a:solidFill>
                  <a:srgbClr val="333333"/>
                </a:solidFill>
                <a:latin typeface="Arial" panose="020B0604020202020204" pitchFamily="34" charset="0"/>
              </a:rPr>
              <a:t>Hardware implementation Basics</a:t>
            </a:r>
            <a:r>
              <a:rPr lang="en-US" b="0" i="0" dirty="0">
                <a:solidFill>
                  <a:srgbClr val="333333"/>
                </a:solidFill>
                <a:effectLst/>
                <a:latin typeface="Arial" panose="020B0604020202020204" pitchFamily="34" charset="0"/>
              </a:rPr>
              <a:t>, Hardware building blocks, and design techniques</a:t>
            </a:r>
          </a:p>
          <a:p>
            <a:pPr marL="365760" lvl="1" indent="-274320"/>
            <a:r>
              <a:rPr lang="en-US" b="0" i="0" dirty="0">
                <a:solidFill>
                  <a:srgbClr val="333333"/>
                </a:solidFill>
                <a:effectLst/>
                <a:latin typeface="Arial" panose="020B0604020202020204" pitchFamily="34" charset="0"/>
              </a:rPr>
              <a:t>Verilog language and application concepts for design, synthesis, and verification</a:t>
            </a:r>
          </a:p>
          <a:p>
            <a:pPr marL="365760" lvl="1" indent="-274320"/>
            <a:r>
              <a:rPr lang="en-US" dirty="0">
                <a:solidFill>
                  <a:srgbClr val="333333"/>
                </a:solidFill>
                <a:latin typeface="Arial" panose="020B0604020202020204" pitchFamily="34" charset="0"/>
              </a:rPr>
              <a:t>K</a:t>
            </a:r>
            <a:r>
              <a:rPr lang="en-US" b="0" i="0" dirty="0">
                <a:solidFill>
                  <a:srgbClr val="333333"/>
                </a:solidFill>
                <a:effectLst/>
                <a:latin typeface="Arial" panose="020B0604020202020204" pitchFamily="34" charset="0"/>
              </a:rPr>
              <a:t>ey design challenges for low power</a:t>
            </a:r>
          </a:p>
          <a:p>
            <a:pPr marL="365760" lvl="1" indent="-274320"/>
            <a:r>
              <a:rPr lang="en-US" b="0" i="0" dirty="0">
                <a:solidFill>
                  <a:srgbClr val="333333"/>
                </a:solidFill>
                <a:effectLst/>
                <a:latin typeface="Arial" panose="020B0604020202020204" pitchFamily="34" charset="0"/>
              </a:rPr>
              <a:t>Modern verification flow based on Metric Driven Verification.</a:t>
            </a:r>
          </a:p>
          <a:p>
            <a:pPr marL="365760" lvl="1" indent="-274320"/>
            <a:r>
              <a:rPr lang="en-US" dirty="0">
                <a:solidFill>
                  <a:srgbClr val="333333"/>
                </a:solidFill>
                <a:latin typeface="Arial" panose="020B0604020202020204" pitchFamily="34" charset="0"/>
              </a:rPr>
              <a:t>Introduction to </a:t>
            </a:r>
            <a:r>
              <a:rPr lang="en-US" b="0" i="0" dirty="0">
                <a:solidFill>
                  <a:srgbClr val="333333"/>
                </a:solidFill>
                <a:effectLst/>
                <a:latin typeface="Arial" panose="020B0604020202020204" pitchFamily="34" charset="0"/>
              </a:rPr>
              <a:t> SystemVerilog and selected language enhancements such as randomization</a:t>
            </a:r>
          </a:p>
          <a:p>
            <a:pPr marL="365760" lvl="1" indent="-274320"/>
            <a:r>
              <a:rPr lang="en-US" dirty="0">
                <a:solidFill>
                  <a:srgbClr val="333333"/>
                </a:solidFill>
                <a:latin typeface="Arial" panose="020B0604020202020204" pitchFamily="34" charset="0"/>
              </a:rPr>
              <a:t>O</a:t>
            </a:r>
            <a:r>
              <a:rPr lang="en-US" b="0" i="0" dirty="0">
                <a:solidFill>
                  <a:srgbClr val="333333"/>
                </a:solidFill>
                <a:effectLst/>
                <a:latin typeface="Arial" panose="020B0604020202020204" pitchFamily="34" charset="0"/>
              </a:rPr>
              <a:t>verview of the Universal Verification Methodology (UVM), a class-based verification library based on SystemVerilog.</a:t>
            </a:r>
          </a:p>
          <a:p>
            <a:pPr marL="365760" lvl="1" indent="-274320"/>
            <a:r>
              <a:rPr lang="en-US" dirty="0">
                <a:solidFill>
                  <a:srgbClr val="333333"/>
                </a:solidFill>
                <a:latin typeface="Arial" panose="020B0604020202020204" pitchFamily="34" charset="0"/>
              </a:rPr>
              <a:t>O</a:t>
            </a:r>
            <a:r>
              <a:rPr lang="en-US" b="0" i="0" dirty="0">
                <a:solidFill>
                  <a:srgbClr val="333333"/>
                </a:solidFill>
                <a:effectLst/>
                <a:latin typeface="Arial" panose="020B0604020202020204" pitchFamily="34" charset="0"/>
              </a:rPr>
              <a:t>verview of key verification technologies, such as Coverage, Assertions, simulation acceleration, and formal analysis.</a:t>
            </a:r>
            <a:endParaRPr lang="en-US" dirty="0">
              <a:solidFill>
                <a:srgbClr val="333333"/>
              </a:solidFill>
              <a:latin typeface="Arial" panose="020B0604020202020204" pitchFamily="34" charset="0"/>
            </a:endParaRPr>
          </a:p>
          <a:p>
            <a:pPr marL="365760" lvl="1" indent="-274320"/>
            <a:r>
              <a:rPr lang="en-US" b="0" i="0" dirty="0">
                <a:solidFill>
                  <a:srgbClr val="333333"/>
                </a:solidFill>
                <a:effectLst/>
                <a:latin typeface="Arial" panose="020B0604020202020204" pitchFamily="34" charset="0"/>
              </a:rPr>
              <a:t>A Detailed </a:t>
            </a:r>
            <a:r>
              <a:rPr lang="en-US" b="0" i="0" dirty="0" err="1">
                <a:solidFill>
                  <a:srgbClr val="333333"/>
                </a:solidFill>
                <a:effectLst/>
                <a:latin typeface="Arial" panose="020B0604020202020204" pitchFamily="34" charset="0"/>
              </a:rPr>
              <a:t>highlevel</a:t>
            </a:r>
            <a:r>
              <a:rPr lang="en-US" b="0" i="0" dirty="0">
                <a:solidFill>
                  <a:srgbClr val="333333"/>
                </a:solidFill>
                <a:effectLst/>
                <a:latin typeface="Arial" panose="020B0604020202020204" pitchFamily="34" charset="0"/>
              </a:rPr>
              <a:t> plan of, how to achieve verification closure in an Industry IC Project cycle.</a:t>
            </a:r>
          </a:p>
          <a:p>
            <a:endParaRPr lang="en-US" dirty="0"/>
          </a:p>
        </p:txBody>
      </p:sp>
      <p:sp>
        <p:nvSpPr>
          <p:cNvPr id="5" name="Title 4"/>
          <p:cNvSpPr>
            <a:spLocks noGrp="1"/>
          </p:cNvSpPr>
          <p:nvPr>
            <p:ph type="title"/>
          </p:nvPr>
        </p:nvSpPr>
        <p:spPr/>
        <p:txBody>
          <a:bodyPr/>
          <a:lstStyle/>
          <a:p>
            <a:r>
              <a:rPr lang="en-US" dirty="0"/>
              <a:t>Summary</a:t>
            </a:r>
          </a:p>
        </p:txBody>
      </p:sp>
      <p:pic>
        <p:nvPicPr>
          <p:cNvPr id="4" name="Picture 3" descr="A sign in the dark&#10;&#10;Description automatically generated">
            <a:extLst>
              <a:ext uri="{FF2B5EF4-FFF2-40B4-BE49-F238E27FC236}">
                <a16:creationId xmlns:a16="http://schemas.microsoft.com/office/drawing/2014/main" id="{0E6FC256-3C94-40FF-B53B-27FF37950F6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98894" y="256705"/>
            <a:ext cx="416719" cy="392906"/>
          </a:xfrm>
          <a:prstGeom prst="rect">
            <a:avLst/>
          </a:prstGeom>
        </p:spPr>
      </p:pic>
      <p:sp>
        <p:nvSpPr>
          <p:cNvPr id="7" name="Footer Placeholder 6">
            <a:extLst>
              <a:ext uri="{FF2B5EF4-FFF2-40B4-BE49-F238E27FC236}">
                <a16:creationId xmlns:a16="http://schemas.microsoft.com/office/drawing/2014/main" id="{681B59C5-800A-4D43-96B8-B3FBD4F8D109}"/>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8" name="Slide Number Placeholder 7">
            <a:extLst>
              <a:ext uri="{FF2B5EF4-FFF2-40B4-BE49-F238E27FC236}">
                <a16:creationId xmlns:a16="http://schemas.microsoft.com/office/drawing/2014/main" id="{E4E0E7FF-7516-4F3D-BDB9-A0F807C79FB7}"/>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5388468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Autofit/>
          </a:bodyPr>
          <a:lstStyle/>
          <a:p>
            <a:r>
              <a:rPr lang="en-US" sz="1600" dirty="0"/>
              <a:t>Cadence Tool Courses References:</a:t>
            </a:r>
          </a:p>
          <a:p>
            <a:pPr lvl="1">
              <a:buFont typeface="Arial" panose="020B0604020202020204" pitchFamily="34" charset="0"/>
              <a:buChar char="•"/>
            </a:pPr>
            <a:r>
              <a:rPr lang="en-US" sz="1600" i="0" u="none" strike="noStrike" dirty="0">
                <a:solidFill>
                  <a:srgbClr val="00437A"/>
                </a:solidFill>
                <a:effectLst/>
                <a:hlinkClick r:id="rId4"/>
              </a:rPr>
              <a:t>Semiconductor 101</a:t>
            </a:r>
            <a:endParaRPr lang="en-US" sz="1600" i="0" dirty="0">
              <a:solidFill>
                <a:srgbClr val="333333"/>
              </a:solidFill>
              <a:effectLst/>
            </a:endParaRPr>
          </a:p>
          <a:p>
            <a:pPr lvl="1">
              <a:buFont typeface="Arial" panose="020B0604020202020204" pitchFamily="34" charset="0"/>
              <a:buChar char="•"/>
            </a:pPr>
            <a:r>
              <a:rPr lang="en-US" sz="1600" i="0" u="none" strike="noStrike" dirty="0">
                <a:solidFill>
                  <a:srgbClr val="00437A"/>
                </a:solidFill>
                <a:effectLst/>
                <a:hlinkClick r:id="rId5"/>
              </a:rPr>
              <a:t>Digital IC Design Fundamentals</a:t>
            </a:r>
            <a:endParaRPr lang="en-US" sz="1600" i="0" dirty="0">
              <a:solidFill>
                <a:srgbClr val="333333"/>
              </a:solidFill>
              <a:effectLst/>
            </a:endParaRPr>
          </a:p>
          <a:p>
            <a:pPr lvl="1">
              <a:buFont typeface="Arial" panose="020B0604020202020204" pitchFamily="34" charset="0"/>
              <a:buChar char="•"/>
            </a:pPr>
            <a:r>
              <a:rPr lang="en-US" sz="1600" i="0" u="none" strike="noStrike" dirty="0">
                <a:solidFill>
                  <a:srgbClr val="00437A"/>
                </a:solidFill>
                <a:effectLst/>
                <a:hlinkClick r:id="rId6"/>
              </a:rPr>
              <a:t>Verilog Language and Application</a:t>
            </a:r>
            <a:endParaRPr lang="en-US" sz="1600" i="0" dirty="0">
              <a:solidFill>
                <a:srgbClr val="333333"/>
              </a:solidFill>
              <a:effectLst/>
            </a:endParaRPr>
          </a:p>
          <a:p>
            <a:pPr lvl="1">
              <a:buFont typeface="Arial" panose="020B0604020202020204" pitchFamily="34" charset="0"/>
              <a:buChar char="•"/>
            </a:pPr>
            <a:r>
              <a:rPr lang="en-US" sz="1600" i="0" u="none" strike="noStrike" dirty="0">
                <a:solidFill>
                  <a:srgbClr val="0C72C7"/>
                </a:solidFill>
                <a:effectLst/>
                <a:hlinkClick r:id="rId7"/>
              </a:rPr>
              <a:t>Xcelium Simulator</a:t>
            </a:r>
            <a:endParaRPr lang="en-US" sz="1600" i="0" dirty="0">
              <a:solidFill>
                <a:srgbClr val="333333"/>
              </a:solidFill>
              <a:effectLst/>
            </a:endParaRPr>
          </a:p>
          <a:p>
            <a:pPr lvl="1">
              <a:buFont typeface="Arial" panose="020B0604020202020204" pitchFamily="34" charset="0"/>
              <a:buChar char="•"/>
            </a:pPr>
            <a:r>
              <a:rPr lang="en-US" sz="1600" i="0" u="none" strike="noStrike" dirty="0">
                <a:solidFill>
                  <a:srgbClr val="0C72C7"/>
                </a:solidFill>
                <a:effectLst/>
                <a:hlinkClick r:id="rId8"/>
              </a:rPr>
              <a:t>SystemVerilog for Design and Verification</a:t>
            </a:r>
            <a:endParaRPr lang="en-US" sz="1600" i="0" dirty="0">
              <a:solidFill>
                <a:srgbClr val="333333"/>
              </a:solidFill>
              <a:effectLst/>
            </a:endParaRPr>
          </a:p>
          <a:p>
            <a:pPr lvl="1">
              <a:buFont typeface="Arial" panose="020B0604020202020204" pitchFamily="34" charset="0"/>
              <a:buChar char="•"/>
            </a:pPr>
            <a:r>
              <a:rPr lang="en-US" sz="1600" i="0" u="none" strike="noStrike" dirty="0">
                <a:solidFill>
                  <a:srgbClr val="0C72C7"/>
                </a:solidFill>
                <a:effectLst/>
                <a:hlinkClick r:id="rId9"/>
              </a:rPr>
              <a:t>VHDL Language and Application</a:t>
            </a:r>
            <a:endParaRPr lang="en-US" sz="1600" i="0" dirty="0">
              <a:solidFill>
                <a:srgbClr val="333333"/>
              </a:solidFill>
              <a:effectLst/>
            </a:endParaRPr>
          </a:p>
          <a:p>
            <a:pPr lvl="1">
              <a:buFont typeface="Arial" panose="020B0604020202020204" pitchFamily="34" charset="0"/>
              <a:buChar char="•"/>
            </a:pPr>
            <a:r>
              <a:rPr lang="en-US" sz="1600" i="0" u="none" strike="noStrike" dirty="0">
                <a:solidFill>
                  <a:srgbClr val="00437A"/>
                </a:solidFill>
                <a:effectLst/>
                <a:hlinkClick r:id="rId10"/>
              </a:rPr>
              <a:t>SystemVerilog Accelerated Verification with UVM</a:t>
            </a:r>
            <a:endParaRPr lang="en-US" sz="1600" i="0" dirty="0">
              <a:solidFill>
                <a:srgbClr val="333333"/>
              </a:solidFill>
              <a:effectLst/>
            </a:endParaRPr>
          </a:p>
          <a:p>
            <a:pPr lvl="1">
              <a:buFont typeface="Arial" panose="020B0604020202020204" pitchFamily="34" charset="0"/>
              <a:buChar char="•"/>
            </a:pPr>
            <a:r>
              <a:rPr lang="en-US" sz="1600" i="0" u="none" strike="noStrike" spc="50" dirty="0">
                <a:solidFill>
                  <a:srgbClr val="00437A"/>
                </a:solidFill>
                <a:effectLst/>
                <a:ea typeface="meiryo" panose="020B0604030504040204" pitchFamily="34" charset="-128"/>
                <a:hlinkClick r:id="rId11"/>
              </a:rPr>
              <a:t>Cadence RTL-to-GDSII Flow</a:t>
            </a:r>
            <a:endParaRPr lang="en-US" sz="1600" i="0" dirty="0">
              <a:solidFill>
                <a:srgbClr val="333333"/>
              </a:solidFill>
              <a:effectLst/>
            </a:endParaRPr>
          </a:p>
          <a:p>
            <a:pPr lvl="1">
              <a:buFont typeface="Arial" panose="020B0604020202020204" pitchFamily="34" charset="0"/>
              <a:buChar char="•"/>
            </a:pPr>
            <a:r>
              <a:rPr lang="en-US" sz="1600" i="0" u="none" strike="noStrike" dirty="0">
                <a:solidFill>
                  <a:srgbClr val="0C72C7"/>
                </a:solidFill>
                <a:effectLst/>
                <a:hlinkClick r:id="rId12"/>
              </a:rPr>
              <a:t>Jasper Formal Fundamental</a:t>
            </a:r>
            <a:r>
              <a:rPr lang="en-US" sz="1600" i="0" u="none" strike="noStrike" dirty="0">
                <a:solidFill>
                  <a:srgbClr val="005091"/>
                </a:solidFill>
                <a:effectLst/>
                <a:hlinkClick r:id="rId12"/>
              </a:rPr>
              <a:t>s</a:t>
            </a:r>
            <a:endParaRPr lang="en-US" sz="1600" i="0" dirty="0">
              <a:solidFill>
                <a:srgbClr val="333333"/>
              </a:solidFill>
              <a:effectLst/>
            </a:endParaRPr>
          </a:p>
          <a:p>
            <a:pPr lvl="1">
              <a:buFont typeface="Arial" panose="020B0604020202020204" pitchFamily="34" charset="0"/>
              <a:buChar char="•"/>
            </a:pPr>
            <a:r>
              <a:rPr lang="en-US" sz="1600" i="0" u="none" strike="noStrike" spc="50" dirty="0">
                <a:solidFill>
                  <a:srgbClr val="0C72C7"/>
                </a:solidFill>
                <a:effectLst/>
                <a:ea typeface="meiryo" panose="020B0604030504040204" pitchFamily="34" charset="-128"/>
                <a:hlinkClick r:id="rId13"/>
              </a:rPr>
              <a:t>Protium Introduction</a:t>
            </a:r>
            <a:endParaRPr lang="en-US" sz="1600" i="0" dirty="0">
              <a:solidFill>
                <a:srgbClr val="333333"/>
              </a:solidFill>
              <a:effectLst/>
            </a:endParaRPr>
          </a:p>
          <a:p>
            <a:pPr lvl="1">
              <a:buFont typeface="Arial" panose="020B0604020202020204" pitchFamily="34" charset="0"/>
              <a:buChar char="•"/>
            </a:pPr>
            <a:r>
              <a:rPr lang="en-US" sz="1600" i="0" u="none" strike="noStrike" spc="50" dirty="0">
                <a:solidFill>
                  <a:srgbClr val="0C72C7"/>
                </a:solidFill>
                <a:effectLst/>
                <a:ea typeface="meiryo" panose="020B0604030504040204" pitchFamily="34" charset="-128"/>
                <a:hlinkClick r:id="rId14"/>
              </a:rPr>
              <a:t>Xcelium Integrated Coverage</a:t>
            </a:r>
            <a:endParaRPr lang="en-US" sz="1600" i="0" dirty="0">
              <a:solidFill>
                <a:srgbClr val="333333"/>
              </a:solidFill>
              <a:effectLst/>
            </a:endParaRPr>
          </a:p>
          <a:p>
            <a:pPr lvl="1">
              <a:buFont typeface="Arial" panose="020B0604020202020204" pitchFamily="34" charset="0"/>
              <a:buChar char="•"/>
            </a:pPr>
            <a:r>
              <a:rPr lang="en-US" sz="1600" i="0" u="none" strike="noStrike" spc="50" dirty="0">
                <a:solidFill>
                  <a:srgbClr val="005091"/>
                </a:solidFill>
                <a:effectLst/>
                <a:ea typeface="meiryo" panose="020B0604030504040204" pitchFamily="34" charset="-128"/>
                <a:hlinkClick r:id="rId15"/>
              </a:rPr>
              <a:t>Tcl Scripting for EDA + Intro to Tk</a:t>
            </a:r>
            <a:endParaRPr lang="en-US" sz="1600" i="0" u="none" strike="noStrike" spc="50" dirty="0">
              <a:solidFill>
                <a:srgbClr val="005091"/>
              </a:solidFill>
              <a:effectLst/>
              <a:ea typeface="meiryo" panose="020B0604030504040204" pitchFamily="34" charset="-128"/>
            </a:endParaRPr>
          </a:p>
          <a:p>
            <a:pPr marL="92710" lvl="1" indent="0">
              <a:buNone/>
            </a:pPr>
            <a:r>
              <a:rPr lang="en-US" sz="1600" i="1" dirty="0"/>
              <a:t>For more online courses, look here in the </a:t>
            </a:r>
            <a:r>
              <a:rPr lang="en-US" sz="1600" i="1" dirty="0">
                <a:hlinkClick r:id="rId16"/>
              </a:rPr>
              <a:t>learning maps</a:t>
            </a:r>
            <a:endParaRPr lang="en-US" sz="1600" i="1" dirty="0"/>
          </a:p>
          <a:p>
            <a:pPr lvl="1">
              <a:buFont typeface="Arial" panose="020B0604020202020204" pitchFamily="34" charset="0"/>
              <a:buChar char="•"/>
            </a:pPr>
            <a:endParaRPr lang="en-US" sz="1600" i="0" dirty="0">
              <a:solidFill>
                <a:srgbClr val="333333"/>
              </a:solidFill>
              <a:effectLst/>
            </a:endParaRPr>
          </a:p>
          <a:p>
            <a:endParaRPr lang="en-US" sz="1600" dirty="0"/>
          </a:p>
        </p:txBody>
      </p:sp>
      <p:sp>
        <p:nvSpPr>
          <p:cNvPr id="5" name="Title 4"/>
          <p:cNvSpPr>
            <a:spLocks noGrp="1"/>
          </p:cNvSpPr>
          <p:nvPr>
            <p:ph type="title"/>
          </p:nvPr>
        </p:nvSpPr>
        <p:spPr/>
        <p:txBody>
          <a:bodyPr/>
          <a:lstStyle/>
          <a:p>
            <a:r>
              <a:rPr lang="en-US" dirty="0"/>
              <a:t>References</a:t>
            </a:r>
          </a:p>
        </p:txBody>
      </p:sp>
      <p:sp>
        <p:nvSpPr>
          <p:cNvPr id="7" name="Footer Placeholder 6">
            <a:extLst>
              <a:ext uri="{FF2B5EF4-FFF2-40B4-BE49-F238E27FC236}">
                <a16:creationId xmlns:a16="http://schemas.microsoft.com/office/drawing/2014/main" id="{27C2B330-AFDA-4EF7-A9D4-137EA154BAC9}"/>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8" name="Slide Number Placeholder 7">
            <a:extLst>
              <a:ext uri="{FF2B5EF4-FFF2-40B4-BE49-F238E27FC236}">
                <a16:creationId xmlns:a16="http://schemas.microsoft.com/office/drawing/2014/main" id="{978F71D3-EFC5-45D5-A245-727DAE2091B1}"/>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pic>
        <p:nvPicPr>
          <p:cNvPr id="4" name="Picture 3" descr="A sign in the dark&#10;&#10;Description automatically generated">
            <a:extLst>
              <a:ext uri="{FF2B5EF4-FFF2-40B4-BE49-F238E27FC236}">
                <a16:creationId xmlns:a16="http://schemas.microsoft.com/office/drawing/2014/main" id="{F605165D-3E76-4530-B37F-FCD7AEAB347E}"/>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1598894" y="256705"/>
            <a:ext cx="416719" cy="392906"/>
          </a:xfrm>
          <a:prstGeom prst="rect">
            <a:avLst/>
          </a:prstGeom>
        </p:spPr>
      </p:pic>
    </p:spTree>
    <p:custDataLst>
      <p:tags r:id="rId1"/>
    </p:custDataLst>
    <p:extLst>
      <p:ext uri="{BB962C8B-B14F-4D97-AF65-F5344CB8AC3E}">
        <p14:creationId xmlns:p14="http://schemas.microsoft.com/office/powerpoint/2010/main" val="187727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ES_ASSET_TEMPLATE_NONCONFIDENTIAL (20 APR 18)" val="Vf2rMvCs"/>
  <p:tag name="ARTICULATE_DESIGN_ID_1_ES_ASSET_TEMPLATE_NONCONFIDENTIAL (20 APR 18)" val="PNJQvmOT"/>
  <p:tag name="ARTICULATE_SLIDE_COUNT" val="4"/>
  <p:tag name="ARTICULATE_SLIDE_THUMBNAIL_REFRESH" val="1"/>
  <p:tag name="ARTICULATE_DESIGN_ID_FEB_10_2023_CADENCE_ASSET_TEMPLATE" val="e2ZH0HI8"/>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ar_8_2021_Cadence_Asset_Template">
  <a:themeElements>
    <a:clrScheme name="Jan_21_2021_Cadence_Asset_Template">
      <a:dk1>
        <a:srgbClr val="000000"/>
      </a:dk1>
      <a:lt1>
        <a:srgbClr val="FFFFFF"/>
      </a:lt1>
      <a:dk2>
        <a:srgbClr val="3C3C3C"/>
      </a:dk2>
      <a:lt2>
        <a:srgbClr val="FFFFFF"/>
      </a:lt2>
      <a:accent1>
        <a:srgbClr val="999999"/>
      </a:accent1>
      <a:accent2>
        <a:srgbClr val="6A6A6A"/>
      </a:accent2>
      <a:accent3>
        <a:srgbClr val="E31837"/>
      </a:accent3>
      <a:accent4>
        <a:srgbClr val="31A7DF"/>
      </a:accent4>
      <a:accent5>
        <a:srgbClr val="09698D"/>
      </a:accent5>
      <a:accent6>
        <a:srgbClr val="8FA836"/>
      </a:accent6>
      <a:hlink>
        <a:srgbClr val="099E9C"/>
      </a:hlink>
      <a:folHlink>
        <a:srgbClr val="9999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S_Lecture_Template_16x9.potm" id="{00810CEE-C5B9-4F59-9DBC-635E49EBB50E}" vid="{B3D5AB97-7FCB-4974-A268-BE87341D8D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0DECA3085D4EC48A2ADADF14EC3A6E6" ma:contentTypeVersion="8" ma:contentTypeDescription="Create a new document." ma:contentTypeScope="" ma:versionID="3cc4013b6a08475ac580478fba9c77b6">
  <xsd:schema xmlns:xsd="http://www.w3.org/2001/XMLSchema" xmlns:xs="http://www.w3.org/2001/XMLSchema" xmlns:p="http://schemas.microsoft.com/office/2006/metadata/properties" xmlns:ns1="http://schemas.microsoft.com/sharepoint/v3" xmlns:ns2="c5fa549f-a11b-43ad-9fef-40329bb4ae63" targetNamespace="http://schemas.microsoft.com/office/2006/metadata/properties" ma:root="true" ma:fieldsID="3329b8e304625b48d79aa235c26c32c0" ns1:_="" ns2:_="">
    <xsd:import namespace="http://schemas.microsoft.com/sharepoint/v3"/>
    <xsd:import namespace="c5fa549f-a11b-43ad-9fef-40329bb4ae6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bjectDetectorVersions"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fa549f-a11b-43ad-9fef-40329bb4a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F1C15E-DACC-43BC-AADA-CC5FD77B5A0D}">
  <ds:schemaRefs>
    <ds:schemaRef ds:uri="http://schemas.microsoft.com/sharepoint/v3/contenttype/forms"/>
  </ds:schemaRefs>
</ds:datastoreItem>
</file>

<file path=customXml/itemProps2.xml><?xml version="1.0" encoding="utf-8"?>
<ds:datastoreItem xmlns:ds="http://schemas.openxmlformats.org/officeDocument/2006/customXml" ds:itemID="{8F457526-774F-4B1C-82E8-8CACCE019170}">
  <ds:schemaRefs>
    <ds:schemaRef ds:uri="c5fa549f-a11b-43ad-9fef-40329bb4ae63"/>
    <ds:schemaRef ds:uri="http://schemas.microsoft.com/sharepoint/v3"/>
    <ds:schemaRef ds:uri="http://purl.org/dc/terms/"/>
    <ds:schemaRef ds:uri="http://schemas.microsoft.com/office/2006/documentManagement/types"/>
    <ds:schemaRef ds:uri="http://schemas.openxmlformats.org/package/2006/metadata/core-properties"/>
    <ds:schemaRef ds:uri="http://purl.org/dc/elements/1.1/"/>
    <ds:schemaRef ds:uri="http://schemas.microsoft.com/office/infopath/2007/PartnerControl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1F4D5211-BE3E-4615-BC11-3C73A56F2E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5fa549f-a11b-43ad-9fef-40329bb4ae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Cadence_16x9_NonConfidential_Template_2017_v01</Template>
  <TotalTime>0</TotalTime>
  <Words>274</Words>
  <Application>Microsoft Office PowerPoint</Application>
  <PresentationFormat>Widescreen</PresentationFormat>
  <Paragraphs>42</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Courier New</vt:lpstr>
      <vt:lpstr>Times New Roman</vt:lpstr>
      <vt:lpstr>Wingdings</vt:lpstr>
      <vt:lpstr>Mar_8_2021_Cadence_Asset_Template</vt:lpstr>
      <vt:lpstr>Course Conclusions</vt:lpstr>
      <vt:lpstr>Summary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2020-10-15T23:43:06Z</dcterms:created>
  <dcterms:modified xsi:type="dcterms:W3CDTF">2024-12-05T08:06:16Z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 Version">
    <vt:lpwstr>4.3 2023.03.15</vt:lpwstr>
  </property>
  <property fmtid="{D5CDD505-2E9C-101B-9397-08002B2CF9AE}" pid="3" name="CustomerTrainingCourseAndVersion">
    <vt:lpwstr/>
  </property>
  <property fmtid="{D5CDD505-2E9C-101B-9397-08002B2CF9AE}" pid="4" name="Technology">
    <vt:lpwstr/>
  </property>
  <property fmtid="{D5CDD505-2E9C-101B-9397-08002B2CF9AE}" pid="5" name="Asset Output Format">
    <vt:lpwstr>26;#Powerpoint Presentation|7188b83f-cb0c-4b15-811d-75b6487227cd</vt:lpwstr>
  </property>
  <property fmtid="{D5CDD505-2E9C-101B-9397-08002B2CF9AE}" pid="6" name="ContentTypeId">
    <vt:lpwstr>0x01010010DECA3085D4EC48A2ADADF14EC3A6E6</vt:lpwstr>
  </property>
  <property fmtid="{D5CDD505-2E9C-101B-9397-08002B2CF9AE}" pid="7" name="ProductAndVersion">
    <vt:lpwstr/>
  </property>
  <property fmtid="{D5CDD505-2E9C-101B-9397-08002B2CF9AE}" pid="8" name="CourseAbbreviation">
    <vt:lpwstr/>
  </property>
  <property fmtid="{D5CDD505-2E9C-101B-9397-08002B2CF9AE}" pid="9" name="Audio Required?">
    <vt:lpwstr>No</vt:lpwstr>
  </property>
</Properties>
</file>