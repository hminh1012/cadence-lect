
<file path=[Content_Types].xml><?xml version="1.0" encoding="utf-8"?>
<Types xmlns="http://schemas.openxmlformats.org/package/2006/content-types">
  <Default Extension="emf" ContentType="image/x-emf"/>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notesSlides/notesSlide1.xml" ContentType="application/vnd.openxmlformats-officedocument.presentationml.notesSlide+xml"/>
  <Override PartName="/ppt/tags/tag34.xml" ContentType="application/vnd.openxmlformats-officedocument.presentationml.tags+xml"/>
  <Override PartName="/ppt/notesSlides/notesSlide2.xml" ContentType="application/vnd.openxmlformats-officedocument.presentationml.notesSlide+xml"/>
  <Override PartName="/ppt/tags/tag35.xml" ContentType="application/vnd.openxmlformats-officedocument.presentationml.tags+xml"/>
  <Override PartName="/ppt/notesSlides/notesSlide3.xml" ContentType="application/vnd.openxmlformats-officedocument.presentationml.notesSlide+xml"/>
  <Override PartName="/ppt/tags/tag36.xml" ContentType="application/vnd.openxmlformats-officedocument.presentationml.tags+xml"/>
  <Override PartName="/ppt/notesSlides/notesSlide4.xml" ContentType="application/vnd.openxmlformats-officedocument.presentationml.notesSlide+xml"/>
  <Override PartName="/ppt/tags/tag37.xml" ContentType="application/vnd.openxmlformats-officedocument.presentationml.tags+xml"/>
  <Override PartName="/ppt/notesSlides/notesSlide5.xml" ContentType="application/vnd.openxmlformats-officedocument.presentationml.notesSlide+xml"/>
  <Override PartName="/ppt/tags/tag38.xml" ContentType="application/vnd.openxmlformats-officedocument.presentationml.tags+xml"/>
  <Override PartName="/ppt/notesSlides/notesSlide6.xml" ContentType="application/vnd.openxmlformats-officedocument.presentationml.notesSlide+xml"/>
  <Override PartName="/ppt/tags/tag39.xml" ContentType="application/vnd.openxmlformats-officedocument.presentationml.tags+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4238" r:id="rId4"/>
  </p:sldMasterIdLst>
  <p:notesMasterIdLst>
    <p:notesMasterId r:id="rId12"/>
  </p:notesMasterIdLst>
  <p:handoutMasterIdLst>
    <p:handoutMasterId r:id="rId13"/>
  </p:handoutMasterIdLst>
  <p:sldIdLst>
    <p:sldId id="757" r:id="rId5"/>
    <p:sldId id="630" r:id="rId6"/>
    <p:sldId id="631" r:id="rId7"/>
    <p:sldId id="632" r:id="rId8"/>
    <p:sldId id="788" r:id="rId9"/>
    <p:sldId id="789" r:id="rId10"/>
    <p:sldId id="786" r:id="rId11"/>
  </p:sldIdLst>
  <p:sldSz cx="12192000" cy="6858000"/>
  <p:notesSz cx="6858000" cy="91440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bout This Course" id="{92E674D4-0974-429B-ADE1-F4766CC2D39E}">
          <p14:sldIdLst>
            <p14:sldId id="757"/>
            <p14:sldId id="630"/>
            <p14:sldId id="631"/>
            <p14:sldId id="632"/>
            <p14:sldId id="788"/>
            <p14:sldId id="789"/>
            <p14:sldId id="786"/>
          </p14:sldIdLst>
        </p14:section>
      </p14:sectionLst>
    </p:ex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17"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CCD3"/>
    <a:srgbClr val="61CF5C"/>
    <a:srgbClr val="333333"/>
    <a:srgbClr val="E6E7E8"/>
    <a:srgbClr val="999999"/>
    <a:srgbClr val="147BD1"/>
    <a:srgbClr val="FF8200"/>
    <a:srgbClr val="CE0058"/>
    <a:srgbClr val="FA8F1C"/>
    <a:srgbClr val="099E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p:restoredLeft sz="15620"/>
    <p:restoredTop sz="94660"/>
  </p:normalViewPr>
  <p:slideViewPr>
    <p:cSldViewPr snapToGrid="0">
      <p:cViewPr varScale="1">
        <p:scale>
          <a:sx n="114" d="100"/>
          <a:sy n="114" d="100"/>
        </p:scale>
        <p:origin x="438" y="96"/>
      </p:cViewPr>
      <p:guideLst>
        <p:guide orient="horz" pos="2184"/>
        <p:guide pos="3840"/>
      </p:guideLst>
    </p:cSldViewPr>
  </p:slideViewPr>
  <p:notesTextViewPr>
    <p:cViewPr>
      <p:scale>
        <a:sx n="1" d="1"/>
        <a:sy n="1" d="1"/>
      </p:scale>
      <p:origin x="0" y="0"/>
    </p:cViewPr>
  </p:notesTextViewPr>
  <p:notesViewPr>
    <p:cSldViewPr snapToGrid="0">
      <p:cViewPr>
        <p:scale>
          <a:sx n="71" d="100"/>
          <a:sy n="71" d="100"/>
        </p:scale>
        <p:origin x="4182" y="51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tags" Target="../tags/tag32.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5428713" y="8718965"/>
            <a:ext cx="1234884" cy="226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Footer Placeholder 2">
            <a:extLst>
              <a:ext uri="{FF2B5EF4-FFF2-40B4-BE49-F238E27FC236}">
                <a16:creationId xmlns:a16="http://schemas.microsoft.com/office/drawing/2014/main" id="{16754EE1-9097-4442-BE63-896761507A55}"/>
              </a:ext>
            </a:extLst>
          </p:cNvPr>
          <p:cNvSpPr>
            <a:spLocks noGrp="1"/>
          </p:cNvSpPr>
          <p:nvPr>
            <p:ph type="ftr" sz="quarter" idx="2"/>
          </p:nvPr>
        </p:nvSpPr>
        <p:spPr>
          <a:xfrm>
            <a:off x="449580" y="8761413"/>
            <a:ext cx="3163452" cy="235043"/>
          </a:xfrm>
          <a:prstGeom prst="rect">
            <a:avLst/>
          </a:prstGeom>
          <a:noFill/>
        </p:spPr>
        <p:txBody>
          <a:bodyPr wrap="none" lIns="95610" tIns="47805" rIns="95610" bIns="47805" rtlCol="0">
            <a:spAutoFit/>
          </a:bodyPr>
          <a:lstStyle>
            <a:lvl1pPr algn="l">
              <a:defRPr sz="1200"/>
            </a:lvl1pPr>
          </a:lstStyle>
          <a:p>
            <a:pPr fontAlgn="base">
              <a:spcBef>
                <a:spcPct val="0"/>
              </a:spcBef>
              <a:spcAft>
                <a:spcPct val="0"/>
              </a:spcAft>
            </a:pPr>
            <a:r>
              <a:rPr lang="en-US" sz="900">
                <a:solidFill>
                  <a:schemeClr val="bg1">
                    <a:lumMod val="75000"/>
                  </a:schemeClr>
                </a:solidFill>
                <a:latin typeface="Arial" charset="0"/>
              </a:rPr>
              <a:t>© 2021 Cadence Design Systems, Inc. All rights reserved.</a:t>
            </a:r>
          </a:p>
        </p:txBody>
      </p:sp>
      <p:sp>
        <p:nvSpPr>
          <p:cNvPr id="4" name="Slide Number Placeholder 3">
            <a:extLst>
              <a:ext uri="{FF2B5EF4-FFF2-40B4-BE49-F238E27FC236}">
                <a16:creationId xmlns:a16="http://schemas.microsoft.com/office/drawing/2014/main" id="{3CB7C189-04CC-4BDB-B8FF-2850BE32A24C}"/>
              </a:ext>
            </a:extLst>
          </p:cNvPr>
          <p:cNvSpPr>
            <a:spLocks noGrp="1"/>
          </p:cNvSpPr>
          <p:nvPr>
            <p:ph type="sldNum" sz="quarter" idx="3"/>
          </p:nvPr>
        </p:nvSpPr>
        <p:spPr>
          <a:xfrm>
            <a:off x="105013" y="8761413"/>
            <a:ext cx="327740" cy="235043"/>
          </a:xfrm>
          <a:prstGeom prst="rect">
            <a:avLst/>
          </a:prstGeom>
          <a:noFill/>
        </p:spPr>
        <p:txBody>
          <a:bodyPr wrap="none" lIns="95610" tIns="47805" rIns="95610" bIns="47805" rtlCol="0">
            <a:spAutoFit/>
          </a:bodyPr>
          <a:lstStyle>
            <a:lvl1pPr algn="r">
              <a:defRPr sz="1200"/>
            </a:lvl1pPr>
          </a:lstStyle>
          <a:p>
            <a:fld id="{986F2557-B088-44D4-B74E-5CB948C6DE09}" type="slidenum">
              <a:rPr lang="en-US" sz="900">
                <a:solidFill>
                  <a:schemeClr val="accent3"/>
                </a:solidFill>
              </a:rPr>
              <a:pPr/>
              <a:t>‹#›</a:t>
            </a:fld>
            <a:endParaRPr lang="en-US" sz="900">
              <a:solidFill>
                <a:schemeClr val="accent3"/>
              </a:solidFill>
            </a:endParaRPr>
          </a:p>
        </p:txBody>
      </p:sp>
    </p:spTree>
    <p:custDataLst>
      <p:tags r:id="rId2"/>
    </p:custDataLst>
    <p:extLst>
      <p:ext uri="{BB962C8B-B14F-4D97-AF65-F5344CB8AC3E}">
        <p14:creationId xmlns:p14="http://schemas.microsoft.com/office/powerpoint/2010/main" val="118355638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26845" y="319033"/>
            <a:ext cx="6583680" cy="3703320"/>
          </a:xfrm>
          <a:prstGeom prst="rect">
            <a:avLst/>
          </a:prstGeom>
          <a:noFill/>
          <a:ln w="12700">
            <a:solidFill>
              <a:prstClr val="black"/>
            </a:solidFill>
          </a:ln>
        </p:spPr>
        <p:txBody>
          <a:bodyPr vert="horz" lIns="91440" tIns="45720" rIns="91440" bIns="45720" rtlCol="0" anchor="ctr"/>
          <a:lstStyle/>
          <a:p>
            <a:endParaRPr lang="en-US"/>
          </a:p>
        </p:txBody>
      </p:sp>
      <p:sp>
        <p:nvSpPr>
          <p:cNvPr id="2" name="Slide Number Placeholder 1">
            <a:extLst>
              <a:ext uri="{FF2B5EF4-FFF2-40B4-BE49-F238E27FC236}">
                <a16:creationId xmlns:a16="http://schemas.microsoft.com/office/drawing/2014/main" id="{9A9AC425-8586-4340-B069-DDF6F8E3F5EF}"/>
              </a:ext>
            </a:extLst>
          </p:cNvPr>
          <p:cNvSpPr>
            <a:spLocks noGrp="1"/>
          </p:cNvSpPr>
          <p:nvPr>
            <p:ph type="sldNum" sz="quarter" idx="5"/>
          </p:nvPr>
        </p:nvSpPr>
        <p:spPr>
          <a:xfrm>
            <a:off x="6289901" y="8823960"/>
            <a:ext cx="420624" cy="182880"/>
          </a:xfrm>
          <a:prstGeom prst="rect">
            <a:avLst/>
          </a:prstGeom>
        </p:spPr>
        <p:txBody>
          <a:bodyPr vert="horz" lIns="91440" tIns="45720" rIns="91440" bIns="45720" rtlCol="0" anchor="b"/>
          <a:lstStyle>
            <a:lvl1pPr algn="r">
              <a:defRPr sz="900">
                <a:latin typeface="Times New Roman" panose="02020603050405020304" pitchFamily="18" charset="0"/>
                <a:cs typeface="Times New Roman" panose="02020603050405020304" pitchFamily="18" charset="0"/>
              </a:defRPr>
            </a:lvl1pPr>
          </a:lstStyle>
          <a:p>
            <a:fld id="{293AADAC-C9ED-48A7-BC01-520AD825B313}" type="slidenum">
              <a:rPr lang="en-US" smtClean="0"/>
              <a:pPr/>
              <a:t>‹#›</a:t>
            </a:fld>
            <a:endParaRPr lang="en-US"/>
          </a:p>
        </p:txBody>
      </p:sp>
      <p:sp>
        <p:nvSpPr>
          <p:cNvPr id="3" name="Footer Placeholder 2">
            <a:extLst>
              <a:ext uri="{FF2B5EF4-FFF2-40B4-BE49-F238E27FC236}">
                <a16:creationId xmlns:a16="http://schemas.microsoft.com/office/drawing/2014/main" id="{78A56B5C-A5E8-430E-8A93-EC128B2EC41D}"/>
              </a:ext>
            </a:extLst>
          </p:cNvPr>
          <p:cNvSpPr>
            <a:spLocks noGrp="1"/>
          </p:cNvSpPr>
          <p:nvPr>
            <p:ph type="ftr" sz="quarter" idx="4"/>
          </p:nvPr>
        </p:nvSpPr>
        <p:spPr>
          <a:xfrm>
            <a:off x="128016" y="8823960"/>
            <a:ext cx="3200400" cy="182880"/>
          </a:xfrm>
          <a:prstGeom prst="rect">
            <a:avLst/>
          </a:prstGeom>
        </p:spPr>
        <p:txBody>
          <a:bodyPr vert="horz" lIns="91440" tIns="45720" rIns="91440" bIns="45720" rtlCol="0" anchor="b"/>
          <a:lstStyle>
            <a:lvl1pPr algn="l">
              <a:defRPr sz="900">
                <a:latin typeface="Times New Roman" panose="02020603050405020304" pitchFamily="18" charset="0"/>
                <a:cs typeface="Times New Roman" panose="02020603050405020304" pitchFamily="18" charset="0"/>
              </a:defRPr>
            </a:lvl1pPr>
          </a:lstStyle>
          <a:p>
            <a:r>
              <a:rPr lang="en-US"/>
              <a:t>© Cadence Design Systems, Inc. All rights reserved.</a:t>
            </a:r>
          </a:p>
        </p:txBody>
      </p:sp>
      <p:sp>
        <p:nvSpPr>
          <p:cNvPr id="6" name="Notes Placeholder 5">
            <a:extLst>
              <a:ext uri="{FF2B5EF4-FFF2-40B4-BE49-F238E27FC236}">
                <a16:creationId xmlns:a16="http://schemas.microsoft.com/office/drawing/2014/main" id="{6345347B-862D-44C2-AE55-6130629DD69D}"/>
              </a:ext>
            </a:extLst>
          </p:cNvPr>
          <p:cNvSpPr>
            <a:spLocks noGrp="1"/>
          </p:cNvSpPr>
          <p:nvPr>
            <p:ph type="body" sz="quarter" idx="3"/>
          </p:nvPr>
        </p:nvSpPr>
        <p:spPr>
          <a:xfrm>
            <a:off x="128016" y="4224528"/>
            <a:ext cx="6583680" cy="443484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1570949"/>
      </p:ext>
    </p:extLst>
  </p:cSld>
  <p:clrMap bg1="lt1" tx1="dk1" bg2="lt2" tx2="dk2" accent1="accent1" accent2="accent2" accent3="accent3" accent4="accent4" accent5="accent5" accent6="accent6" hlink="hlink" folHlink="folHlink"/>
  <p:hf hdr="0" dt="0"/>
  <p:notesStyle>
    <a:lvl1pPr marL="0" marR="0" indent="0" algn="l" defTabSz="914400" rtl="0" eaLnBrk="1" fontAlgn="base" latinLnBrk="0" hangingPunct="1">
      <a:lnSpc>
        <a:spcPct val="100000"/>
      </a:lnSpc>
      <a:spcBef>
        <a:spcPts val="800"/>
      </a:spcBef>
      <a:spcAft>
        <a:spcPct val="0"/>
      </a:spcAft>
      <a:buClrTx/>
      <a:buSzTx/>
      <a:buFont typeface="Arial" pitchFamily="34" charset="0"/>
      <a:buNone/>
      <a:tabLst/>
      <a:defRPr sz="1200" kern="1200">
        <a:solidFill>
          <a:schemeClr val="tx1"/>
        </a:solidFill>
        <a:latin typeface="Times New Roman" panose="02020603050405020304" pitchFamily="18" charset="0"/>
        <a:ea typeface="+mn-ea"/>
        <a:cs typeface="Times New Roman" panose="02020603050405020304" pitchFamily="18" charset="0"/>
      </a:defRPr>
    </a:lvl1pPr>
    <a:lvl2pPr marL="233363" marR="0" indent="-122238" algn="l" defTabSz="914400" rtl="0" eaLnBrk="1" fontAlgn="base" latinLnBrk="0" hangingPunct="1">
      <a:lnSpc>
        <a:spcPct val="100000"/>
      </a:lnSpc>
      <a:spcBef>
        <a:spcPts val="400"/>
      </a:spcBef>
      <a:spcAft>
        <a:spcPct val="0"/>
      </a:spcAft>
      <a:buClrTx/>
      <a:buSzTx/>
      <a:buFont typeface="Wingdings" panose="05000000000000000000" pitchFamily="2" charset="2"/>
      <a:buChar char="§"/>
      <a:tabLst/>
      <a:defRPr sz="1200" kern="1200">
        <a:solidFill>
          <a:schemeClr val="tx1"/>
        </a:solidFill>
        <a:latin typeface="Times New Roman" panose="02020603050405020304" pitchFamily="18" charset="0"/>
        <a:ea typeface="+mn-ea"/>
        <a:cs typeface="Times New Roman" panose="02020603050405020304" pitchFamily="18" charset="0"/>
      </a:defRPr>
    </a:lvl2pPr>
    <a:lvl3pPr marL="396875" marR="0" indent="-112713"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sz="1200" kern="1200">
        <a:solidFill>
          <a:schemeClr val="tx1"/>
        </a:solidFill>
        <a:latin typeface="Times New Roman" panose="02020603050405020304" pitchFamily="18" charset="0"/>
        <a:ea typeface="+mn-ea"/>
        <a:cs typeface="Times New Roman" panose="02020603050405020304" pitchFamily="18" charset="0"/>
      </a:defRPr>
    </a:lvl3pPr>
    <a:lvl4pPr marL="568325" marR="0" indent="-112713" algn="l" defTabSz="914400" rtl="0" eaLnBrk="1" fontAlgn="base" latinLnBrk="0" hangingPunct="1">
      <a:lnSpc>
        <a:spcPct val="100000"/>
      </a:lnSpc>
      <a:spcBef>
        <a:spcPts val="300"/>
      </a:spcBef>
      <a:spcAft>
        <a:spcPct val="0"/>
      </a:spcAft>
      <a:buClrTx/>
      <a:buSzTx/>
      <a:buFont typeface="Courier New" panose="02070309020205020404" pitchFamily="49" charset="0"/>
      <a:buChar char="o"/>
      <a:tabLst/>
      <a:defRPr sz="1200" kern="1200">
        <a:solidFill>
          <a:schemeClr val="tx1"/>
        </a:solidFill>
        <a:latin typeface="Times New Roman" panose="02020603050405020304" pitchFamily="18" charset="0"/>
        <a:ea typeface="+mn-ea"/>
        <a:cs typeface="Times New Roman" panose="02020603050405020304" pitchFamily="18" charset="0"/>
      </a:defRPr>
    </a:lvl4pPr>
    <a:lvl5pPr marL="740664" marR="0" indent="-109728"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sz="1200" kern="1200">
        <a:solidFill>
          <a:schemeClr val="tx1"/>
        </a:solidFill>
        <a:latin typeface="Times New Roman" panose="02020603050405020304" pitchFamily="18" charset="0"/>
        <a:ea typeface="+mn-ea"/>
        <a:cs typeface="Times New Roman" panose="02020603050405020304" pitchFamily="18"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noChangeAspect="1"/>
          </p:cNvSpPr>
          <p:nvPr>
            <p:ph type="body" idx="1"/>
          </p:nvPr>
        </p:nvSpPr>
        <p:spPr/>
        <p:txBody>
          <a:bodyPr/>
          <a:lstStyle/>
          <a:p>
            <a:pPr marL="0" marR="0" lvl="0" indent="0" algn="l" defTabSz="914400" rtl="0" eaLnBrk="1" fontAlgn="base" latinLnBrk="0" hangingPunct="1">
              <a:lnSpc>
                <a:spcPct val="100000"/>
              </a:lnSpc>
              <a:spcBef>
                <a:spcPts val="800"/>
              </a:spcBef>
              <a:spcAft>
                <a:spcPct val="0"/>
              </a:spcAft>
              <a:buClrTx/>
              <a:buSzTx/>
              <a:buFont typeface="Arial" pitchFamily="34" charset="0"/>
              <a:buNone/>
              <a:tabLst/>
              <a:defRPr/>
            </a:pPr>
            <a:r>
              <a:rPr lang="en-US" dirty="0"/>
              <a:t>Welcome to the Digital Design and Verification Academic Curriculum Course.  This course is a 15-week content for an academic curriculum that could be taught by University Professors to their students. This course could also be taken by students independently outside of the university classroom setup.</a:t>
            </a:r>
          </a:p>
          <a:p>
            <a:pPr lvl="0"/>
            <a:endParaRPr lang="en-US" dirty="0"/>
          </a:p>
        </p:txBody>
      </p:sp>
      <p:sp>
        <p:nvSpPr>
          <p:cNvPr id="5" name="Slide Image Placeholder 4">
            <a:extLst>
              <a:ext uri="{FF2B5EF4-FFF2-40B4-BE49-F238E27FC236}">
                <a16:creationId xmlns:a16="http://schemas.microsoft.com/office/drawing/2014/main" id="{5F43DF5E-9370-4CC3-A962-50A7D1177731}"/>
              </a:ext>
            </a:extLst>
          </p:cNvPr>
          <p:cNvSpPr>
            <a:spLocks noGrp="1" noRot="1" noChangeAspect="1"/>
          </p:cNvSpPr>
          <p:nvPr>
            <p:ph type="sldImg"/>
          </p:nvPr>
        </p:nvSpPr>
        <p:spPr>
          <a:xfrm>
            <a:off x="127000" y="319088"/>
            <a:ext cx="6583363" cy="3703637"/>
          </a:xfrm>
        </p:spPr>
      </p:sp>
      <p:sp>
        <p:nvSpPr>
          <p:cNvPr id="8" name="Footer Placeholder 7">
            <a:extLst>
              <a:ext uri="{FF2B5EF4-FFF2-40B4-BE49-F238E27FC236}">
                <a16:creationId xmlns:a16="http://schemas.microsoft.com/office/drawing/2014/main" id="{D673A756-A59A-4E01-8103-2AFEC54C9E62}"/>
              </a:ext>
            </a:extLst>
          </p:cNvPr>
          <p:cNvSpPr>
            <a:spLocks noGrp="1"/>
          </p:cNvSpPr>
          <p:nvPr>
            <p:ph type="ftr" sz="quarter" idx="4"/>
          </p:nvPr>
        </p:nvSpPr>
        <p:spPr/>
        <p:txBody>
          <a:bodyPr/>
          <a:lstStyle/>
          <a:p>
            <a:r>
              <a:rPr lang="en-US"/>
              <a:t>© Cadence Design Systems, Inc. All rights reserved.</a:t>
            </a:r>
          </a:p>
        </p:txBody>
      </p:sp>
      <p:sp>
        <p:nvSpPr>
          <p:cNvPr id="10" name="Slide Number Placeholder 9">
            <a:extLst>
              <a:ext uri="{FF2B5EF4-FFF2-40B4-BE49-F238E27FC236}">
                <a16:creationId xmlns:a16="http://schemas.microsoft.com/office/drawing/2014/main" id="{6D67116D-8882-464C-BFDE-3627906168AF}"/>
              </a:ext>
            </a:extLst>
          </p:cNvPr>
          <p:cNvSpPr>
            <a:spLocks noGrp="1"/>
          </p:cNvSpPr>
          <p:nvPr>
            <p:ph type="sldNum" sz="quarter" idx="5"/>
          </p:nvPr>
        </p:nvSpPr>
        <p:spPr/>
        <p:txBody>
          <a:bodyPr/>
          <a:lstStyle/>
          <a:p>
            <a:fld id="{293AADAC-C9ED-48A7-BC01-520AD825B313}" type="slidenum">
              <a:rPr lang="en-US" smtClean="0"/>
              <a:pPr/>
              <a:t>1</a:t>
            </a:fld>
            <a:endParaRPr lang="en-US"/>
          </a:p>
        </p:txBody>
      </p:sp>
    </p:spTree>
    <p:extLst>
      <p:ext uri="{BB962C8B-B14F-4D97-AF65-F5344CB8AC3E}">
        <p14:creationId xmlns:p14="http://schemas.microsoft.com/office/powerpoint/2010/main" val="33319428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noChangeAspect="1"/>
          </p:cNvSpPr>
          <p:nvPr>
            <p:ph type="body" idx="1"/>
          </p:nvPr>
        </p:nvSpPr>
        <p:spPr/>
        <p:txBody>
          <a:bodyPr/>
          <a:lstStyle/>
          <a:p>
            <a:pPr lvl="0"/>
            <a:r>
              <a:rPr lang="en-US" dirty="0"/>
              <a:t>This module contains the details of  this course and its contents and usage guidelines in the next few slides.</a:t>
            </a:r>
          </a:p>
        </p:txBody>
      </p:sp>
      <p:sp>
        <p:nvSpPr>
          <p:cNvPr id="5" name="Slide Image Placeholder 4">
            <a:extLst>
              <a:ext uri="{FF2B5EF4-FFF2-40B4-BE49-F238E27FC236}">
                <a16:creationId xmlns:a16="http://schemas.microsoft.com/office/drawing/2014/main" id="{85254BE4-8BF5-4DAD-AD6B-D2A1951A3EF1}"/>
              </a:ext>
            </a:extLst>
          </p:cNvPr>
          <p:cNvSpPr>
            <a:spLocks noGrp="1" noRot="1" noChangeAspect="1"/>
          </p:cNvSpPr>
          <p:nvPr>
            <p:ph type="sldImg"/>
          </p:nvPr>
        </p:nvSpPr>
        <p:spPr>
          <a:xfrm>
            <a:off x="127000" y="319088"/>
            <a:ext cx="6583363" cy="3703637"/>
          </a:xfrm>
        </p:spPr>
      </p:sp>
      <p:sp>
        <p:nvSpPr>
          <p:cNvPr id="8" name="Footer Placeholder 7">
            <a:extLst>
              <a:ext uri="{FF2B5EF4-FFF2-40B4-BE49-F238E27FC236}">
                <a16:creationId xmlns:a16="http://schemas.microsoft.com/office/drawing/2014/main" id="{65F62C9B-7497-4A53-AA55-745869C65809}"/>
              </a:ext>
            </a:extLst>
          </p:cNvPr>
          <p:cNvSpPr>
            <a:spLocks noGrp="1"/>
          </p:cNvSpPr>
          <p:nvPr>
            <p:ph type="ftr" sz="quarter" idx="4"/>
          </p:nvPr>
        </p:nvSpPr>
        <p:spPr/>
        <p:txBody>
          <a:bodyPr/>
          <a:lstStyle/>
          <a:p>
            <a:r>
              <a:rPr lang="en-US"/>
              <a:t>© Cadence Design Systems, Inc. All rights reserved.</a:t>
            </a:r>
          </a:p>
        </p:txBody>
      </p:sp>
      <p:sp>
        <p:nvSpPr>
          <p:cNvPr id="10" name="Slide Number Placeholder 9">
            <a:extLst>
              <a:ext uri="{FF2B5EF4-FFF2-40B4-BE49-F238E27FC236}">
                <a16:creationId xmlns:a16="http://schemas.microsoft.com/office/drawing/2014/main" id="{9A36D4A9-A527-48B2-91C2-D694EE557DC0}"/>
              </a:ext>
            </a:extLst>
          </p:cNvPr>
          <p:cNvSpPr>
            <a:spLocks noGrp="1"/>
          </p:cNvSpPr>
          <p:nvPr>
            <p:ph type="sldNum" sz="quarter" idx="5"/>
          </p:nvPr>
        </p:nvSpPr>
        <p:spPr/>
        <p:txBody>
          <a:bodyPr/>
          <a:lstStyle/>
          <a:p>
            <a:fld id="{293AADAC-C9ED-48A7-BC01-520AD825B313}" type="slidenum">
              <a:rPr lang="en-US" smtClean="0"/>
              <a:pPr/>
              <a:t>2</a:t>
            </a:fld>
            <a:endParaRPr lang="en-US"/>
          </a:p>
        </p:txBody>
      </p:sp>
    </p:spTree>
    <p:extLst>
      <p:ext uri="{BB962C8B-B14F-4D97-AF65-F5344CB8AC3E}">
        <p14:creationId xmlns:p14="http://schemas.microsoft.com/office/powerpoint/2010/main" val="3763619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noChangeAspect="1"/>
          </p:cNvSpPr>
          <p:nvPr>
            <p:ph type="body" idx="1"/>
          </p:nvPr>
        </p:nvSpPr>
        <p:spPr/>
        <p:txBody>
          <a:bodyPr/>
          <a:lstStyle/>
          <a:p>
            <a:pPr lvl="0"/>
            <a:r>
              <a:rPr lang="en-US" dirty="0"/>
              <a:t>The Instructors who teach this course should have completed </a:t>
            </a:r>
            <a:r>
              <a:rPr lang="en-US" dirty="0">
                <a:cs typeface="Arial"/>
              </a:rPr>
              <a:t>a Bachelors or Master's a degree in Electronics Engineering</a:t>
            </a:r>
            <a:endParaRPr lang="en-US" dirty="0"/>
          </a:p>
          <a:p>
            <a:pPr lvl="0"/>
            <a:r>
              <a:rPr lang="en-US" dirty="0"/>
              <a:t>Also, one needs to have a basic knowledge of  Programming. More importantly, one should have a minimal knowledge of Linux usage mandatorily for executing the labs.</a:t>
            </a:r>
          </a:p>
          <a:p>
            <a:pPr lvl="0"/>
            <a:r>
              <a:rPr lang="en-US" dirty="0"/>
              <a:t>Same pre-requisites apply for students who aspire to take this course independently by themselves.</a:t>
            </a:r>
          </a:p>
        </p:txBody>
      </p:sp>
      <p:sp>
        <p:nvSpPr>
          <p:cNvPr id="5" name="Slide Image Placeholder 4">
            <a:extLst>
              <a:ext uri="{FF2B5EF4-FFF2-40B4-BE49-F238E27FC236}">
                <a16:creationId xmlns:a16="http://schemas.microsoft.com/office/drawing/2014/main" id="{E34C9B04-57E3-4968-93AC-028DDDFF20A5}"/>
              </a:ext>
            </a:extLst>
          </p:cNvPr>
          <p:cNvSpPr>
            <a:spLocks noGrp="1" noRot="1" noChangeAspect="1"/>
          </p:cNvSpPr>
          <p:nvPr>
            <p:ph type="sldImg"/>
          </p:nvPr>
        </p:nvSpPr>
        <p:spPr>
          <a:xfrm>
            <a:off x="127000" y="319088"/>
            <a:ext cx="6583363" cy="3703637"/>
          </a:xfrm>
        </p:spPr>
      </p:sp>
      <p:sp>
        <p:nvSpPr>
          <p:cNvPr id="8" name="Footer Placeholder 7">
            <a:extLst>
              <a:ext uri="{FF2B5EF4-FFF2-40B4-BE49-F238E27FC236}">
                <a16:creationId xmlns:a16="http://schemas.microsoft.com/office/drawing/2014/main" id="{0560BEEE-9E79-4044-889A-D1B47C69A0F0}"/>
              </a:ext>
            </a:extLst>
          </p:cNvPr>
          <p:cNvSpPr>
            <a:spLocks noGrp="1"/>
          </p:cNvSpPr>
          <p:nvPr>
            <p:ph type="ftr" sz="quarter" idx="4"/>
          </p:nvPr>
        </p:nvSpPr>
        <p:spPr/>
        <p:txBody>
          <a:bodyPr/>
          <a:lstStyle/>
          <a:p>
            <a:r>
              <a:rPr lang="en-US"/>
              <a:t>© Cadence Design Systems, Inc. All rights reserved.</a:t>
            </a:r>
          </a:p>
        </p:txBody>
      </p:sp>
      <p:sp>
        <p:nvSpPr>
          <p:cNvPr id="10" name="Slide Number Placeholder 9">
            <a:extLst>
              <a:ext uri="{FF2B5EF4-FFF2-40B4-BE49-F238E27FC236}">
                <a16:creationId xmlns:a16="http://schemas.microsoft.com/office/drawing/2014/main" id="{0328B775-FC09-448B-BC62-9D20B85AB2CC}"/>
              </a:ext>
            </a:extLst>
          </p:cNvPr>
          <p:cNvSpPr>
            <a:spLocks noGrp="1"/>
          </p:cNvSpPr>
          <p:nvPr>
            <p:ph type="sldNum" sz="quarter" idx="5"/>
          </p:nvPr>
        </p:nvSpPr>
        <p:spPr/>
        <p:txBody>
          <a:bodyPr/>
          <a:lstStyle/>
          <a:p>
            <a:fld id="{293AADAC-C9ED-48A7-BC01-520AD825B313}" type="slidenum">
              <a:rPr lang="en-US" smtClean="0"/>
              <a:pPr/>
              <a:t>3</a:t>
            </a:fld>
            <a:endParaRPr lang="en-US"/>
          </a:p>
        </p:txBody>
      </p:sp>
    </p:spTree>
    <p:extLst>
      <p:ext uri="{BB962C8B-B14F-4D97-AF65-F5344CB8AC3E}">
        <p14:creationId xmlns:p14="http://schemas.microsoft.com/office/powerpoint/2010/main" val="28298040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noChangeAspect="1"/>
          </p:cNvSpPr>
          <p:nvPr>
            <p:ph type="body" idx="1"/>
          </p:nvPr>
        </p:nvSpPr>
        <p:spPr/>
        <p:txBody>
          <a:bodyPr/>
          <a:lstStyle/>
          <a:p>
            <a:pPr lvl="0"/>
            <a:r>
              <a:rPr lang="en-US" dirty="0"/>
              <a:t>This course covers:</a:t>
            </a:r>
          </a:p>
          <a:p>
            <a:pPr marL="365760" lvl="1" indent="-274320"/>
            <a:r>
              <a:rPr lang="en-US" b="0" i="0" dirty="0">
                <a:solidFill>
                  <a:srgbClr val="333333"/>
                </a:solidFill>
                <a:effectLst/>
              </a:rPr>
              <a:t>An overview of the digital design and verification methodology, including challenges and opportunities</a:t>
            </a:r>
          </a:p>
          <a:p>
            <a:pPr marL="365760" lvl="1" indent="-274320"/>
            <a:r>
              <a:rPr lang="en-US" b="0" i="0" dirty="0">
                <a:solidFill>
                  <a:srgbClr val="333333"/>
                </a:solidFill>
                <a:effectLst/>
              </a:rPr>
              <a:t>Fundamental digital </a:t>
            </a:r>
            <a:r>
              <a:rPr lang="en-US" dirty="0">
                <a:solidFill>
                  <a:srgbClr val="333333"/>
                </a:solidFill>
              </a:rPr>
              <a:t>Hardware implementation Basics</a:t>
            </a:r>
            <a:r>
              <a:rPr lang="en-US" b="0" i="0" dirty="0">
                <a:solidFill>
                  <a:srgbClr val="333333"/>
                </a:solidFill>
                <a:effectLst/>
              </a:rPr>
              <a:t>, Hardware building blocks, and design techniques</a:t>
            </a:r>
          </a:p>
          <a:p>
            <a:pPr marL="365760" lvl="1" indent="-274320"/>
            <a:r>
              <a:rPr lang="en-US" b="0" i="0" dirty="0">
                <a:solidFill>
                  <a:srgbClr val="333333"/>
                </a:solidFill>
                <a:effectLst/>
              </a:rPr>
              <a:t>Verilog language and application concepts for design, synthesis, and verification</a:t>
            </a:r>
          </a:p>
          <a:p>
            <a:pPr marL="365760" lvl="1" indent="-274320"/>
            <a:r>
              <a:rPr lang="en-US" dirty="0">
                <a:solidFill>
                  <a:srgbClr val="333333"/>
                </a:solidFill>
              </a:rPr>
              <a:t>K</a:t>
            </a:r>
            <a:r>
              <a:rPr lang="en-US" b="0" i="0" dirty="0">
                <a:solidFill>
                  <a:srgbClr val="333333"/>
                </a:solidFill>
                <a:effectLst/>
              </a:rPr>
              <a:t>ey design challenges for low power</a:t>
            </a:r>
          </a:p>
          <a:p>
            <a:pPr marL="365760" lvl="1" indent="-274320"/>
            <a:r>
              <a:rPr lang="en-US" b="0" i="0" dirty="0">
                <a:solidFill>
                  <a:srgbClr val="333333"/>
                </a:solidFill>
                <a:effectLst/>
              </a:rPr>
              <a:t>Modern verification flow based on Metric Driven Verification.</a:t>
            </a:r>
          </a:p>
          <a:p>
            <a:pPr marL="365760" lvl="1" indent="-274320"/>
            <a:r>
              <a:rPr lang="en-US" dirty="0">
                <a:solidFill>
                  <a:srgbClr val="333333"/>
                </a:solidFill>
              </a:rPr>
              <a:t>Introduction to </a:t>
            </a:r>
            <a:r>
              <a:rPr lang="en-US" b="0" i="0" dirty="0">
                <a:solidFill>
                  <a:srgbClr val="333333"/>
                </a:solidFill>
                <a:effectLst/>
              </a:rPr>
              <a:t> </a:t>
            </a:r>
            <a:r>
              <a:rPr lang="en-US" b="0" i="0" dirty="0" err="1">
                <a:solidFill>
                  <a:srgbClr val="333333"/>
                </a:solidFill>
                <a:effectLst/>
              </a:rPr>
              <a:t>SystemVerilog</a:t>
            </a:r>
            <a:r>
              <a:rPr lang="en-US" b="0" i="0" dirty="0">
                <a:solidFill>
                  <a:srgbClr val="333333"/>
                </a:solidFill>
                <a:effectLst/>
              </a:rPr>
              <a:t> and selected language enhancements such as randomization</a:t>
            </a:r>
          </a:p>
          <a:p>
            <a:pPr marL="365760" lvl="1" indent="-274320"/>
            <a:r>
              <a:rPr lang="en-US" dirty="0">
                <a:solidFill>
                  <a:srgbClr val="333333"/>
                </a:solidFill>
              </a:rPr>
              <a:t>O</a:t>
            </a:r>
            <a:r>
              <a:rPr lang="en-US" b="0" i="0" dirty="0">
                <a:solidFill>
                  <a:srgbClr val="333333"/>
                </a:solidFill>
                <a:effectLst/>
              </a:rPr>
              <a:t>verview of the Universal Verification Methodology (UVM), a class-based verification library based on </a:t>
            </a:r>
            <a:r>
              <a:rPr lang="en-US" b="0" i="0" dirty="0" err="1">
                <a:solidFill>
                  <a:srgbClr val="333333"/>
                </a:solidFill>
                <a:effectLst/>
              </a:rPr>
              <a:t>SystemVerilog</a:t>
            </a:r>
            <a:r>
              <a:rPr lang="en-US" b="0" i="0" dirty="0">
                <a:solidFill>
                  <a:srgbClr val="333333"/>
                </a:solidFill>
                <a:effectLst/>
              </a:rPr>
              <a:t>.</a:t>
            </a:r>
          </a:p>
          <a:p>
            <a:pPr marL="365760" lvl="1" indent="-274320"/>
            <a:r>
              <a:rPr lang="en-US" dirty="0">
                <a:solidFill>
                  <a:srgbClr val="333333"/>
                </a:solidFill>
              </a:rPr>
              <a:t>O</a:t>
            </a:r>
            <a:r>
              <a:rPr lang="en-US" b="0" i="0" dirty="0">
                <a:solidFill>
                  <a:srgbClr val="333333"/>
                </a:solidFill>
                <a:effectLst/>
              </a:rPr>
              <a:t>verview of key verification technologies, such as Coverage, Assertions, simulation acceleration, and formal analysis.</a:t>
            </a:r>
            <a:endParaRPr lang="en-US" dirty="0">
              <a:solidFill>
                <a:srgbClr val="333333"/>
              </a:solidFill>
            </a:endParaRPr>
          </a:p>
          <a:p>
            <a:pPr marL="365760" lvl="1" indent="-274320"/>
            <a:r>
              <a:rPr lang="en-US" b="0" i="0" dirty="0">
                <a:solidFill>
                  <a:srgbClr val="333333"/>
                </a:solidFill>
                <a:effectLst/>
              </a:rPr>
              <a:t>A Detailed </a:t>
            </a:r>
            <a:r>
              <a:rPr lang="en-US" b="0" i="0" dirty="0" err="1">
                <a:solidFill>
                  <a:srgbClr val="333333"/>
                </a:solidFill>
                <a:effectLst/>
              </a:rPr>
              <a:t>highlevel</a:t>
            </a:r>
            <a:r>
              <a:rPr lang="en-US" b="0" i="0" dirty="0">
                <a:solidFill>
                  <a:srgbClr val="333333"/>
                </a:solidFill>
                <a:effectLst/>
              </a:rPr>
              <a:t> plan of, how to achieve verification closure in an Industry IC Project cycle.</a:t>
            </a:r>
          </a:p>
          <a:p>
            <a:pPr lvl="0"/>
            <a:endParaRPr lang="en-US" i="1" dirty="0"/>
          </a:p>
        </p:txBody>
      </p:sp>
      <p:sp>
        <p:nvSpPr>
          <p:cNvPr id="5" name="Slide Image Placeholder 4">
            <a:extLst>
              <a:ext uri="{FF2B5EF4-FFF2-40B4-BE49-F238E27FC236}">
                <a16:creationId xmlns:a16="http://schemas.microsoft.com/office/drawing/2014/main" id="{269D66D6-AF99-49A1-9A84-F8AA4095087A}"/>
              </a:ext>
            </a:extLst>
          </p:cNvPr>
          <p:cNvSpPr>
            <a:spLocks noGrp="1" noRot="1" noChangeAspect="1"/>
          </p:cNvSpPr>
          <p:nvPr>
            <p:ph type="sldImg"/>
          </p:nvPr>
        </p:nvSpPr>
        <p:spPr>
          <a:xfrm>
            <a:off x="127000" y="319088"/>
            <a:ext cx="6583363" cy="3703637"/>
          </a:xfrm>
        </p:spPr>
      </p:sp>
      <p:sp>
        <p:nvSpPr>
          <p:cNvPr id="8" name="Footer Placeholder 7">
            <a:extLst>
              <a:ext uri="{FF2B5EF4-FFF2-40B4-BE49-F238E27FC236}">
                <a16:creationId xmlns:a16="http://schemas.microsoft.com/office/drawing/2014/main" id="{AD5C0D13-D2B5-4EF0-98F5-C6B3436F58D1}"/>
              </a:ext>
            </a:extLst>
          </p:cNvPr>
          <p:cNvSpPr>
            <a:spLocks noGrp="1"/>
          </p:cNvSpPr>
          <p:nvPr>
            <p:ph type="ftr" sz="quarter" idx="4"/>
          </p:nvPr>
        </p:nvSpPr>
        <p:spPr/>
        <p:txBody>
          <a:bodyPr/>
          <a:lstStyle/>
          <a:p>
            <a:r>
              <a:rPr lang="en-US"/>
              <a:t>© Cadence Design Systems, Inc. All rights reserved.</a:t>
            </a:r>
          </a:p>
        </p:txBody>
      </p:sp>
      <p:sp>
        <p:nvSpPr>
          <p:cNvPr id="10" name="Slide Number Placeholder 9">
            <a:extLst>
              <a:ext uri="{FF2B5EF4-FFF2-40B4-BE49-F238E27FC236}">
                <a16:creationId xmlns:a16="http://schemas.microsoft.com/office/drawing/2014/main" id="{70DEBF8A-AF54-4B63-B85F-B6D6E692084F}"/>
              </a:ext>
            </a:extLst>
          </p:cNvPr>
          <p:cNvSpPr>
            <a:spLocks noGrp="1"/>
          </p:cNvSpPr>
          <p:nvPr>
            <p:ph type="sldNum" sz="quarter" idx="5"/>
          </p:nvPr>
        </p:nvSpPr>
        <p:spPr/>
        <p:txBody>
          <a:bodyPr/>
          <a:lstStyle/>
          <a:p>
            <a:fld id="{293AADAC-C9ED-48A7-BC01-520AD825B313}" type="slidenum">
              <a:rPr lang="en-US" smtClean="0"/>
              <a:pPr/>
              <a:t>4</a:t>
            </a:fld>
            <a:endParaRPr lang="en-US"/>
          </a:p>
        </p:txBody>
      </p:sp>
    </p:spTree>
    <p:extLst>
      <p:ext uri="{BB962C8B-B14F-4D97-AF65-F5344CB8AC3E}">
        <p14:creationId xmlns:p14="http://schemas.microsoft.com/office/powerpoint/2010/main" val="1275163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noChangeAspect="1"/>
          </p:cNvSpPr>
          <p:nvPr>
            <p:ph type="body" idx="1"/>
          </p:nvPr>
        </p:nvSpPr>
        <p:spPr/>
        <p:txBody>
          <a:bodyPr/>
          <a:lstStyle/>
          <a:p>
            <a:pPr lvl="1"/>
            <a:r>
              <a:rPr lang="en-US" dirty="0"/>
              <a:t>This course contains material to a 15-week class on Basic Front-End Design and Verification concepts</a:t>
            </a:r>
          </a:p>
          <a:p>
            <a:pPr lvl="1"/>
            <a:r>
              <a:rPr lang="en-US" dirty="0">
                <a:effectLst/>
                <a:ea typeface="Calibri" panose="020F0502020204030204" pitchFamily="34" charset="0"/>
              </a:rPr>
              <a:t>The curriculum aims to bridge the knowledge gap between undergraduate education and industry practices, ensuring that fresh graduates are well-equipped to excel in their initial roles as Digital Design Engineers or Front-End Verification Engineers.</a:t>
            </a:r>
          </a:p>
          <a:p>
            <a:pPr lvl="1"/>
            <a:r>
              <a:rPr lang="en-US" dirty="0"/>
              <a:t>Professors who wish to teach an entire semester of 15-week program on Basic front-end digital design and verification will find this material extremely apt and useful.</a:t>
            </a:r>
          </a:p>
          <a:p>
            <a:pPr lvl="2"/>
            <a:r>
              <a:rPr lang="en-US" dirty="0"/>
              <a:t>They may utilize the entire material or choose to pick parts of it as necessary to accommodate into their University Curriculum.</a:t>
            </a:r>
          </a:p>
          <a:p>
            <a:pPr lvl="1"/>
            <a:r>
              <a:rPr lang="en-US" dirty="0"/>
              <a:t>Students who wish to upskill themselves on the basic Front-end digital flow</a:t>
            </a:r>
            <a:r>
              <a:rPr lang="en-US" dirty="0">
                <a:effectLst/>
                <a:ea typeface="Calibri" panose="020F0502020204030204" pitchFamily="34" charset="0"/>
              </a:rPr>
              <a:t> concepts, especially in relation to their practical applications within the Semiconductor Industry, will greatly benefit from this course.</a:t>
            </a:r>
            <a:endParaRPr lang="en-US" dirty="0"/>
          </a:p>
        </p:txBody>
      </p:sp>
      <p:sp>
        <p:nvSpPr>
          <p:cNvPr id="5" name="Slide Image Placeholder 4">
            <a:extLst>
              <a:ext uri="{FF2B5EF4-FFF2-40B4-BE49-F238E27FC236}">
                <a16:creationId xmlns:a16="http://schemas.microsoft.com/office/drawing/2014/main" id="{84BB1717-40B1-4E85-96BB-028BFBA0A0D5}"/>
              </a:ext>
            </a:extLst>
          </p:cNvPr>
          <p:cNvSpPr>
            <a:spLocks noGrp="1" noRot="1" noChangeAspect="1"/>
          </p:cNvSpPr>
          <p:nvPr>
            <p:ph type="sldImg"/>
          </p:nvPr>
        </p:nvSpPr>
        <p:spPr>
          <a:xfrm>
            <a:off x="127000" y="319088"/>
            <a:ext cx="6583363" cy="3703637"/>
          </a:xfrm>
        </p:spPr>
      </p:sp>
      <p:sp>
        <p:nvSpPr>
          <p:cNvPr id="8" name="Footer Placeholder 7">
            <a:extLst>
              <a:ext uri="{FF2B5EF4-FFF2-40B4-BE49-F238E27FC236}">
                <a16:creationId xmlns:a16="http://schemas.microsoft.com/office/drawing/2014/main" id="{EBBFC082-C588-47EC-B0F1-44EB7E29D3CC}"/>
              </a:ext>
            </a:extLst>
          </p:cNvPr>
          <p:cNvSpPr>
            <a:spLocks noGrp="1"/>
          </p:cNvSpPr>
          <p:nvPr>
            <p:ph type="ftr" sz="quarter" idx="4"/>
          </p:nvPr>
        </p:nvSpPr>
        <p:spPr/>
        <p:txBody>
          <a:bodyPr/>
          <a:lstStyle/>
          <a:p>
            <a:r>
              <a:rPr lang="en-US"/>
              <a:t>© Cadence Design Systems, Inc. All rights reserved.</a:t>
            </a:r>
          </a:p>
        </p:txBody>
      </p:sp>
      <p:sp>
        <p:nvSpPr>
          <p:cNvPr id="10" name="Slide Number Placeholder 9">
            <a:extLst>
              <a:ext uri="{FF2B5EF4-FFF2-40B4-BE49-F238E27FC236}">
                <a16:creationId xmlns:a16="http://schemas.microsoft.com/office/drawing/2014/main" id="{30B5505E-8ABF-472D-97DC-3623BB2639E6}"/>
              </a:ext>
            </a:extLst>
          </p:cNvPr>
          <p:cNvSpPr>
            <a:spLocks noGrp="1"/>
          </p:cNvSpPr>
          <p:nvPr>
            <p:ph type="sldNum" sz="quarter" idx="5"/>
          </p:nvPr>
        </p:nvSpPr>
        <p:spPr/>
        <p:txBody>
          <a:bodyPr/>
          <a:lstStyle/>
          <a:p>
            <a:fld id="{293AADAC-C9ED-48A7-BC01-520AD825B313}" type="slidenum">
              <a:rPr lang="en-US" smtClean="0"/>
              <a:pPr/>
              <a:t>5</a:t>
            </a:fld>
            <a:endParaRPr lang="en-US"/>
          </a:p>
        </p:txBody>
      </p:sp>
    </p:spTree>
    <p:extLst>
      <p:ext uri="{BB962C8B-B14F-4D97-AF65-F5344CB8AC3E}">
        <p14:creationId xmlns:p14="http://schemas.microsoft.com/office/powerpoint/2010/main" val="15198557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7000" y="319088"/>
            <a:ext cx="6583363" cy="3703637"/>
          </a:xfrm>
        </p:spPr>
      </p:sp>
      <p:sp>
        <p:nvSpPr>
          <p:cNvPr id="3" name="Notes Placeholder 2"/>
          <p:cNvSpPr>
            <a:spLocks noGrp="1"/>
          </p:cNvSpPr>
          <p:nvPr>
            <p:ph type="body" idx="1"/>
          </p:nvPr>
        </p:nvSpPr>
        <p:spPr/>
        <p:txBody>
          <a:bodyPr/>
          <a:lstStyle/>
          <a:p>
            <a:pPr lvl="1">
              <a:lnSpc>
                <a:spcPct val="107000"/>
              </a:lnSpc>
              <a:spcBef>
                <a:spcPts val="0"/>
              </a:spcBef>
              <a:spcAft>
                <a:spcPts val="800"/>
              </a:spcAft>
            </a:pPr>
            <a:r>
              <a:rPr lang="en-US" dirty="0">
                <a:effectLst/>
                <a:ea typeface="Calibri" panose="020F0502020204030204" pitchFamily="34" charset="0"/>
              </a:rPr>
              <a:t>The course includes 15 folders for 15 weeks program, each week folder containing the lecture PDFs corresponding to the week, along with lab PDFs and lab databases as applicable.</a:t>
            </a:r>
          </a:p>
          <a:p>
            <a:pPr lvl="1">
              <a:lnSpc>
                <a:spcPct val="107000"/>
              </a:lnSpc>
              <a:spcBef>
                <a:spcPts val="0"/>
              </a:spcBef>
              <a:spcAft>
                <a:spcPts val="800"/>
              </a:spcAft>
            </a:pPr>
            <a:r>
              <a:rPr lang="en-US" dirty="0">
                <a:effectLst/>
                <a:ea typeface="Calibri" panose="020F0502020204030204" pitchFamily="34" charset="0"/>
              </a:rPr>
              <a:t>It features a comprehensive week-by-week curriculum Excel sheet that outlines the topics taught each week and includes lab details.</a:t>
            </a:r>
          </a:p>
          <a:p>
            <a:pPr lvl="2">
              <a:lnSpc>
                <a:spcPct val="107000"/>
              </a:lnSpc>
              <a:spcBef>
                <a:spcPts val="0"/>
              </a:spcBef>
              <a:spcAft>
                <a:spcPts val="800"/>
              </a:spcAft>
            </a:pPr>
            <a:r>
              <a:rPr lang="en-US" dirty="0">
                <a:ea typeface="Calibri" panose="020F0502020204030204" pitchFamily="34" charset="0"/>
              </a:rPr>
              <a:t>The excel sheet also provides </a:t>
            </a:r>
            <a:r>
              <a:rPr lang="en-US" dirty="0">
                <a:effectLst/>
                <a:ea typeface="Calibri" panose="020F0502020204030204" pitchFamily="34" charset="0"/>
              </a:rPr>
              <a:t>links to the complete </a:t>
            </a:r>
            <a:r>
              <a:rPr lang="en-US" dirty="0" err="1">
                <a:effectLst/>
                <a:ea typeface="Calibri" panose="020F0502020204030204" pitchFamily="34" charset="0"/>
              </a:rPr>
              <a:t>Docebo</a:t>
            </a:r>
            <a:r>
              <a:rPr lang="en-US" dirty="0">
                <a:effectLst/>
                <a:ea typeface="Calibri" panose="020F0502020204030204" pitchFamily="34" charset="0"/>
              </a:rPr>
              <a:t> Cadence online courses relevant to the weekly content.</a:t>
            </a:r>
          </a:p>
          <a:p>
            <a:pPr lvl="1">
              <a:lnSpc>
                <a:spcPct val="107000"/>
              </a:lnSpc>
              <a:spcBef>
                <a:spcPts val="0"/>
              </a:spcBef>
              <a:spcAft>
                <a:spcPts val="800"/>
              </a:spcAft>
            </a:pPr>
            <a:r>
              <a:rPr lang="en-US" dirty="0">
                <a:effectLst/>
                <a:ea typeface="Calibri" panose="020F0502020204030204" pitchFamily="34" charset="0"/>
              </a:rPr>
              <a:t>Upon unpacking/</a:t>
            </a:r>
            <a:r>
              <a:rPr lang="en-US" dirty="0" err="1">
                <a:effectLst/>
                <a:ea typeface="Calibri" panose="020F0502020204030204" pitchFamily="34" charset="0"/>
              </a:rPr>
              <a:t>untarring</a:t>
            </a:r>
            <a:r>
              <a:rPr lang="en-US" dirty="0">
                <a:effectLst/>
                <a:ea typeface="Calibri" panose="020F0502020204030204" pitchFamily="34" charset="0"/>
              </a:rPr>
              <a:t> the tarred </a:t>
            </a:r>
            <a:r>
              <a:rPr lang="en-US" dirty="0">
                <a:ea typeface="Calibri" panose="020F0502020204030204" pitchFamily="34" charset="0"/>
              </a:rPr>
              <a:t>package</a:t>
            </a:r>
            <a:r>
              <a:rPr lang="en-US" b="1" dirty="0">
                <a:ea typeface="Calibri" panose="020F0502020204030204" pitchFamily="34" charset="0"/>
              </a:rPr>
              <a:t> </a:t>
            </a:r>
            <a:r>
              <a:rPr lang="en-US" b="1" dirty="0" err="1">
                <a:effectLst/>
                <a:ea typeface="Calibri" panose="020F0502020204030204" pitchFamily="34" charset="0"/>
              </a:rPr>
              <a:t>DigitalDesignVerification</a:t>
            </a:r>
            <a:r>
              <a:rPr lang="en-US" b="1" dirty="0">
                <a:effectLst/>
                <a:ea typeface="Calibri" panose="020F0502020204030204" pitchFamily="34" charset="0"/>
              </a:rPr>
              <a:t>-Academic-Curriculum</a:t>
            </a:r>
            <a:r>
              <a:rPr lang="en-US" dirty="0">
                <a:effectLst/>
                <a:ea typeface="Calibri" panose="020F0502020204030204" pitchFamily="34" charset="0"/>
              </a:rPr>
              <a:t>, you should find the following:</a:t>
            </a:r>
          </a:p>
          <a:p>
            <a:pPr lvl="2">
              <a:lnSpc>
                <a:spcPct val="107000"/>
              </a:lnSpc>
              <a:spcBef>
                <a:spcPts val="0"/>
              </a:spcBef>
              <a:spcAft>
                <a:spcPts val="800"/>
              </a:spcAft>
            </a:pPr>
            <a:r>
              <a:rPr lang="en-US" dirty="0">
                <a:ea typeface="Calibri" panose="020F0502020204030204" pitchFamily="34" charset="0"/>
              </a:rPr>
              <a:t>1</a:t>
            </a:r>
            <a:r>
              <a:rPr lang="en-US" dirty="0">
                <a:effectLst/>
                <a:ea typeface="Calibri" panose="020F0502020204030204" pitchFamily="34" charset="0"/>
              </a:rPr>
              <a:t>5 folders, each named after the week of the curriculum.</a:t>
            </a:r>
          </a:p>
          <a:p>
            <a:pPr lvl="2">
              <a:lnSpc>
                <a:spcPct val="107000"/>
              </a:lnSpc>
              <a:spcBef>
                <a:spcPts val="0"/>
              </a:spcBef>
              <a:spcAft>
                <a:spcPts val="800"/>
              </a:spcAft>
            </a:pPr>
            <a:r>
              <a:rPr lang="en-US" dirty="0">
                <a:effectLst/>
                <a:ea typeface="Calibri" panose="020F0502020204030204" pitchFamily="34" charset="0"/>
              </a:rPr>
              <a:t>Lecture PDFs for the specific week named after the week and the lecture of the week whether lecture A or B</a:t>
            </a:r>
          </a:p>
          <a:p>
            <a:pPr lvl="2">
              <a:lnSpc>
                <a:spcPct val="107000"/>
              </a:lnSpc>
              <a:spcBef>
                <a:spcPts val="0"/>
              </a:spcBef>
              <a:spcAft>
                <a:spcPts val="800"/>
              </a:spcAft>
            </a:pPr>
            <a:r>
              <a:rPr lang="en-US" dirty="0">
                <a:ea typeface="Calibri" panose="020F0502020204030204" pitchFamily="34" charset="0"/>
              </a:rPr>
              <a:t>L</a:t>
            </a:r>
            <a:r>
              <a:rPr lang="en-US" dirty="0">
                <a:effectLst/>
                <a:ea typeface="Calibri" panose="020F0502020204030204" pitchFamily="34" charset="0"/>
              </a:rPr>
              <a:t>ab PDFs and the relevant lab database in each folder as applicable.</a:t>
            </a:r>
          </a:p>
          <a:p>
            <a:pPr lvl="2">
              <a:lnSpc>
                <a:spcPct val="107000"/>
              </a:lnSpc>
              <a:spcBef>
                <a:spcPts val="0"/>
              </a:spcBef>
              <a:spcAft>
                <a:spcPts val="800"/>
              </a:spcAft>
            </a:pPr>
            <a:r>
              <a:rPr lang="en-US" dirty="0">
                <a:effectLst/>
                <a:ea typeface="Calibri" panose="020F0502020204030204" pitchFamily="34" charset="0"/>
              </a:rPr>
              <a:t>An Excel sheet “Digital Design and Verification Syllabus.xlsx” detailing weekly contents and teaching plan, topics, and specific Cadence Online Courses links.</a:t>
            </a:r>
            <a:endParaRPr lang="en-US" dirty="0"/>
          </a:p>
          <a:p>
            <a:endParaRPr lang="en-US" dirty="0"/>
          </a:p>
        </p:txBody>
      </p:sp>
      <p:sp>
        <p:nvSpPr>
          <p:cNvPr id="4" name="Slide Number Placeholder 3"/>
          <p:cNvSpPr>
            <a:spLocks noGrp="1"/>
          </p:cNvSpPr>
          <p:nvPr>
            <p:ph type="sldNum" sz="quarter" idx="5"/>
          </p:nvPr>
        </p:nvSpPr>
        <p:spPr/>
        <p:txBody>
          <a:bodyPr/>
          <a:lstStyle/>
          <a:p>
            <a:fld id="{293AADAC-C9ED-48A7-BC01-520AD825B313}" type="slidenum">
              <a:rPr lang="en-US" smtClean="0"/>
              <a:pPr/>
              <a:t>6</a:t>
            </a:fld>
            <a:endParaRPr lang="en-US"/>
          </a:p>
        </p:txBody>
      </p:sp>
      <p:sp>
        <p:nvSpPr>
          <p:cNvPr id="5" name="Footer Placeholder 4"/>
          <p:cNvSpPr>
            <a:spLocks noGrp="1"/>
          </p:cNvSpPr>
          <p:nvPr>
            <p:ph type="ftr" sz="quarter" idx="4"/>
          </p:nvPr>
        </p:nvSpPr>
        <p:spPr/>
        <p:txBody>
          <a:bodyPr/>
          <a:lstStyle/>
          <a:p>
            <a:r>
              <a:rPr lang="en-US"/>
              <a:t>© Cadence Design Systems, Inc. All rights reserved.</a:t>
            </a:r>
          </a:p>
        </p:txBody>
      </p:sp>
    </p:spTree>
    <p:extLst>
      <p:ext uri="{BB962C8B-B14F-4D97-AF65-F5344CB8AC3E}">
        <p14:creationId xmlns:p14="http://schemas.microsoft.com/office/powerpoint/2010/main" val="24812361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7000" y="319088"/>
            <a:ext cx="6583363" cy="3703637"/>
          </a:xfrm>
        </p:spPr>
      </p:sp>
      <p:sp>
        <p:nvSpPr>
          <p:cNvPr id="3" name="Notes Placeholder 2"/>
          <p:cNvSpPr>
            <a:spLocks noGrp="1"/>
          </p:cNvSpPr>
          <p:nvPr>
            <p:ph type="body" idx="1"/>
          </p:nvPr>
        </p:nvSpPr>
        <p:spPr/>
        <p:txBody>
          <a:bodyPr/>
          <a:lstStyle/>
          <a:p>
            <a:r>
              <a:rPr lang="en-US" dirty="0"/>
              <a:t>This is a quick overview of the exact schedule to be followed for the entire 15-week program to teach in an university setup.</a:t>
            </a:r>
          </a:p>
        </p:txBody>
      </p:sp>
      <p:sp>
        <p:nvSpPr>
          <p:cNvPr id="4" name="Slide Number Placeholder 3"/>
          <p:cNvSpPr>
            <a:spLocks noGrp="1"/>
          </p:cNvSpPr>
          <p:nvPr>
            <p:ph type="sldNum" sz="quarter" idx="5"/>
          </p:nvPr>
        </p:nvSpPr>
        <p:spPr/>
        <p:txBody>
          <a:bodyPr/>
          <a:lstStyle/>
          <a:p>
            <a:fld id="{293AADAC-C9ED-48A7-BC01-520AD825B313}" type="slidenum">
              <a:rPr lang="en-US" smtClean="0"/>
              <a:pPr/>
              <a:t>7</a:t>
            </a:fld>
            <a:endParaRPr lang="en-US"/>
          </a:p>
        </p:txBody>
      </p:sp>
      <p:sp>
        <p:nvSpPr>
          <p:cNvPr id="5" name="Footer Placeholder 4"/>
          <p:cNvSpPr>
            <a:spLocks noGrp="1"/>
          </p:cNvSpPr>
          <p:nvPr>
            <p:ph type="ftr" sz="quarter" idx="4"/>
          </p:nvPr>
        </p:nvSpPr>
        <p:spPr/>
        <p:txBody>
          <a:bodyPr/>
          <a:lstStyle/>
          <a:p>
            <a:r>
              <a:rPr lang="en-US"/>
              <a:t>© Cadence Design Systems, Inc. All rights reserved.</a:t>
            </a:r>
          </a:p>
        </p:txBody>
      </p:sp>
    </p:spTree>
    <p:extLst>
      <p:ext uri="{BB962C8B-B14F-4D97-AF65-F5344CB8AC3E}">
        <p14:creationId xmlns:p14="http://schemas.microsoft.com/office/powerpoint/2010/main" val="7912252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31.xml"/><Relationship Id="rId5" Type="http://schemas.openxmlformats.org/officeDocument/2006/relationships/image" Target="../media/image7.png"/><Relationship Id="rId4" Type="http://schemas.openxmlformats.org/officeDocument/2006/relationships/hyperlink" Target="https://www.cadence.com/go/trademarks"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7200" y="4114800"/>
            <a:ext cx="10972800" cy="1371600"/>
          </a:xfrm>
          <a:prstGeom prst="rect">
            <a:avLst/>
          </a:prstGeom>
        </p:spPr>
        <p:txBody>
          <a:bodyPr anchor="ctr">
            <a:normAutofit/>
          </a:bodyPr>
          <a:lstStyle>
            <a:lvl1pPr marL="0" indent="0" algn="l">
              <a:defRPr lang="en-US" sz="3600" b="0" kern="1200" dirty="0">
                <a:solidFill>
                  <a:srgbClr val="333333"/>
                </a:solidFill>
                <a:latin typeface="+mj-lt"/>
                <a:ea typeface="+mj-ea"/>
                <a:cs typeface="Arial" panose="020B0604020202020204" pitchFamily="34" charset="0"/>
              </a:defRPr>
            </a:lvl1pPr>
          </a:lstStyle>
          <a:p>
            <a:pPr marL="0" lvl="0" indent="-228600" algn="l" defTabSz="914400" rtl="0" eaLnBrk="1" latinLnBrk="0" hangingPunct="1">
              <a:lnSpc>
                <a:spcPct val="90000"/>
              </a:lnSpc>
              <a:spcBef>
                <a:spcPct val="0"/>
              </a:spcBef>
              <a:buFont typeface="Arial" panose="020B0604020202020204" pitchFamily="34" charset="0"/>
              <a:buNone/>
            </a:pPr>
            <a:r>
              <a:rPr lang="en-US"/>
              <a:t>Click to Enter Title</a:t>
            </a:r>
          </a:p>
        </p:txBody>
      </p:sp>
      <p:sp>
        <p:nvSpPr>
          <p:cNvPr id="3" name="Subtitle 2"/>
          <p:cNvSpPr>
            <a:spLocks noGrp="1"/>
          </p:cNvSpPr>
          <p:nvPr>
            <p:ph type="subTitle" idx="1" hasCustomPrompt="1"/>
          </p:nvPr>
        </p:nvSpPr>
        <p:spPr>
          <a:xfrm>
            <a:off x="1828800" y="5494867"/>
            <a:ext cx="2286000" cy="365760"/>
          </a:xfrm>
          <a:prstGeom prst="rect">
            <a:avLst/>
          </a:prstGeom>
        </p:spPr>
        <p:txBody>
          <a:bodyPr wrap="none" lIns="91440" tIns="91440" rIns="91440" bIns="91440" anchor="ctr">
            <a:noAutofit/>
          </a:bodyPr>
          <a:lstStyle>
            <a:lvl1pPr marL="0" indent="0" algn="l" defTabSz="914400" rtl="0" eaLnBrk="1" latinLnBrk="0" hangingPunct="1">
              <a:lnSpc>
                <a:spcPct val="100000"/>
              </a:lnSpc>
              <a:spcBef>
                <a:spcPts val="0"/>
              </a:spcBef>
              <a:buFontTx/>
              <a:buNone/>
              <a:defRPr lang="en-US" sz="2000" b="0" kern="1200" baseline="0" dirty="0">
                <a:solidFill>
                  <a:srgbClr val="333333"/>
                </a:solidFill>
                <a:latin typeface="+mn-lt"/>
                <a:ea typeface="+mn-ea"/>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X.X</a:t>
            </a:r>
          </a:p>
        </p:txBody>
      </p:sp>
      <p:sp>
        <p:nvSpPr>
          <p:cNvPr id="13" name="Subtitle 2"/>
          <p:cNvSpPr txBox="1">
            <a:spLocks/>
          </p:cNvSpPr>
          <p:nvPr/>
        </p:nvSpPr>
        <p:spPr bwMode="gray">
          <a:xfrm>
            <a:off x="457200" y="6339357"/>
            <a:ext cx="1119575" cy="175098"/>
          </a:xfrm>
          <a:prstGeom prst="rect">
            <a:avLst/>
          </a:prstGeom>
          <a:noFill/>
          <a:ln w="9525">
            <a:noFill/>
            <a:miter lim="800000"/>
            <a:headEnd/>
            <a:tailEnd/>
          </a:ln>
        </p:spPr>
        <p:txBody>
          <a:bodyPr vert="horz" wrap="none" lIns="91440" tIns="45720" rIns="91440" bIns="45720" numCol="1" anchor="ctr" anchorCtr="0" compatLnSpc="1">
            <a:prstTxWarp prst="textNoShape">
              <a:avLst/>
            </a:prstTxWarp>
            <a:noAutofit/>
          </a:bodyPr>
          <a:lstStyle>
            <a:defPPr>
              <a:defRPr lang="en-US"/>
            </a:defPPr>
            <a:lvl1pPr marR="0" lvl="0" indent="0" fontAlgn="base">
              <a:lnSpc>
                <a:spcPct val="100000"/>
              </a:lnSpc>
              <a:spcBef>
                <a:spcPct val="50000"/>
              </a:spcBef>
              <a:spcAft>
                <a:spcPct val="0"/>
              </a:spcAft>
              <a:buClrTx/>
              <a:buSzTx/>
              <a:buFontTx/>
              <a:buNone/>
              <a:tabLst/>
              <a:defRPr kumimoji="0" sz="1000" b="1" i="0" u="none" strike="noStrike" kern="0" cap="none" spc="0" normalizeH="0" baseline="0">
                <a:ln>
                  <a:noFill/>
                </a:ln>
                <a:solidFill>
                  <a:srgbClr val="333333"/>
                </a:solidFill>
                <a:effectLst/>
                <a:uLnTx/>
                <a:uFillTx/>
              </a:defRPr>
            </a:lvl1pPr>
          </a:lstStyle>
          <a:p>
            <a:pPr lvl="0"/>
            <a:r>
              <a:rPr lang="en-US" noProof="0"/>
              <a:t>Estimated time:</a:t>
            </a:r>
          </a:p>
        </p:txBody>
      </p:sp>
      <p:sp>
        <p:nvSpPr>
          <p:cNvPr id="14" name="Text Placeholder 27"/>
          <p:cNvSpPr>
            <a:spLocks noGrp="1"/>
          </p:cNvSpPr>
          <p:nvPr>
            <p:ph type="body" sz="quarter" idx="14" hasCustomPrompt="1"/>
          </p:nvPr>
        </p:nvSpPr>
        <p:spPr bwMode="gray">
          <a:xfrm>
            <a:off x="1828800" y="6330890"/>
            <a:ext cx="2286000" cy="182880"/>
          </a:xfrm>
          <a:prstGeom prst="rect">
            <a:avLst/>
          </a:prstGeom>
          <a:noFill/>
        </p:spPr>
        <p:txBody>
          <a:bodyPr vert="horz" wrap="none" lIns="91440" tIns="45720" rIns="91440" bIns="45720" rtlCol="0" anchor="ctr" anchorCtr="0">
            <a:noAutofit/>
          </a:bodyPr>
          <a:lstStyle>
            <a:lvl1pPr>
              <a:spcBef>
                <a:spcPts val="0"/>
              </a:spcBef>
              <a:defRPr lang="en-US" sz="1000" b="1" baseline="0" dirty="0">
                <a:solidFill>
                  <a:srgbClr val="333333"/>
                </a:solidFill>
              </a:defRPr>
            </a:lvl1pPr>
          </a:lstStyle>
          <a:p>
            <a:pPr lvl="0"/>
            <a:r>
              <a:rPr lang="en-US"/>
              <a:t>__ Days </a:t>
            </a:r>
          </a:p>
        </p:txBody>
      </p:sp>
      <p:sp>
        <p:nvSpPr>
          <p:cNvPr id="15" name="Rectangle 14"/>
          <p:cNvSpPr/>
          <p:nvPr/>
        </p:nvSpPr>
        <p:spPr bwMode="auto">
          <a:xfrm>
            <a:off x="457200" y="5494867"/>
            <a:ext cx="1115568" cy="365760"/>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lvl="0"/>
            <a:r>
              <a:rPr lang="en-US" sz="2000" b="0">
                <a:solidFill>
                  <a:srgbClr val="333333"/>
                </a:solidFill>
                <a:latin typeface="+mn-lt"/>
              </a:rPr>
              <a:t>Version</a:t>
            </a:r>
          </a:p>
        </p:txBody>
      </p:sp>
      <p:pic>
        <p:nvPicPr>
          <p:cNvPr id="16" name="Picture 15" descr="A picture containing television, dark, monitor, drawing&#10;&#10;Description automatically generated">
            <a:extLst>
              <a:ext uri="{FF2B5EF4-FFF2-40B4-BE49-F238E27FC236}">
                <a16:creationId xmlns:a16="http://schemas.microsoft.com/office/drawing/2014/main" id="{DB1FECBE-C5B5-4E72-B014-6EBEB00AE21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86416" y="6217920"/>
            <a:ext cx="1642747" cy="310896"/>
          </a:xfrm>
          <a:prstGeom prst="rect">
            <a:avLst/>
          </a:prstGeom>
        </p:spPr>
      </p:pic>
      <p:sp>
        <p:nvSpPr>
          <p:cNvPr id="10" name="Rectangle 9">
            <a:extLst>
              <a:ext uri="{FF2B5EF4-FFF2-40B4-BE49-F238E27FC236}">
                <a16:creationId xmlns:a16="http://schemas.microsoft.com/office/drawing/2014/main" id="{2A72C6F2-E20D-4D97-8B93-751CC2E7ABDB}"/>
              </a:ext>
            </a:extLst>
          </p:cNvPr>
          <p:cNvSpPr/>
          <p:nvPr userDrawn="1"/>
        </p:nvSpPr>
        <p:spPr bwMode="auto">
          <a:xfrm>
            <a:off x="457200" y="6035650"/>
            <a:ext cx="1115568" cy="173736"/>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lvl="0"/>
            <a:r>
              <a:rPr lang="en-US" sz="1000" b="1">
                <a:solidFill>
                  <a:srgbClr val="333333"/>
                </a:solidFill>
                <a:latin typeface="+mn-lt"/>
              </a:rPr>
              <a:t>Revision</a:t>
            </a:r>
          </a:p>
        </p:txBody>
      </p:sp>
      <p:sp>
        <p:nvSpPr>
          <p:cNvPr id="11" name="Text Placeholder 24">
            <a:extLst>
              <a:ext uri="{FF2B5EF4-FFF2-40B4-BE49-F238E27FC236}">
                <a16:creationId xmlns:a16="http://schemas.microsoft.com/office/drawing/2014/main" id="{E5A274E0-38C2-4FB1-BB84-8A540D186057}"/>
              </a:ext>
            </a:extLst>
          </p:cNvPr>
          <p:cNvSpPr>
            <a:spLocks noGrp="1"/>
          </p:cNvSpPr>
          <p:nvPr>
            <p:ph type="body" sz="quarter" idx="15" hasCustomPrompt="1"/>
          </p:nvPr>
        </p:nvSpPr>
        <p:spPr>
          <a:xfrm>
            <a:off x="1828800" y="6025486"/>
            <a:ext cx="2286000" cy="182880"/>
          </a:xfrm>
        </p:spPr>
        <p:txBody>
          <a:bodyPr anchor="ctr" anchorCtr="0">
            <a:noAutofit/>
          </a:bodyPr>
          <a:lstStyle>
            <a:lvl1pPr>
              <a:spcBef>
                <a:spcPts val="0"/>
              </a:spcBef>
              <a:defRPr sz="1000" b="1"/>
            </a:lvl1pPr>
          </a:lstStyle>
          <a:p>
            <a:pPr lvl="0"/>
            <a:r>
              <a:rPr lang="en-US"/>
              <a:t>X.X</a:t>
            </a:r>
          </a:p>
        </p:txBody>
      </p:sp>
    </p:spTree>
    <p:custDataLst>
      <p:tags r:id="rId1"/>
    </p:custDataLst>
    <p:extLst>
      <p:ext uri="{BB962C8B-B14F-4D97-AF65-F5344CB8AC3E}">
        <p14:creationId xmlns:p14="http://schemas.microsoft.com/office/powerpoint/2010/main" val="4017593341"/>
      </p:ext>
    </p:extLst>
  </p:cSld>
  <p:clrMapOvr>
    <a:masterClrMapping/>
  </p:clrMapOvr>
  <p:extLst>
    <p:ext uri="{DCECCB84-F9BA-43D5-87BE-67443E8EF086}">
      <p15:sldGuideLst xmlns:p15="http://schemas.microsoft.com/office/powerpoint/2012/main">
        <p15:guide id="1" orient="horz" pos="2160">
          <p15:clr>
            <a:srgbClr val="FBAE40"/>
          </p15:clr>
        </p15:guide>
        <p15:guide id="2" pos="288">
          <p15:clr>
            <a:srgbClr val="FBAE40"/>
          </p15:clr>
        </p15:guide>
        <p15:guide id="3" pos="3744">
          <p15:clr>
            <a:srgbClr val="FBAE40"/>
          </p15:clr>
        </p15:guide>
        <p15:guide id="5" pos="3624">
          <p15:clr>
            <a:srgbClr val="FBAE40"/>
          </p15:clr>
        </p15:guide>
        <p15:guide id="6" pos="3844">
          <p15:clr>
            <a:srgbClr val="FBAE40"/>
          </p15:clr>
        </p15:guide>
        <p15:guide id="7" orient="horz" pos="3696">
          <p15:clr>
            <a:srgbClr val="FBAE40"/>
          </p15:clr>
        </p15:guide>
        <p15:guide id="8" orient="horz" pos="3456">
          <p15:clr>
            <a:srgbClr val="FBAE40"/>
          </p15:clr>
        </p15:guide>
        <p15:guide id="9" pos="1152">
          <p15:clr>
            <a:srgbClr val="FBAE40"/>
          </p15:clr>
        </p15:guide>
        <p15:guide id="10" orient="horz" pos="4104">
          <p15:clr>
            <a:srgbClr val="FBAE40"/>
          </p15:clr>
        </p15:guide>
        <p15:guide id="11" orient="horz" pos="391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5338949"/>
            <a:ext cx="10972800" cy="1379579"/>
          </a:xfrm>
          <a:prstGeom prst="rect">
            <a:avLst/>
          </a:prstGeom>
        </p:spPr>
        <p:txBody>
          <a:bodyPr wrap="square" lIns="91440" tIns="182880" rIns="91440" anchor="t" anchorCtr="0">
            <a:normAutofit/>
          </a:bodyPr>
          <a:lstStyle>
            <a:lvl1pPr>
              <a:defRPr sz="3200" b="0" baseline="0">
                <a:solidFill>
                  <a:srgbClr val="005968"/>
                </a:solidFill>
              </a:defRPr>
            </a:lvl1pPr>
          </a:lstStyle>
          <a:p>
            <a:r>
              <a:rPr lang="en-US"/>
              <a:t>Click to Enter Module Title</a:t>
            </a:r>
          </a:p>
        </p:txBody>
      </p:sp>
      <p:sp>
        <p:nvSpPr>
          <p:cNvPr id="21" name="Subtitle 2"/>
          <p:cNvSpPr txBox="1">
            <a:spLocks noChangeAspect="1"/>
          </p:cNvSpPr>
          <p:nvPr/>
        </p:nvSpPr>
        <p:spPr bwMode="auto">
          <a:xfrm>
            <a:off x="612648" y="4911793"/>
            <a:ext cx="1485850" cy="392347"/>
          </a:xfrm>
          <a:prstGeom prst="rect">
            <a:avLst/>
          </a:prstGeom>
          <a:noFill/>
          <a:ln w="9525">
            <a:noFill/>
            <a:miter lim="800000"/>
            <a:headEnd/>
            <a:tailEnd/>
          </a:ln>
        </p:spPr>
        <p:txBody>
          <a:bodyPr vert="horz" wrap="none" lIns="91440" tIns="45720" rIns="91440" bIns="45720" numCol="1" anchor="ctr" anchorCtr="0" compatLnSpc="1">
            <a:prstTxWarp prst="textNoShape">
              <a:avLst/>
            </a:prstTxWarp>
            <a:noAutofit/>
          </a:bodyPr>
          <a:lstStyle>
            <a:lvl1pPr>
              <a:defRPr b="1">
                <a:solidFill>
                  <a:schemeClr val="accent1"/>
                </a:solidFill>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kumimoji="0" lang="en-US" sz="2800" b="1" i="0" u="none" strike="noStrike" kern="0" cap="none" spc="0" normalizeH="0" baseline="0" noProof="0">
                <a:ln>
                  <a:noFill/>
                </a:ln>
                <a:solidFill>
                  <a:srgbClr val="005968"/>
                </a:solidFill>
                <a:effectLst/>
                <a:uLnTx/>
                <a:uFillTx/>
                <a:latin typeface="+mn-lt"/>
                <a:ea typeface="+mn-ea"/>
                <a:cs typeface="Arial" panose="020B0604020202020204" pitchFamily="34" charset="0"/>
              </a:rPr>
              <a:t>Module</a:t>
            </a:r>
          </a:p>
        </p:txBody>
      </p:sp>
      <p:pic>
        <p:nvPicPr>
          <p:cNvPr id="22" name="Picture 21" descr="A picture containing television, dark, monitor, drawing&#10;&#10;Description automatically generated">
            <a:extLst>
              <a:ext uri="{FF2B5EF4-FFF2-40B4-BE49-F238E27FC236}">
                <a16:creationId xmlns:a16="http://schemas.microsoft.com/office/drawing/2014/main" id="{D7172F31-5BC1-47D9-A7DD-8FE70FC2B5A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86416" y="6217920"/>
            <a:ext cx="1642747" cy="310896"/>
          </a:xfrm>
          <a:prstGeom prst="rect">
            <a:avLst/>
          </a:prstGeom>
        </p:spPr>
      </p:pic>
      <p:sp>
        <p:nvSpPr>
          <p:cNvPr id="6" name="Text Placeholder 5">
            <a:extLst>
              <a:ext uri="{FF2B5EF4-FFF2-40B4-BE49-F238E27FC236}">
                <a16:creationId xmlns:a16="http://schemas.microsoft.com/office/drawing/2014/main" id="{32224124-FC9F-4349-B8DB-54054127E7BF}"/>
              </a:ext>
            </a:extLst>
          </p:cNvPr>
          <p:cNvSpPr>
            <a:spLocks noGrp="1" noChangeAspect="1"/>
          </p:cNvSpPr>
          <p:nvPr>
            <p:ph type="body" sz="quarter" idx="10" hasCustomPrompt="1"/>
          </p:nvPr>
        </p:nvSpPr>
        <p:spPr>
          <a:xfrm>
            <a:off x="2219500" y="4914900"/>
            <a:ext cx="1490472" cy="388619"/>
          </a:xfrm>
        </p:spPr>
        <p:txBody>
          <a:bodyPr tIns="45720" bIns="45720" anchor="ctr" anchorCtr="0">
            <a:noAutofit/>
          </a:bodyPr>
          <a:lstStyle>
            <a:lvl1pPr>
              <a:spcBef>
                <a:spcPts val="0"/>
              </a:spcBef>
              <a:defRPr sz="2800" b="1">
                <a:solidFill>
                  <a:srgbClr val="005968"/>
                </a:solidFill>
              </a:defRPr>
            </a:lvl1pPr>
          </a:lstStyle>
          <a:p>
            <a:pPr lvl="0"/>
            <a:r>
              <a:rPr lang="en-US"/>
              <a:t>X.X</a:t>
            </a:r>
          </a:p>
        </p:txBody>
      </p:sp>
      <p:sp>
        <p:nvSpPr>
          <p:cNvPr id="3" name="TextBox 2">
            <a:extLst>
              <a:ext uri="{FF2B5EF4-FFF2-40B4-BE49-F238E27FC236}">
                <a16:creationId xmlns:a16="http://schemas.microsoft.com/office/drawing/2014/main" id="{0F2638BE-9C77-55AE-EB24-32E59515644B}"/>
              </a:ext>
            </a:extLst>
          </p:cNvPr>
          <p:cNvSpPr txBox="1"/>
          <p:nvPr userDrawn="1"/>
        </p:nvSpPr>
        <p:spPr>
          <a:xfrm>
            <a:off x="4899158" y="4812484"/>
            <a:ext cx="7165744" cy="461665"/>
          </a:xfrm>
          <a:prstGeom prst="rect">
            <a:avLst/>
          </a:prstGeom>
          <a:noFill/>
        </p:spPr>
        <p:txBody>
          <a:bodyPr wrap="none" rtlCol="0">
            <a:spAutoFit/>
          </a:bodyPr>
          <a:lstStyle/>
          <a:p>
            <a:r>
              <a:rPr lang="en-US" sz="2400" dirty="0">
                <a:solidFill>
                  <a:schemeClr val="bg2">
                    <a:lumMod val="75000"/>
                  </a:schemeClr>
                </a:solidFill>
              </a:rPr>
              <a:t>(c) Cadence Design Systems Inc. Do not distribute.</a:t>
            </a:r>
          </a:p>
        </p:txBody>
      </p:sp>
    </p:spTree>
    <p:custDataLst>
      <p:tags r:id="rId1"/>
    </p:custDataLst>
    <p:extLst>
      <p:ext uri="{BB962C8B-B14F-4D97-AF65-F5344CB8AC3E}">
        <p14:creationId xmlns:p14="http://schemas.microsoft.com/office/powerpoint/2010/main" val="2250068813"/>
      </p:ext>
    </p:extLst>
  </p:cSld>
  <p:clrMapOvr>
    <a:masterClrMapping/>
  </p:clrMapOvr>
  <p:extLst>
    <p:ext uri="{DCECCB84-F9BA-43D5-87BE-67443E8EF086}">
      <p15:sldGuideLst xmlns:p15="http://schemas.microsoft.com/office/powerpoint/2012/main">
        <p15:guide id="1" orient="horz" pos="2160">
          <p15:clr>
            <a:srgbClr val="FBAE40"/>
          </p15:clr>
        </p15:guide>
        <p15:guide id="2" pos="1320">
          <p15:clr>
            <a:srgbClr val="FBAE40"/>
          </p15:clr>
        </p15:guide>
        <p15:guide id="3" orient="horz" pos="3096">
          <p15:clr>
            <a:srgbClr val="FBAE40"/>
          </p15:clr>
        </p15:guide>
        <p15:guide id="4" orient="horz" pos="3336">
          <p15:clr>
            <a:srgbClr val="FBAE40"/>
          </p15:clr>
        </p15:guide>
        <p15:guide id="5" pos="384">
          <p15:clr>
            <a:srgbClr val="FBAE40"/>
          </p15:clr>
        </p15:guide>
        <p15:guide id="6" pos="139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ubmodul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5340096"/>
            <a:ext cx="10972800" cy="1379579"/>
          </a:xfrm>
          <a:prstGeom prst="rect">
            <a:avLst/>
          </a:prstGeom>
        </p:spPr>
        <p:txBody>
          <a:bodyPr wrap="square" tIns="182880" anchor="t" anchorCtr="0">
            <a:normAutofit/>
          </a:bodyPr>
          <a:lstStyle>
            <a:lvl1pPr>
              <a:defRPr sz="3200" b="0" baseline="0">
                <a:solidFill>
                  <a:srgbClr val="005968"/>
                </a:solidFill>
              </a:defRPr>
            </a:lvl1pPr>
          </a:lstStyle>
          <a:p>
            <a:r>
              <a:rPr lang="en-US"/>
              <a:t>Click to Enter Module Title</a:t>
            </a:r>
          </a:p>
        </p:txBody>
      </p:sp>
      <p:sp>
        <p:nvSpPr>
          <p:cNvPr id="21" name="Subtitle 2"/>
          <p:cNvSpPr txBox="1">
            <a:spLocks noChangeAspect="1"/>
          </p:cNvSpPr>
          <p:nvPr/>
        </p:nvSpPr>
        <p:spPr bwMode="auto">
          <a:xfrm>
            <a:off x="609650" y="4911793"/>
            <a:ext cx="2175114" cy="392347"/>
          </a:xfrm>
          <a:prstGeom prst="rect">
            <a:avLst/>
          </a:prstGeom>
          <a:noFill/>
          <a:ln w="9525">
            <a:noFill/>
            <a:miter lim="800000"/>
            <a:headEnd/>
            <a:tailEnd/>
          </a:ln>
        </p:spPr>
        <p:txBody>
          <a:bodyPr vert="horz" wrap="none" lIns="91440" tIns="45720" rIns="91440" bIns="45720" numCol="1" anchor="ctr" anchorCtr="0" compatLnSpc="1">
            <a:prstTxWarp prst="textNoShape">
              <a:avLst/>
            </a:prstTxWarp>
            <a:noAutofit/>
          </a:bodyPr>
          <a:lstStyle>
            <a:lvl1pPr>
              <a:defRPr b="1">
                <a:solidFill>
                  <a:schemeClr val="accent1"/>
                </a:solidFill>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kumimoji="0" lang="en-US" sz="2800" b="1" i="0" u="none" strike="noStrike" kern="0" cap="none" spc="0" normalizeH="0" baseline="0" noProof="0">
                <a:ln>
                  <a:noFill/>
                </a:ln>
                <a:solidFill>
                  <a:srgbClr val="005968"/>
                </a:solidFill>
                <a:effectLst/>
                <a:uLnTx/>
                <a:uFillTx/>
                <a:latin typeface="+mn-lt"/>
                <a:ea typeface="+mn-ea"/>
                <a:cs typeface="Arial" panose="020B0604020202020204" pitchFamily="34" charset="0"/>
              </a:rPr>
              <a:t>Submodule</a:t>
            </a:r>
          </a:p>
        </p:txBody>
      </p:sp>
      <p:pic>
        <p:nvPicPr>
          <p:cNvPr id="22" name="Picture 21" descr="A picture containing television, dark, monitor, drawing&#10;&#10;Description automatically generated">
            <a:extLst>
              <a:ext uri="{FF2B5EF4-FFF2-40B4-BE49-F238E27FC236}">
                <a16:creationId xmlns:a16="http://schemas.microsoft.com/office/drawing/2014/main" id="{D7172F31-5BC1-47D9-A7DD-8FE70FC2B5A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86416" y="6217920"/>
            <a:ext cx="1642747" cy="310896"/>
          </a:xfrm>
          <a:prstGeom prst="rect">
            <a:avLst/>
          </a:prstGeom>
        </p:spPr>
      </p:pic>
      <p:sp>
        <p:nvSpPr>
          <p:cNvPr id="7" name="Text Placeholder 5">
            <a:extLst>
              <a:ext uri="{FF2B5EF4-FFF2-40B4-BE49-F238E27FC236}">
                <a16:creationId xmlns:a16="http://schemas.microsoft.com/office/drawing/2014/main" id="{7493ACD8-FB25-4370-8D30-3C25C7B42FE3}"/>
              </a:ext>
            </a:extLst>
          </p:cNvPr>
          <p:cNvSpPr>
            <a:spLocks noGrp="1" noChangeAspect="1"/>
          </p:cNvSpPr>
          <p:nvPr>
            <p:ph type="body" sz="quarter" idx="10" hasCustomPrompt="1"/>
          </p:nvPr>
        </p:nvSpPr>
        <p:spPr>
          <a:xfrm>
            <a:off x="2897927" y="4921624"/>
            <a:ext cx="1490472" cy="381895"/>
          </a:xfrm>
        </p:spPr>
        <p:txBody>
          <a:bodyPr tIns="45720" bIns="45720" anchor="ctr" anchorCtr="0">
            <a:noAutofit/>
          </a:bodyPr>
          <a:lstStyle>
            <a:lvl1pPr>
              <a:spcBef>
                <a:spcPts val="0"/>
              </a:spcBef>
              <a:defRPr sz="2800" b="1">
                <a:solidFill>
                  <a:srgbClr val="005968"/>
                </a:solidFill>
              </a:defRPr>
            </a:lvl1pPr>
          </a:lstStyle>
          <a:p>
            <a:pPr lvl="0"/>
            <a:r>
              <a:rPr lang="en-US"/>
              <a:t>X.X</a:t>
            </a:r>
          </a:p>
        </p:txBody>
      </p:sp>
    </p:spTree>
    <p:custDataLst>
      <p:tags r:id="rId1"/>
    </p:custDataLst>
    <p:extLst>
      <p:ext uri="{BB962C8B-B14F-4D97-AF65-F5344CB8AC3E}">
        <p14:creationId xmlns:p14="http://schemas.microsoft.com/office/powerpoint/2010/main" val="1349984221"/>
      </p:ext>
    </p:extLst>
  </p:cSld>
  <p:clrMapOvr>
    <a:masterClrMapping/>
  </p:clrMapOvr>
  <p:extLst>
    <p:ext uri="{DCECCB84-F9BA-43D5-87BE-67443E8EF086}">
      <p15:sldGuideLst xmlns:p15="http://schemas.microsoft.com/office/powerpoint/2012/main">
        <p15:guide id="1" orient="horz" pos="2160">
          <p15:clr>
            <a:srgbClr val="FBAE40"/>
          </p15:clr>
        </p15:guide>
        <p15:guide id="2" pos="1752">
          <p15:clr>
            <a:srgbClr val="FBAE40"/>
          </p15:clr>
        </p15:guide>
        <p15:guide id="3" orient="horz" pos="3096">
          <p15:clr>
            <a:srgbClr val="FBAE40"/>
          </p15:clr>
        </p15:guide>
        <p15:guide id="4" orient="horz" pos="3336">
          <p15:clr>
            <a:srgbClr val="FBAE40"/>
          </p15:clr>
        </p15:guide>
        <p15:guide id="5" pos="384">
          <p15:clr>
            <a:srgbClr val="FBAE40"/>
          </p15:clr>
        </p15:guide>
        <p15:guide id="6" pos="182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ppendix">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5340096"/>
            <a:ext cx="10972800" cy="1379579"/>
          </a:xfrm>
          <a:prstGeom prst="rect">
            <a:avLst/>
          </a:prstGeom>
        </p:spPr>
        <p:txBody>
          <a:bodyPr wrap="square" tIns="182880" anchor="t" anchorCtr="0">
            <a:normAutofit/>
          </a:bodyPr>
          <a:lstStyle>
            <a:lvl1pPr>
              <a:defRPr sz="3200" b="0" baseline="0">
                <a:solidFill>
                  <a:srgbClr val="005968"/>
                </a:solidFill>
              </a:defRPr>
            </a:lvl1pPr>
          </a:lstStyle>
          <a:p>
            <a:r>
              <a:rPr lang="en-US"/>
              <a:t>Click to Enter Module Title</a:t>
            </a:r>
          </a:p>
        </p:txBody>
      </p:sp>
      <p:sp>
        <p:nvSpPr>
          <p:cNvPr id="21" name="Subtitle 2"/>
          <p:cNvSpPr txBox="1">
            <a:spLocks noChangeAspect="1"/>
          </p:cNvSpPr>
          <p:nvPr/>
        </p:nvSpPr>
        <p:spPr bwMode="auto">
          <a:xfrm>
            <a:off x="609600" y="4910328"/>
            <a:ext cx="1882790" cy="393192"/>
          </a:xfrm>
          <a:prstGeom prst="rect">
            <a:avLst/>
          </a:prstGeom>
          <a:noFill/>
          <a:ln w="9525">
            <a:noFill/>
            <a:miter lim="800000"/>
            <a:headEnd/>
            <a:tailEnd/>
          </a:ln>
        </p:spPr>
        <p:txBody>
          <a:bodyPr vert="horz" wrap="none" lIns="91440" tIns="45720" rIns="91440" bIns="45720" numCol="1" anchor="ctr" anchorCtr="0" compatLnSpc="1">
            <a:prstTxWarp prst="textNoShape">
              <a:avLst/>
            </a:prstTxWarp>
            <a:noAutofit/>
          </a:bodyPr>
          <a:lstStyle>
            <a:lvl1pPr>
              <a:defRPr b="1">
                <a:solidFill>
                  <a:schemeClr val="accent1"/>
                </a:solidFill>
              </a:defRPr>
            </a:lvl1pPr>
          </a:lstStyle>
          <a:p>
            <a:pPr marL="0" marR="0" lvl="0" indent="0" algn="l" defTabSz="914400" rtl="0" eaLnBrk="1" fontAlgn="base" latinLnBrk="0" hangingPunct="1">
              <a:lnSpc>
                <a:spcPct val="100000"/>
              </a:lnSpc>
              <a:spcBef>
                <a:spcPts val="1000"/>
              </a:spcBef>
              <a:spcAft>
                <a:spcPct val="0"/>
              </a:spcAft>
              <a:buClrTx/>
              <a:buSzTx/>
              <a:buFontTx/>
              <a:buNone/>
              <a:tabLst/>
              <a:defRPr/>
            </a:pPr>
            <a:r>
              <a:rPr kumimoji="0" lang="en-US" sz="2800" b="1" i="0" u="none" strike="noStrike" kern="0" cap="none" spc="0" normalizeH="0" baseline="0" noProof="0">
                <a:ln>
                  <a:noFill/>
                </a:ln>
                <a:solidFill>
                  <a:srgbClr val="005968"/>
                </a:solidFill>
                <a:effectLst/>
                <a:uLnTx/>
                <a:uFillTx/>
                <a:latin typeface="+mn-lt"/>
                <a:ea typeface="+mn-ea"/>
                <a:cs typeface="Arial" panose="020B0604020202020204" pitchFamily="34" charset="0"/>
              </a:rPr>
              <a:t>Appendix</a:t>
            </a:r>
          </a:p>
        </p:txBody>
      </p:sp>
      <p:pic>
        <p:nvPicPr>
          <p:cNvPr id="22" name="Picture 21" descr="A picture containing television, dark, monitor, drawing&#10;&#10;Description automatically generated">
            <a:extLst>
              <a:ext uri="{FF2B5EF4-FFF2-40B4-BE49-F238E27FC236}">
                <a16:creationId xmlns:a16="http://schemas.microsoft.com/office/drawing/2014/main" id="{D7172F31-5BC1-47D9-A7DD-8FE70FC2B5A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86416" y="6217920"/>
            <a:ext cx="1642747" cy="310896"/>
          </a:xfrm>
          <a:prstGeom prst="rect">
            <a:avLst/>
          </a:prstGeom>
        </p:spPr>
      </p:pic>
      <p:sp>
        <p:nvSpPr>
          <p:cNvPr id="7" name="Text Placeholder 5">
            <a:extLst>
              <a:ext uri="{FF2B5EF4-FFF2-40B4-BE49-F238E27FC236}">
                <a16:creationId xmlns:a16="http://schemas.microsoft.com/office/drawing/2014/main" id="{7493ACD8-FB25-4370-8D30-3C25C7B42FE3}"/>
              </a:ext>
            </a:extLst>
          </p:cNvPr>
          <p:cNvSpPr>
            <a:spLocks noGrp="1" noChangeAspect="1"/>
          </p:cNvSpPr>
          <p:nvPr>
            <p:ph type="body" sz="quarter" idx="10" hasCustomPrompt="1"/>
          </p:nvPr>
        </p:nvSpPr>
        <p:spPr>
          <a:xfrm>
            <a:off x="2561377" y="4921624"/>
            <a:ext cx="1490472" cy="381895"/>
          </a:xfrm>
        </p:spPr>
        <p:txBody>
          <a:bodyPr tIns="45720" bIns="45720" anchor="ctr" anchorCtr="0">
            <a:noAutofit/>
          </a:bodyPr>
          <a:lstStyle>
            <a:lvl1pPr>
              <a:spcBef>
                <a:spcPts val="0"/>
              </a:spcBef>
              <a:defRPr sz="2800" b="1">
                <a:solidFill>
                  <a:srgbClr val="005968"/>
                </a:solidFill>
              </a:defRPr>
            </a:lvl1pPr>
          </a:lstStyle>
          <a:p>
            <a:pPr lvl="0"/>
            <a:r>
              <a:rPr lang="en-US"/>
              <a:t>X.X</a:t>
            </a:r>
          </a:p>
        </p:txBody>
      </p:sp>
    </p:spTree>
    <p:custDataLst>
      <p:tags r:id="rId1"/>
    </p:custDataLst>
    <p:extLst>
      <p:ext uri="{BB962C8B-B14F-4D97-AF65-F5344CB8AC3E}">
        <p14:creationId xmlns:p14="http://schemas.microsoft.com/office/powerpoint/2010/main" val="2330610807"/>
      </p:ext>
    </p:extLst>
  </p:cSld>
  <p:clrMapOvr>
    <a:masterClrMapping/>
  </p:clrMapOvr>
  <p:extLst>
    <p:ext uri="{DCECCB84-F9BA-43D5-87BE-67443E8EF086}">
      <p15:sldGuideLst xmlns:p15="http://schemas.microsoft.com/office/powerpoint/2012/main">
        <p15:guide id="1" orient="horz" pos="2160">
          <p15:clr>
            <a:srgbClr val="FBAE40"/>
          </p15:clr>
        </p15:guide>
        <p15:guide id="2" pos="1536">
          <p15:clr>
            <a:srgbClr val="FBAE40"/>
          </p15:clr>
        </p15:guide>
        <p15:guide id="3" orient="horz" pos="3096">
          <p15:clr>
            <a:srgbClr val="FBAE40"/>
          </p15:clr>
        </p15:guide>
        <p15:guide id="4" orient="horz" pos="3336">
          <p15:clr>
            <a:srgbClr val="FBAE40"/>
          </p15:clr>
        </p15:guide>
        <p15:guide id="5" pos="384">
          <p15:clr>
            <a:srgbClr val="FBAE40"/>
          </p15:clr>
        </p15:guide>
        <p15:guide id="6" pos="160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ubappendix">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5340096"/>
            <a:ext cx="10972800" cy="1379579"/>
          </a:xfrm>
          <a:prstGeom prst="rect">
            <a:avLst/>
          </a:prstGeom>
        </p:spPr>
        <p:txBody>
          <a:bodyPr wrap="square" tIns="182880" anchor="t" anchorCtr="0">
            <a:normAutofit/>
          </a:bodyPr>
          <a:lstStyle>
            <a:lvl1pPr>
              <a:defRPr sz="3200" b="0" baseline="0">
                <a:solidFill>
                  <a:srgbClr val="005968"/>
                </a:solidFill>
              </a:defRPr>
            </a:lvl1pPr>
          </a:lstStyle>
          <a:p>
            <a:r>
              <a:rPr lang="en-US"/>
              <a:t>Click to Enter Module Title</a:t>
            </a:r>
          </a:p>
        </p:txBody>
      </p:sp>
      <p:sp>
        <p:nvSpPr>
          <p:cNvPr id="21" name="Subtitle 2"/>
          <p:cNvSpPr txBox="1">
            <a:spLocks noChangeAspect="1"/>
          </p:cNvSpPr>
          <p:nvPr/>
        </p:nvSpPr>
        <p:spPr bwMode="auto">
          <a:xfrm>
            <a:off x="609650" y="4914900"/>
            <a:ext cx="2395728" cy="389240"/>
          </a:xfrm>
          <a:prstGeom prst="rect">
            <a:avLst/>
          </a:prstGeom>
          <a:noFill/>
          <a:ln w="9525">
            <a:noFill/>
            <a:miter lim="800000"/>
            <a:headEnd/>
            <a:tailEnd/>
          </a:ln>
        </p:spPr>
        <p:txBody>
          <a:bodyPr vert="horz" wrap="none" lIns="91440" tIns="45720" rIns="91440" bIns="45720" numCol="1" anchor="ctr" anchorCtr="0" compatLnSpc="1">
            <a:prstTxWarp prst="textNoShape">
              <a:avLst/>
            </a:prstTxWarp>
            <a:noAutofit/>
          </a:bodyPr>
          <a:lstStyle>
            <a:lvl1pPr>
              <a:defRPr b="1">
                <a:solidFill>
                  <a:schemeClr val="accent1"/>
                </a:solidFill>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kumimoji="0" lang="en-US" sz="2800" b="1" i="0" u="none" strike="noStrike" kern="0" cap="none" spc="0" normalizeH="0" baseline="0" noProof="0">
                <a:ln>
                  <a:noFill/>
                </a:ln>
                <a:solidFill>
                  <a:srgbClr val="005968"/>
                </a:solidFill>
                <a:effectLst/>
                <a:uLnTx/>
                <a:uFillTx/>
                <a:latin typeface="+mn-lt"/>
                <a:ea typeface="+mn-ea"/>
                <a:cs typeface="Arial" panose="020B0604020202020204" pitchFamily="34" charset="0"/>
              </a:rPr>
              <a:t>Subappendix</a:t>
            </a:r>
          </a:p>
        </p:txBody>
      </p:sp>
      <p:pic>
        <p:nvPicPr>
          <p:cNvPr id="22" name="Picture 21" descr="A picture containing television, dark, monitor, drawing&#10;&#10;Description automatically generated">
            <a:extLst>
              <a:ext uri="{FF2B5EF4-FFF2-40B4-BE49-F238E27FC236}">
                <a16:creationId xmlns:a16="http://schemas.microsoft.com/office/drawing/2014/main" id="{D7172F31-5BC1-47D9-A7DD-8FE70FC2B5A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86416" y="6217920"/>
            <a:ext cx="1642747" cy="310896"/>
          </a:xfrm>
          <a:prstGeom prst="rect">
            <a:avLst/>
          </a:prstGeom>
        </p:spPr>
      </p:pic>
      <p:sp>
        <p:nvSpPr>
          <p:cNvPr id="7" name="Text Placeholder 5">
            <a:extLst>
              <a:ext uri="{FF2B5EF4-FFF2-40B4-BE49-F238E27FC236}">
                <a16:creationId xmlns:a16="http://schemas.microsoft.com/office/drawing/2014/main" id="{7493ACD8-FB25-4370-8D30-3C25C7B42FE3}"/>
              </a:ext>
            </a:extLst>
          </p:cNvPr>
          <p:cNvSpPr>
            <a:spLocks noGrp="1" noChangeAspect="1"/>
          </p:cNvSpPr>
          <p:nvPr>
            <p:ph type="body" sz="quarter" idx="10" hasCustomPrompt="1"/>
          </p:nvPr>
        </p:nvSpPr>
        <p:spPr>
          <a:xfrm>
            <a:off x="3129200" y="4921624"/>
            <a:ext cx="1490472" cy="381895"/>
          </a:xfrm>
        </p:spPr>
        <p:txBody>
          <a:bodyPr tIns="45720" bIns="45720" anchor="ctr" anchorCtr="0">
            <a:noAutofit/>
          </a:bodyPr>
          <a:lstStyle>
            <a:lvl1pPr>
              <a:spcBef>
                <a:spcPts val="0"/>
              </a:spcBef>
              <a:defRPr sz="2800" b="1">
                <a:solidFill>
                  <a:srgbClr val="005968"/>
                </a:solidFill>
              </a:defRPr>
            </a:lvl1pPr>
          </a:lstStyle>
          <a:p>
            <a:pPr lvl="0"/>
            <a:r>
              <a:rPr lang="en-US"/>
              <a:t>X.X</a:t>
            </a:r>
          </a:p>
        </p:txBody>
      </p:sp>
    </p:spTree>
    <p:custDataLst>
      <p:tags r:id="rId1"/>
    </p:custDataLst>
    <p:extLst>
      <p:ext uri="{BB962C8B-B14F-4D97-AF65-F5344CB8AC3E}">
        <p14:creationId xmlns:p14="http://schemas.microsoft.com/office/powerpoint/2010/main" val="1469135400"/>
      </p:ext>
    </p:extLst>
  </p:cSld>
  <p:clrMapOvr>
    <a:masterClrMapping/>
  </p:clrMapOvr>
  <p:extLst>
    <p:ext uri="{DCECCB84-F9BA-43D5-87BE-67443E8EF086}">
      <p15:sldGuideLst xmlns:p15="http://schemas.microsoft.com/office/powerpoint/2012/main">
        <p15:guide id="1" orient="horz" pos="2160">
          <p15:clr>
            <a:srgbClr val="FBAE40"/>
          </p15:clr>
        </p15:guide>
        <p15:guide id="2" pos="1896">
          <p15:clr>
            <a:srgbClr val="FBAE40"/>
          </p15:clr>
        </p15:guide>
        <p15:guide id="3" orient="horz" pos="3096">
          <p15:clr>
            <a:srgbClr val="FBAE40"/>
          </p15:clr>
        </p15:guide>
        <p15:guide id="4" orient="horz" pos="3336">
          <p15:clr>
            <a:srgbClr val="FBAE40"/>
          </p15:clr>
        </p15:guide>
        <p15:guide id="5" pos="384">
          <p15:clr>
            <a:srgbClr val="FBAE40"/>
          </p15:clr>
        </p15:guide>
        <p15:guide id="6" pos="196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8782D-D8DF-4AD0-968E-7626FE55431E}"/>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EE47DA59-F255-4CF7-A18F-6BE07FEA75C7}"/>
              </a:ext>
            </a:extLst>
          </p:cNvPr>
          <p:cNvSpPr>
            <a:spLocks noGrp="1"/>
          </p:cNvSpPr>
          <p:nvPr>
            <p:ph type="ftr" sz="quarter" idx="10"/>
          </p:nvPr>
        </p:nvSpPr>
        <p:spPr/>
        <p:txBody>
          <a:bodyPr/>
          <a:lstStyle/>
          <a:p>
            <a:r>
              <a:rPr lang="en-US">
                <a:solidFill>
                  <a:schemeClr val="tx1"/>
                </a:solidFill>
                <a:cs typeface="Arial" panose="020B0604020202020204" pitchFamily="34" charset="0"/>
              </a:rPr>
              <a:t>© Cadence Design Systems, Inc. All rights reserved.</a:t>
            </a:r>
          </a:p>
        </p:txBody>
      </p:sp>
      <p:sp>
        <p:nvSpPr>
          <p:cNvPr id="4" name="Slide Number Placeholder 3">
            <a:extLst>
              <a:ext uri="{FF2B5EF4-FFF2-40B4-BE49-F238E27FC236}">
                <a16:creationId xmlns:a16="http://schemas.microsoft.com/office/drawing/2014/main" id="{D560DF50-F903-4C80-9643-85E90D07E97C}"/>
              </a:ext>
            </a:extLst>
          </p:cNvPr>
          <p:cNvSpPr>
            <a:spLocks noGrp="1"/>
          </p:cNvSpPr>
          <p:nvPr>
            <p:ph type="sldNum" sz="quarter" idx="11"/>
          </p:nvPr>
        </p:nvSpPr>
        <p:spPr/>
        <p:txBody>
          <a:bodyPr/>
          <a:lstStyle/>
          <a:p>
            <a:fld id="{B6FA71F5-8E13-46C5-A63A-9121BEB3B8A9}" type="slidenum">
              <a:rPr lang="en-US" smtClean="0"/>
              <a:pPr/>
              <a:t>‹#›</a:t>
            </a:fld>
            <a:endParaRPr lang="en-US"/>
          </a:p>
        </p:txBody>
      </p:sp>
    </p:spTree>
    <p:custDataLst>
      <p:tags r:id="rId1"/>
    </p:custDataLst>
    <p:extLst>
      <p:ext uri="{BB962C8B-B14F-4D97-AF65-F5344CB8AC3E}">
        <p14:creationId xmlns:p14="http://schemas.microsoft.com/office/powerpoint/2010/main" val="1125890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274320" y="1005840"/>
            <a:ext cx="11612880" cy="5486400"/>
          </a:xfrm>
          <a:prstGeom prst="rect">
            <a:avLst/>
          </a:prstGeom>
        </p:spPr>
        <p:txBody>
          <a:bodyPr vert="horz" lIns="91440" tIns="91440" rIns="91440" bIns="91440" rtlCol="0">
            <a:normAutofit/>
          </a:bodyPr>
          <a:lstStyle>
            <a:lvl1pPr>
              <a:defRPr lang="en-US" dirty="0"/>
            </a:lvl1pPr>
            <a:lvl2pPr marL="378460" indent="-285750">
              <a:defRPr lang="en-US" sz="1800" kern="1200" dirty="0">
                <a:solidFill>
                  <a:schemeClr val="tx1"/>
                </a:solidFill>
                <a:latin typeface="+mn-lt"/>
                <a:ea typeface="+mn-ea"/>
                <a:cs typeface="+mn-cs"/>
              </a:defRPr>
            </a:lvl2pPr>
            <a:lvl3pPr>
              <a:defRPr lang="en-US" dirty="0"/>
            </a:lvl3pPr>
            <a:lvl4pPr>
              <a:defRPr lang="en-US" dirty="0"/>
            </a:lvl4pPr>
          </a:lstStyle>
          <a:p>
            <a:pPr lvl="0"/>
            <a:r>
              <a:rPr lang="en-US"/>
              <a:t>Click to add text</a:t>
            </a:r>
          </a:p>
          <a:p>
            <a:pPr marL="365760" marR="0" lvl="1" indent="-273050" algn="l" defTabSz="457200" rtl="0" eaLnBrk="1" fontAlgn="auto" latinLnBrk="0" hangingPunct="1">
              <a:lnSpc>
                <a:spcPct val="100000"/>
              </a:lnSpc>
              <a:spcBef>
                <a:spcPts val="1200"/>
              </a:spcBef>
              <a:spcAft>
                <a:spcPts val="0"/>
              </a:spcAft>
              <a:buClr>
                <a:srgbClr val="147BD1"/>
              </a:buClr>
              <a:buSzTx/>
              <a:buFont typeface="Arial" panose="020B0604020202020204" pitchFamily="34" charset="0"/>
              <a:buChar char="●"/>
              <a:tabLst/>
            </a:pPr>
            <a:r>
              <a:rPr lang="en-US"/>
              <a:t>Second level</a:t>
            </a:r>
          </a:p>
          <a:p>
            <a:pPr marR="0" lvl="2" defTabSz="457200" fontAlgn="auto">
              <a:spcAft>
                <a:spcPts val="0"/>
              </a:spcAft>
              <a:buClr>
                <a:srgbClr val="147BD1"/>
              </a:buClr>
              <a:buSzPct val="100000"/>
              <a:tabLst/>
            </a:pPr>
            <a:r>
              <a:rPr lang="en-US"/>
              <a:t>Third level</a:t>
            </a:r>
          </a:p>
          <a:p>
            <a:pPr marR="0" lvl="3" defTabSz="457200" fontAlgn="auto">
              <a:spcAft>
                <a:spcPts val="0"/>
              </a:spcAft>
              <a:buClr>
                <a:srgbClr val="147BD1"/>
              </a:buClr>
              <a:buSzTx/>
              <a:tabLst/>
            </a:pPr>
            <a:r>
              <a:rPr lang="en-US"/>
              <a:t>Fourth level</a:t>
            </a:r>
          </a:p>
        </p:txBody>
      </p:sp>
      <p:sp>
        <p:nvSpPr>
          <p:cNvPr id="4" name="Title 3"/>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3FD51F43-20C7-46B2-A15C-A4E517BA5F0F}"/>
              </a:ext>
            </a:extLst>
          </p:cNvPr>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p>
        </p:txBody>
      </p:sp>
      <p:sp>
        <p:nvSpPr>
          <p:cNvPr id="3" name="Slide Number Placeholder 2">
            <a:extLst>
              <a:ext uri="{FF2B5EF4-FFF2-40B4-BE49-F238E27FC236}">
                <a16:creationId xmlns:a16="http://schemas.microsoft.com/office/drawing/2014/main" id="{F351F311-4F16-4FCA-A90A-74174536F021}"/>
              </a:ext>
            </a:extLst>
          </p:cNvPr>
          <p:cNvSpPr>
            <a:spLocks noGrp="1"/>
          </p:cNvSpPr>
          <p:nvPr>
            <p:ph type="sldNum"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endParaRPr>
          </a:p>
        </p:txBody>
      </p:sp>
      <p:sp>
        <p:nvSpPr>
          <p:cNvPr id="5" name="TextBox 4">
            <a:extLst>
              <a:ext uri="{FF2B5EF4-FFF2-40B4-BE49-F238E27FC236}">
                <a16:creationId xmlns:a16="http://schemas.microsoft.com/office/drawing/2014/main" id="{138B37CE-E32B-385D-435E-80AF6B49E0E5}"/>
              </a:ext>
            </a:extLst>
          </p:cNvPr>
          <p:cNvSpPr txBox="1"/>
          <p:nvPr userDrawn="1"/>
        </p:nvSpPr>
        <p:spPr>
          <a:xfrm>
            <a:off x="3383280" y="609600"/>
            <a:ext cx="7165744" cy="461665"/>
          </a:xfrm>
          <a:prstGeom prst="rect">
            <a:avLst/>
          </a:prstGeom>
          <a:noFill/>
        </p:spPr>
        <p:txBody>
          <a:bodyPr wrap="none" rtlCol="0">
            <a:spAutoFit/>
          </a:bodyPr>
          <a:lstStyle/>
          <a:p>
            <a:r>
              <a:rPr lang="en-US" sz="2400" dirty="0">
                <a:solidFill>
                  <a:schemeClr val="bg2">
                    <a:lumMod val="75000"/>
                  </a:schemeClr>
                </a:solidFill>
              </a:rPr>
              <a:t>(c) Cadence Design Systems Inc. Do not distribute.</a:t>
            </a:r>
          </a:p>
        </p:txBody>
      </p:sp>
    </p:spTree>
    <p:custDataLst>
      <p:tags r:id="rId1"/>
    </p:custDataLst>
    <p:extLst>
      <p:ext uri="{BB962C8B-B14F-4D97-AF65-F5344CB8AC3E}">
        <p14:creationId xmlns:p14="http://schemas.microsoft.com/office/powerpoint/2010/main" val="2392216101"/>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Image">
    <p:spTree>
      <p:nvGrpSpPr>
        <p:cNvPr id="1" name=""/>
        <p:cNvGrpSpPr/>
        <p:nvPr/>
      </p:nvGrpSpPr>
      <p:grpSpPr>
        <a:xfrm>
          <a:off x="0" y="0"/>
          <a:ext cx="0" cy="0"/>
          <a:chOff x="0" y="0"/>
          <a:chExt cx="0" cy="0"/>
        </a:xfrm>
      </p:grpSpPr>
      <p:sp>
        <p:nvSpPr>
          <p:cNvPr id="9" name="Content Placeholder 9"/>
          <p:cNvSpPr>
            <a:spLocks noGrp="1"/>
          </p:cNvSpPr>
          <p:nvPr>
            <p:ph sz="quarter" idx="14" hasCustomPrompt="1"/>
          </p:nvPr>
        </p:nvSpPr>
        <p:spPr>
          <a:xfrm>
            <a:off x="274320" y="1005840"/>
            <a:ext cx="5760720" cy="548640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vl4pPr>
              <a:defRPr lang="en-US" dirty="0"/>
            </a:lvl4pPr>
          </a:lstStyle>
          <a:p>
            <a:pPr lvl="0"/>
            <a:r>
              <a:rPr lang="en-US"/>
              <a:t>Click to add text</a:t>
            </a:r>
          </a:p>
          <a:p>
            <a:pPr marL="365760" marR="0" lvl="1" indent="-273050" defTabSz="457200" fontAlgn="auto">
              <a:spcAft>
                <a:spcPts val="0"/>
              </a:spcAft>
              <a:buClr>
                <a:srgbClr val="147BD1"/>
              </a:buClr>
              <a:buSzTx/>
              <a:tabLst/>
            </a:pPr>
            <a:r>
              <a:rPr lang="en-US"/>
              <a:t>Second level</a:t>
            </a:r>
          </a:p>
          <a:p>
            <a:pPr marR="0" lvl="2" defTabSz="457200" fontAlgn="auto">
              <a:spcAft>
                <a:spcPts val="0"/>
              </a:spcAft>
              <a:buClr>
                <a:srgbClr val="147BD1"/>
              </a:buClr>
              <a:buSzPct val="100000"/>
              <a:tabLst/>
            </a:pPr>
            <a:r>
              <a:rPr lang="en-US"/>
              <a:t>Third level</a:t>
            </a:r>
          </a:p>
          <a:p>
            <a:pPr marR="0" lvl="3" defTabSz="457200" fontAlgn="auto">
              <a:spcAft>
                <a:spcPts val="0"/>
              </a:spcAft>
              <a:buClr>
                <a:srgbClr val="147BD1"/>
              </a:buClr>
              <a:buSzTx/>
              <a:tabLst/>
            </a:pPr>
            <a:r>
              <a:rPr lang="en-US"/>
              <a:t>Fourth level</a:t>
            </a:r>
          </a:p>
        </p:txBody>
      </p:sp>
      <p:sp>
        <p:nvSpPr>
          <p:cNvPr id="3" name="Title 2"/>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D59C1225-192F-4DD2-98BC-9A62A05A8BD0}"/>
              </a:ext>
            </a:extLst>
          </p:cNvPr>
          <p:cNvSpPr>
            <a:spLocks noGrp="1"/>
          </p:cNvSpPr>
          <p:nvPr>
            <p:ph type="ftr" sz="quarter" idx="15"/>
          </p:nvPr>
        </p:nvSpPr>
        <p:spPr/>
        <p:txBody>
          <a:bodyPr/>
          <a:lstStyle/>
          <a:p>
            <a:r>
              <a:rPr lang="en-US">
                <a:solidFill>
                  <a:schemeClr val="tx1"/>
                </a:solidFill>
                <a:cs typeface="Arial" panose="020B0604020202020204" pitchFamily="34" charset="0"/>
              </a:rPr>
              <a:t>© Cadence Design Systems, Inc. All rights reserved.</a:t>
            </a:r>
          </a:p>
        </p:txBody>
      </p:sp>
      <p:sp>
        <p:nvSpPr>
          <p:cNvPr id="4" name="Slide Number Placeholder 3">
            <a:extLst>
              <a:ext uri="{FF2B5EF4-FFF2-40B4-BE49-F238E27FC236}">
                <a16:creationId xmlns:a16="http://schemas.microsoft.com/office/drawing/2014/main" id="{2F81FD5B-3C38-4D0B-8C5E-46A5A57FA8F1}"/>
              </a:ext>
            </a:extLst>
          </p:cNvPr>
          <p:cNvSpPr>
            <a:spLocks noGrp="1"/>
          </p:cNvSpPr>
          <p:nvPr>
            <p:ph type="sldNum" sz="quarter" idx="16"/>
          </p:nvPr>
        </p:nvSpPr>
        <p:spPr/>
        <p:txBody>
          <a:bodyPr/>
          <a:lstStyle/>
          <a:p>
            <a:fld id="{B6FA71F5-8E13-46C5-A63A-9121BEB3B8A9}" type="slidenum">
              <a:rPr lang="en-US" smtClean="0"/>
              <a:pPr/>
              <a:t>‹#›</a:t>
            </a:fld>
            <a:endParaRPr lang="en-US"/>
          </a:p>
        </p:txBody>
      </p:sp>
    </p:spTree>
    <p:custDataLst>
      <p:tags r:id="rId1"/>
    </p:custDataLst>
    <p:extLst>
      <p:ext uri="{BB962C8B-B14F-4D97-AF65-F5344CB8AC3E}">
        <p14:creationId xmlns:p14="http://schemas.microsoft.com/office/powerpoint/2010/main" val="47736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 name="Content Placeholder 9"/>
          <p:cNvSpPr>
            <a:spLocks noGrp="1"/>
          </p:cNvSpPr>
          <p:nvPr>
            <p:ph sz="quarter" idx="13" hasCustomPrompt="1"/>
          </p:nvPr>
        </p:nvSpPr>
        <p:spPr>
          <a:xfrm>
            <a:off x="6126480" y="1005840"/>
            <a:ext cx="5760720" cy="5486400"/>
          </a:xfrm>
          <a:prstGeom prst="rect">
            <a:avLst/>
          </a:prstGeom>
        </p:spPr>
        <p:txBody>
          <a:bodyPr vert="horz" lIns="91440" tIns="91440" rIns="91440" bIns="91440" rtlCol="0">
            <a:normAutofit/>
          </a:bodyPr>
          <a:lstStyle>
            <a:lvl1pPr>
              <a:defRPr lang="en-US" noProof="0" dirty="0"/>
            </a:lvl1pPr>
            <a:lvl2pPr>
              <a:defRPr lang="en-US" noProof="0" dirty="0"/>
            </a:lvl2pPr>
            <a:lvl3pPr>
              <a:defRPr lang="en-US" noProof="0" dirty="0"/>
            </a:lvl3pPr>
            <a:lvl4pPr>
              <a:defRPr lang="en-US" dirty="0"/>
            </a:lvl4pPr>
          </a:lstStyle>
          <a:p>
            <a:pPr lvl="0"/>
            <a:r>
              <a:rPr kumimoji="0" lang="en-US" sz="2000" b="0" i="0" u="none" strike="noStrike" kern="1200" cap="none" spc="0" normalizeH="0" baseline="0" noProof="0">
                <a:ln>
                  <a:noFill/>
                </a:ln>
                <a:solidFill>
                  <a:srgbClr val="000000"/>
                </a:solidFill>
                <a:effectLst/>
                <a:uLnTx/>
                <a:uFillTx/>
                <a:latin typeface="+mn-lt"/>
                <a:ea typeface="+mn-ea"/>
                <a:cs typeface="+mn-cs"/>
              </a:rPr>
              <a:t>Click to add text</a:t>
            </a:r>
          </a:p>
          <a:p>
            <a:pPr marL="365760" marR="0" lvl="1" indent="-273050" defTabSz="457200" fontAlgn="auto">
              <a:spcAft>
                <a:spcPts val="0"/>
              </a:spcAft>
              <a:buClr>
                <a:srgbClr val="147BD1"/>
              </a:buClr>
              <a:buSzTx/>
              <a:tabLst/>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R="0" lvl="2" defTabSz="457200" fontAlgn="auto">
              <a:spcAft>
                <a:spcPts val="0"/>
              </a:spcAft>
              <a:buClr>
                <a:srgbClr val="147BD1"/>
              </a:buClr>
              <a:buSzPct val="100000"/>
              <a:tabLst/>
            </a:pPr>
            <a:r>
              <a:rPr kumimoji="0" lang="en-US" sz="1600" b="0" i="0" u="none" strike="noStrike" kern="1200" cap="none" spc="0" normalizeH="0" baseline="0" noProof="0">
                <a:ln>
                  <a:noFill/>
                </a:ln>
                <a:solidFill>
                  <a:srgbClr val="000000"/>
                </a:solidFill>
                <a:effectLst/>
                <a:uLnTx/>
                <a:uFillTx/>
                <a:latin typeface="+mn-lt"/>
                <a:ea typeface="+mn-ea"/>
                <a:cs typeface="+mn-cs"/>
              </a:rPr>
              <a:t>Third level</a:t>
            </a:r>
          </a:p>
          <a:p>
            <a:pPr marR="0" lvl="3" defTabSz="457200" fontAlgn="auto">
              <a:spcAft>
                <a:spcPts val="0"/>
              </a:spcAft>
              <a:buClr>
                <a:srgbClr val="147BD1"/>
              </a:buClr>
              <a:buSzTx/>
              <a:tabLst/>
            </a:pPr>
            <a:r>
              <a:rPr kumimoji="0" lang="en-US" sz="1400" b="0" i="0" u="none" strike="noStrike" kern="1200" cap="none" spc="0" normalizeH="0" baseline="0" noProof="0">
                <a:ln>
                  <a:noFill/>
                </a:ln>
                <a:solidFill>
                  <a:srgbClr val="000000"/>
                </a:solidFill>
                <a:effectLst/>
                <a:uLnTx/>
                <a:uFillTx/>
                <a:latin typeface="+mn-lt"/>
                <a:ea typeface="+mn-ea"/>
                <a:cs typeface="+mn-cs"/>
              </a:rPr>
              <a:t>Fourth level</a:t>
            </a:r>
            <a:endParaRPr lang="en-US"/>
          </a:p>
        </p:txBody>
      </p:sp>
      <p:sp>
        <p:nvSpPr>
          <p:cNvPr id="9" name="Content Placeholder 9"/>
          <p:cNvSpPr>
            <a:spLocks noGrp="1"/>
          </p:cNvSpPr>
          <p:nvPr>
            <p:ph sz="quarter" idx="14" hasCustomPrompt="1"/>
          </p:nvPr>
        </p:nvSpPr>
        <p:spPr>
          <a:xfrm>
            <a:off x="274320" y="1005840"/>
            <a:ext cx="5760720" cy="548640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vl4pPr>
              <a:defRPr lang="en-US" dirty="0"/>
            </a:lvl4pPr>
          </a:lstStyle>
          <a:p>
            <a:pPr lvl="0"/>
            <a:r>
              <a:rPr lang="en-US"/>
              <a:t>Click to add text</a:t>
            </a:r>
          </a:p>
          <a:p>
            <a:pPr marL="365760" marR="0" lvl="1" indent="-273050" defTabSz="457200" fontAlgn="auto">
              <a:spcAft>
                <a:spcPts val="0"/>
              </a:spcAft>
              <a:buClr>
                <a:srgbClr val="147BD1"/>
              </a:buClr>
              <a:buSzTx/>
              <a:tabLst/>
            </a:pPr>
            <a:r>
              <a:rPr lang="en-US"/>
              <a:t>Second level</a:t>
            </a:r>
          </a:p>
          <a:p>
            <a:pPr marR="0" lvl="2" defTabSz="457200" fontAlgn="auto">
              <a:spcAft>
                <a:spcPts val="0"/>
              </a:spcAft>
              <a:buClr>
                <a:srgbClr val="147BD1"/>
              </a:buClr>
              <a:buSzPct val="100000"/>
              <a:tabLst/>
            </a:pPr>
            <a:r>
              <a:rPr lang="en-US"/>
              <a:t>Third level</a:t>
            </a:r>
          </a:p>
          <a:p>
            <a:pPr marR="0" lvl="3" defTabSz="457200" fontAlgn="auto">
              <a:spcAft>
                <a:spcPts val="0"/>
              </a:spcAft>
              <a:buClr>
                <a:srgbClr val="147BD1"/>
              </a:buClr>
              <a:buSzTx/>
              <a:tabLst/>
            </a:pPr>
            <a:r>
              <a:rPr lang="en-US"/>
              <a:t>Fourth level</a:t>
            </a:r>
          </a:p>
        </p:txBody>
      </p:sp>
      <p:sp>
        <p:nvSpPr>
          <p:cNvPr id="5" name="Title 4"/>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F6F84875-A15D-498A-8E18-279A5175E36D}"/>
              </a:ext>
            </a:extLst>
          </p:cNvPr>
          <p:cNvSpPr>
            <a:spLocks noGrp="1"/>
          </p:cNvSpPr>
          <p:nvPr>
            <p:ph type="ftr" sz="quarter" idx="15"/>
          </p:nvPr>
        </p:nvSpPr>
        <p:spPr/>
        <p:txBody>
          <a:bodyPr/>
          <a:lstStyle/>
          <a:p>
            <a:r>
              <a:rPr lang="en-US">
                <a:solidFill>
                  <a:schemeClr val="tx1"/>
                </a:solidFill>
                <a:cs typeface="Arial" panose="020B0604020202020204" pitchFamily="34" charset="0"/>
              </a:rPr>
              <a:t>© Cadence Design Systems, Inc. All rights reserved.</a:t>
            </a:r>
          </a:p>
        </p:txBody>
      </p:sp>
      <p:sp>
        <p:nvSpPr>
          <p:cNvPr id="3" name="Slide Number Placeholder 2">
            <a:extLst>
              <a:ext uri="{FF2B5EF4-FFF2-40B4-BE49-F238E27FC236}">
                <a16:creationId xmlns:a16="http://schemas.microsoft.com/office/drawing/2014/main" id="{BC0EC008-9ABE-4AD0-959E-5FFE1BC0D8BA}"/>
              </a:ext>
            </a:extLst>
          </p:cNvPr>
          <p:cNvSpPr>
            <a:spLocks noGrp="1"/>
          </p:cNvSpPr>
          <p:nvPr>
            <p:ph type="sldNum" sz="quarter" idx="16"/>
          </p:nvPr>
        </p:nvSpPr>
        <p:spPr/>
        <p:txBody>
          <a:bodyPr/>
          <a:lstStyle/>
          <a:p>
            <a:fld id="{B6FA71F5-8E13-46C5-A63A-9121BEB3B8A9}" type="slidenum">
              <a:rPr lang="en-US" smtClean="0"/>
              <a:pPr/>
              <a:t>‹#›</a:t>
            </a:fld>
            <a:endParaRPr lang="en-US"/>
          </a:p>
        </p:txBody>
      </p:sp>
    </p:spTree>
    <p:custDataLst>
      <p:tags r:id="rId1"/>
    </p:custDataLst>
    <p:extLst>
      <p:ext uri="{BB962C8B-B14F-4D97-AF65-F5344CB8AC3E}">
        <p14:creationId xmlns:p14="http://schemas.microsoft.com/office/powerpoint/2010/main" val="6449312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ar Only">
    <p:spTree>
      <p:nvGrpSpPr>
        <p:cNvPr id="1" name=""/>
        <p:cNvGrpSpPr/>
        <p:nvPr/>
      </p:nvGrpSpPr>
      <p:grpSpPr>
        <a:xfrm>
          <a:off x="0" y="0"/>
          <a:ext cx="0" cy="0"/>
          <a:chOff x="0" y="0"/>
          <a:chExt cx="0" cy="0"/>
        </a:xfrm>
      </p:grpSpPr>
      <p:sp>
        <p:nvSpPr>
          <p:cNvPr id="9" name="Content Placeholder 1"/>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vl4pPr>
              <a:defRPr lang="en-US" baseline="0" dirty="0">
                <a:solidFill>
                  <a:srgbClr val="333333"/>
                </a:solidFill>
              </a:defRPr>
            </a:lvl4pPr>
          </a:lstStyle>
          <a:p>
            <a:pPr lvl="0"/>
            <a:r>
              <a:rPr lang="en-US"/>
              <a:t>First level 20pt (insert: a brief intro that gives context when and where to apply procedure)</a:t>
            </a:r>
          </a:p>
          <a:p>
            <a:pPr marL="365760" lvl="1" indent="-274320">
              <a:buClr>
                <a:srgbClr val="147BD1"/>
              </a:buClr>
            </a:pPr>
            <a:r>
              <a:rPr lang="en-US"/>
              <a:t>Second level 18pt</a:t>
            </a:r>
          </a:p>
        </p:txBody>
      </p:sp>
      <p:sp>
        <p:nvSpPr>
          <p:cNvPr id="7" name="Title 6"/>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377EE016-AA7A-42D7-872B-183780FE8893}"/>
              </a:ext>
            </a:extLst>
          </p:cNvPr>
          <p:cNvSpPr>
            <a:spLocks noGrp="1"/>
          </p:cNvSpPr>
          <p:nvPr>
            <p:ph type="ftr" sz="quarter" idx="11"/>
          </p:nvPr>
        </p:nvSpPr>
        <p:spPr/>
        <p:txBody>
          <a:bodyPr/>
          <a:lstStyle/>
          <a:p>
            <a:r>
              <a:rPr lang="en-US">
                <a:solidFill>
                  <a:schemeClr val="tx1"/>
                </a:solidFill>
                <a:cs typeface="Arial" panose="020B0604020202020204" pitchFamily="34" charset="0"/>
              </a:rPr>
              <a:t>© Cadence Design Systems, Inc. All rights reserved.</a:t>
            </a:r>
          </a:p>
        </p:txBody>
      </p:sp>
      <p:sp>
        <p:nvSpPr>
          <p:cNvPr id="5" name="Slide Number Placeholder 4">
            <a:extLst>
              <a:ext uri="{FF2B5EF4-FFF2-40B4-BE49-F238E27FC236}">
                <a16:creationId xmlns:a16="http://schemas.microsoft.com/office/drawing/2014/main" id="{5DFCB953-C5A3-4F66-A9D7-692AD9F737C8}"/>
              </a:ext>
            </a:extLst>
          </p:cNvPr>
          <p:cNvSpPr>
            <a:spLocks noGrp="1"/>
          </p:cNvSpPr>
          <p:nvPr>
            <p:ph type="sldNum" sz="quarter" idx="12"/>
          </p:nvPr>
        </p:nvSpPr>
        <p:spPr/>
        <p:txBody>
          <a:bodyPr/>
          <a:lstStyle/>
          <a:p>
            <a:fld id="{B6FA71F5-8E13-46C5-A63A-9121BEB3B8A9}" type="slidenum">
              <a:rPr lang="en-US" smtClean="0"/>
              <a:pPr/>
              <a:t>‹#›</a:t>
            </a:fld>
            <a:endParaRPr lang="en-US"/>
          </a:p>
        </p:txBody>
      </p:sp>
    </p:spTree>
    <p:custDataLst>
      <p:tags r:id="rId1"/>
    </p:custDataLst>
    <p:extLst>
      <p:ext uri="{BB962C8B-B14F-4D97-AF65-F5344CB8AC3E}">
        <p14:creationId xmlns:p14="http://schemas.microsoft.com/office/powerpoint/2010/main" val="30448277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ar and Content">
    <p:spTree>
      <p:nvGrpSpPr>
        <p:cNvPr id="1" name=""/>
        <p:cNvGrpSpPr/>
        <p:nvPr/>
      </p:nvGrpSpPr>
      <p:grpSpPr>
        <a:xfrm>
          <a:off x="0" y="0"/>
          <a:ext cx="0" cy="0"/>
          <a:chOff x="0" y="0"/>
          <a:chExt cx="0" cy="0"/>
        </a:xfrm>
      </p:grpSpPr>
      <p:sp>
        <p:nvSpPr>
          <p:cNvPr id="11" name="Content Placeholder 3"/>
          <p:cNvSpPr>
            <a:spLocks noGrp="1"/>
          </p:cNvSpPr>
          <p:nvPr>
            <p:ph idx="11" hasCustomPrompt="1"/>
          </p:nvPr>
        </p:nvSpPr>
        <p:spPr>
          <a:xfrm>
            <a:off x="274320" y="2468880"/>
            <a:ext cx="11612880" cy="402336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vl4pPr>
              <a:defRPr lang="en-US" dirty="0"/>
            </a:lvl4pPr>
          </a:lstStyle>
          <a:p>
            <a:pPr lvl="0"/>
            <a:r>
              <a:rPr lang="en-US"/>
              <a:t>First level 20pt (insert either: guideline, context, steps, solution, explanation  – with either: static image, table, video - For videos, or when it doesn’t fit here, add a separate Title Only slide)</a:t>
            </a:r>
          </a:p>
          <a:p>
            <a:pPr marL="365760" marR="0" lvl="1" indent="-273050" defTabSz="457200" fontAlgn="auto">
              <a:spcAft>
                <a:spcPts val="0"/>
              </a:spcAft>
              <a:buClr>
                <a:srgbClr val="147BD1"/>
              </a:buClr>
              <a:buSzTx/>
              <a:tabLst/>
            </a:pPr>
            <a:r>
              <a:rPr lang="en-US"/>
              <a:t>Second level 18pt</a:t>
            </a:r>
          </a:p>
          <a:p>
            <a:pPr marR="0" lvl="2" defTabSz="457200" fontAlgn="auto">
              <a:spcAft>
                <a:spcPts val="0"/>
              </a:spcAft>
              <a:buClr>
                <a:srgbClr val="147BD1"/>
              </a:buClr>
              <a:buSzPct val="100000"/>
              <a:tabLst/>
            </a:pPr>
            <a:r>
              <a:rPr lang="en-US"/>
              <a:t>Third level 16pt</a:t>
            </a:r>
          </a:p>
          <a:p>
            <a:pPr marR="0" lvl="3" defTabSz="457200" fontAlgn="auto">
              <a:spcAft>
                <a:spcPts val="0"/>
              </a:spcAft>
              <a:buClr>
                <a:srgbClr val="147BD1"/>
              </a:buClr>
              <a:buSzTx/>
              <a:tabLst/>
            </a:pPr>
            <a:r>
              <a:rPr lang="en-US"/>
              <a:t>Fourth level 14pt</a:t>
            </a:r>
          </a:p>
        </p:txBody>
      </p:sp>
      <p:sp>
        <p:nvSpPr>
          <p:cNvPr id="9" name="Content Placeholder 2"/>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vl4pPr>
              <a:defRPr lang="en-US" baseline="0" dirty="0">
                <a:solidFill>
                  <a:srgbClr val="333333"/>
                </a:solidFill>
              </a:defRPr>
            </a:lvl4pPr>
          </a:lstStyle>
          <a:p>
            <a:pPr lvl="0"/>
            <a:r>
              <a:rPr lang="en-US"/>
              <a:t>First level 20pt (insert either: best practice scenario, concept definition, tool breadcrumb, how to context, problem, command syntax)</a:t>
            </a:r>
          </a:p>
          <a:p>
            <a:pPr marL="365760" lvl="1" indent="-274320">
              <a:buClr>
                <a:srgbClr val="147BD1"/>
              </a:buClr>
            </a:pPr>
            <a:r>
              <a:rPr lang="en-US"/>
              <a:t>Second level 18pt</a:t>
            </a:r>
          </a:p>
        </p:txBody>
      </p:sp>
      <p:sp>
        <p:nvSpPr>
          <p:cNvPr id="12" name="Title 11"/>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C939D4E1-0DF6-4EF2-B523-D82DE6DC3353}"/>
              </a:ext>
            </a:extLst>
          </p:cNvPr>
          <p:cNvSpPr>
            <a:spLocks noGrp="1"/>
          </p:cNvSpPr>
          <p:nvPr>
            <p:ph type="ftr" sz="quarter" idx="12"/>
          </p:nvPr>
        </p:nvSpPr>
        <p:spPr/>
        <p:txBody>
          <a:bodyPr/>
          <a:lstStyle/>
          <a:p>
            <a:r>
              <a:rPr lang="en-US">
                <a:solidFill>
                  <a:schemeClr val="tx1"/>
                </a:solidFill>
                <a:cs typeface="Arial" panose="020B0604020202020204" pitchFamily="34" charset="0"/>
              </a:rPr>
              <a:t>© Cadence Design Systems, Inc. All rights reserved.</a:t>
            </a:r>
          </a:p>
        </p:txBody>
      </p:sp>
      <p:sp>
        <p:nvSpPr>
          <p:cNvPr id="5" name="Slide Number Placeholder 4">
            <a:extLst>
              <a:ext uri="{FF2B5EF4-FFF2-40B4-BE49-F238E27FC236}">
                <a16:creationId xmlns:a16="http://schemas.microsoft.com/office/drawing/2014/main" id="{C0E0DCDB-B57E-4ECD-9E58-F6568DA9D975}"/>
              </a:ext>
            </a:extLst>
          </p:cNvPr>
          <p:cNvSpPr>
            <a:spLocks noGrp="1"/>
          </p:cNvSpPr>
          <p:nvPr>
            <p:ph type="sldNum" sz="quarter" idx="13"/>
          </p:nvPr>
        </p:nvSpPr>
        <p:spPr/>
        <p:txBody>
          <a:bodyPr/>
          <a:lstStyle/>
          <a:p>
            <a:fld id="{B6FA71F5-8E13-46C5-A63A-9121BEB3B8A9}" type="slidenum">
              <a:rPr lang="en-US" smtClean="0"/>
              <a:pPr/>
              <a:t>‹#›</a:t>
            </a:fld>
            <a:endParaRPr lang="en-US"/>
          </a:p>
        </p:txBody>
      </p:sp>
    </p:spTree>
    <p:custDataLst>
      <p:tags r:id="rId1"/>
    </p:custDataLst>
    <p:extLst>
      <p:ext uri="{BB962C8B-B14F-4D97-AF65-F5344CB8AC3E}">
        <p14:creationId xmlns:p14="http://schemas.microsoft.com/office/powerpoint/2010/main" val="12648262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ar">
    <p:spTree>
      <p:nvGrpSpPr>
        <p:cNvPr id="1" name=""/>
        <p:cNvGrpSpPr/>
        <p:nvPr/>
      </p:nvGrpSpPr>
      <p:grpSpPr>
        <a:xfrm>
          <a:off x="0" y="0"/>
          <a:ext cx="0" cy="0"/>
          <a:chOff x="0" y="0"/>
          <a:chExt cx="0" cy="0"/>
        </a:xfrm>
      </p:grpSpPr>
      <p:sp>
        <p:nvSpPr>
          <p:cNvPr id="3" name="Content Placeholder 4"/>
          <p:cNvSpPr>
            <a:spLocks noGrp="1"/>
          </p:cNvSpPr>
          <p:nvPr>
            <p:ph idx="1" hasCustomPrompt="1"/>
          </p:nvPr>
        </p:nvSpPr>
        <p:spPr>
          <a:xfrm>
            <a:off x="274320" y="4480560"/>
            <a:ext cx="11612880" cy="20116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stStyle>
          <a:p>
            <a:pPr lvl="0"/>
            <a:r>
              <a:rPr lang="en-US"/>
              <a:t>First level 20pt (insert either: static image, table, video – For videos, or when it doesn’t fit here, add a separate Title Only slide)</a:t>
            </a:r>
          </a:p>
          <a:p>
            <a:pPr marL="365760" marR="0" lvl="1" indent="-273050" defTabSz="457200" fontAlgn="auto">
              <a:spcAft>
                <a:spcPts val="0"/>
              </a:spcAft>
              <a:buClr>
                <a:srgbClr val="147BD1"/>
              </a:buClr>
              <a:buSzTx/>
              <a:tabLst/>
            </a:pPr>
            <a:r>
              <a:rPr lang="en-US"/>
              <a:t>Second level 18pt</a:t>
            </a:r>
          </a:p>
          <a:p>
            <a:pPr marR="0" lvl="2" defTabSz="457200" fontAlgn="auto">
              <a:spcAft>
                <a:spcPts val="0"/>
              </a:spcAft>
              <a:buClr>
                <a:srgbClr val="147BD1"/>
              </a:buClr>
              <a:buSzPct val="100000"/>
              <a:tabLst/>
            </a:pPr>
            <a:r>
              <a:rPr lang="en-US"/>
              <a:t>Third level 16pt</a:t>
            </a:r>
          </a:p>
          <a:p>
            <a:pPr marR="0" lvl="3" defTabSz="457200" fontAlgn="auto">
              <a:spcAft>
                <a:spcPts val="0"/>
              </a:spcAft>
              <a:buClr>
                <a:srgbClr val="147BD1"/>
              </a:buClr>
              <a:buSzTx/>
              <a:tabLst/>
            </a:pPr>
            <a:r>
              <a:rPr kumimoji="0" lang="en-US" sz="1400" b="0" i="0" u="none" strike="noStrike" kern="1200" cap="none" spc="0" normalizeH="0" baseline="0" noProof="0">
                <a:ln>
                  <a:noFill/>
                </a:ln>
                <a:solidFill>
                  <a:srgbClr val="000000"/>
                </a:solidFill>
                <a:effectLst/>
                <a:uLnTx/>
                <a:uFillTx/>
                <a:latin typeface="+mn-lt"/>
                <a:ea typeface="+mn-ea"/>
                <a:cs typeface="+mn-cs"/>
              </a:rPr>
              <a:t>Fourth level 14pt</a:t>
            </a:r>
            <a:endParaRPr lang="en-US"/>
          </a:p>
        </p:txBody>
      </p:sp>
      <p:sp>
        <p:nvSpPr>
          <p:cNvPr id="11" name="Content Placeholder 3"/>
          <p:cNvSpPr>
            <a:spLocks noGrp="1"/>
          </p:cNvSpPr>
          <p:nvPr>
            <p:ph idx="11" hasCustomPrompt="1"/>
          </p:nvPr>
        </p:nvSpPr>
        <p:spPr>
          <a:xfrm>
            <a:off x="274320" y="2468880"/>
            <a:ext cx="11612880" cy="201168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vl4pPr>
              <a:defRPr lang="en-US" dirty="0"/>
            </a:lvl4pPr>
          </a:lstStyle>
          <a:p>
            <a:pPr lvl="0"/>
            <a:r>
              <a:rPr lang="en-US"/>
              <a:t>First level 20pt (insert either: guideline, context, steps, solution, explanation)</a:t>
            </a:r>
          </a:p>
          <a:p>
            <a:pPr marL="365760" marR="0" lvl="1" indent="-273050" defTabSz="457200" fontAlgn="auto">
              <a:spcAft>
                <a:spcPts val="0"/>
              </a:spcAft>
              <a:buClr>
                <a:srgbClr val="147BD1"/>
              </a:buClr>
              <a:buSzTx/>
              <a:tabLst/>
            </a:pPr>
            <a:r>
              <a:rPr lang="en-US"/>
              <a:t>Second level 18pt</a:t>
            </a:r>
          </a:p>
          <a:p>
            <a:pPr marR="0" lvl="2" defTabSz="457200" fontAlgn="auto">
              <a:spcAft>
                <a:spcPts val="0"/>
              </a:spcAft>
              <a:buClr>
                <a:srgbClr val="147BD1"/>
              </a:buClr>
              <a:buSzPct val="100000"/>
              <a:tabLst/>
            </a:pPr>
            <a:r>
              <a:rPr lang="en-US"/>
              <a:t>Third level 16pt</a:t>
            </a:r>
          </a:p>
          <a:p>
            <a:pPr marR="0" lvl="3" defTabSz="457200" fontAlgn="auto">
              <a:spcAft>
                <a:spcPts val="0"/>
              </a:spcAft>
              <a:buClr>
                <a:srgbClr val="147BD1"/>
              </a:buClr>
              <a:buSzTx/>
              <a:tabLst/>
            </a:pPr>
            <a:r>
              <a:rPr lang="en-US"/>
              <a:t>Fourth level 14pt</a:t>
            </a:r>
          </a:p>
        </p:txBody>
      </p:sp>
      <p:sp>
        <p:nvSpPr>
          <p:cNvPr id="9" name="Content Placeholder 2"/>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vl4pPr>
              <a:defRPr lang="en-US" baseline="0" dirty="0">
                <a:solidFill>
                  <a:srgbClr val="333333"/>
                </a:solidFill>
              </a:defRPr>
            </a:lvl4pPr>
          </a:lstStyle>
          <a:p>
            <a:pPr lvl="0"/>
            <a:r>
              <a:rPr lang="en-US"/>
              <a:t>First level 20pt (insert either: best practice scenario, concept definition, tool breadcrumb, how to context, problem, command syntax)</a:t>
            </a:r>
          </a:p>
          <a:p>
            <a:pPr marL="365760" lvl="1" indent="-274320">
              <a:buClr>
                <a:srgbClr val="147BD1"/>
              </a:buClr>
            </a:pPr>
            <a:r>
              <a:rPr lang="en-US"/>
              <a:t>Second level 18pt</a:t>
            </a:r>
          </a:p>
        </p:txBody>
      </p:sp>
      <p:sp>
        <p:nvSpPr>
          <p:cNvPr id="12" name="Title 11"/>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8981B8EB-35A0-4720-BA0B-2DBA337B4FE4}"/>
              </a:ext>
            </a:extLst>
          </p:cNvPr>
          <p:cNvSpPr>
            <a:spLocks noGrp="1"/>
          </p:cNvSpPr>
          <p:nvPr>
            <p:ph type="ftr" sz="quarter" idx="12"/>
          </p:nvPr>
        </p:nvSpPr>
        <p:spPr/>
        <p:txBody>
          <a:bodyPr/>
          <a:lstStyle/>
          <a:p>
            <a:r>
              <a:rPr lang="en-US">
                <a:solidFill>
                  <a:schemeClr val="tx1"/>
                </a:solidFill>
                <a:cs typeface="Arial" panose="020B0604020202020204" pitchFamily="34" charset="0"/>
              </a:rPr>
              <a:t>© Cadence Design Systems, Inc. All rights reserved.</a:t>
            </a:r>
          </a:p>
        </p:txBody>
      </p:sp>
      <p:sp>
        <p:nvSpPr>
          <p:cNvPr id="4" name="Slide Number Placeholder 3">
            <a:extLst>
              <a:ext uri="{FF2B5EF4-FFF2-40B4-BE49-F238E27FC236}">
                <a16:creationId xmlns:a16="http://schemas.microsoft.com/office/drawing/2014/main" id="{0591A286-1505-4FF0-8F20-4CF88366AB56}"/>
              </a:ext>
            </a:extLst>
          </p:cNvPr>
          <p:cNvSpPr>
            <a:spLocks noGrp="1"/>
          </p:cNvSpPr>
          <p:nvPr>
            <p:ph type="sldNum" sz="quarter" idx="13"/>
          </p:nvPr>
        </p:nvSpPr>
        <p:spPr/>
        <p:txBody>
          <a:bodyPr/>
          <a:lstStyle/>
          <a:p>
            <a:fld id="{B6FA71F5-8E13-46C5-A63A-9121BEB3B8A9}" type="slidenum">
              <a:rPr lang="en-US" smtClean="0"/>
              <a:pPr/>
              <a:t>‹#›</a:t>
            </a:fld>
            <a:endParaRPr lang="en-US"/>
          </a:p>
        </p:txBody>
      </p:sp>
    </p:spTree>
    <p:custDataLst>
      <p:tags r:id="rId1"/>
    </p:custDataLst>
    <p:extLst>
      <p:ext uri="{BB962C8B-B14F-4D97-AF65-F5344CB8AC3E}">
        <p14:creationId xmlns:p14="http://schemas.microsoft.com/office/powerpoint/2010/main" val="19805551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ars">
    <p:spTree>
      <p:nvGrpSpPr>
        <p:cNvPr id="1" name=""/>
        <p:cNvGrpSpPr/>
        <p:nvPr/>
      </p:nvGrpSpPr>
      <p:grpSpPr>
        <a:xfrm>
          <a:off x="0" y="0"/>
          <a:ext cx="0" cy="0"/>
          <a:chOff x="0" y="0"/>
          <a:chExt cx="0" cy="0"/>
        </a:xfrm>
      </p:grpSpPr>
      <p:sp>
        <p:nvSpPr>
          <p:cNvPr id="3" name="Content Placeholder 2"/>
          <p:cNvSpPr>
            <a:spLocks noGrp="1"/>
          </p:cNvSpPr>
          <p:nvPr>
            <p:ph idx="11" hasCustomPrompt="1"/>
          </p:nvPr>
        </p:nvSpPr>
        <p:spPr>
          <a:xfrm>
            <a:off x="274320" y="2377440"/>
            <a:ext cx="11612880" cy="1371600"/>
          </a:xfrm>
          <a:prstGeom prst="rect">
            <a:avLst/>
          </a:prstGeom>
          <a:noFill/>
        </p:spPr>
        <p:txBody>
          <a:bodyPr lIns="91440" tIns="91440" rIns="91440" bIns="91440" anchor="t" anchorCtr="0">
            <a:normAutofit/>
          </a:bodyPr>
          <a:lstStyle>
            <a:lvl1pPr marL="0" indent="0">
              <a:buNone/>
              <a:defRPr sz="2000" baseline="0">
                <a:solidFill>
                  <a:schemeClr val="tx1"/>
                </a:solidFill>
              </a:defRPr>
            </a:lvl1pPr>
            <a:lvl2pPr marL="365760" marR="0" indent="-274320" algn="l" defTabSz="914400" rtl="0" eaLnBrk="1" fontAlgn="auto" latinLnBrk="0" hangingPunct="1">
              <a:lnSpc>
                <a:spcPct val="100000"/>
              </a:lnSpc>
              <a:spcBef>
                <a:spcPts val="1200"/>
              </a:spcBef>
              <a:spcAft>
                <a:spcPts val="0"/>
              </a:spcAft>
              <a:buClr>
                <a:srgbClr val="147BD1"/>
              </a:buClr>
              <a:buSzPct val="100000"/>
              <a:buFont typeface="Arial" panose="020B0604020202020204" pitchFamily="34" charset="0"/>
              <a:buChar char="●"/>
              <a:tabLst/>
              <a:defRPr/>
            </a:lvl2pPr>
            <a:lvl3pPr>
              <a:defRPr/>
            </a:lvl3pPr>
          </a:lstStyle>
          <a:p>
            <a:r>
              <a:rPr lang="en-US"/>
              <a:t>First level 20pt (insert either: detailed solution, guideline, answer, or definition)</a:t>
            </a:r>
          </a:p>
          <a:p>
            <a:pPr marL="378460" marR="0" lvl="1" indent="-285750" algn="l" defTabSz="914400" rtl="0" eaLnBrk="1" fontAlgn="auto" latinLnBrk="0" hangingPunct="1">
              <a:lnSpc>
                <a:spcPct val="100000"/>
              </a:lnSpc>
              <a:spcBef>
                <a:spcPts val="1200"/>
              </a:spcBef>
              <a:spcAft>
                <a:spcPts val="0"/>
              </a:spcAft>
              <a:buClr>
                <a:srgbClr val="147BD1"/>
              </a:buClr>
              <a:buSzPct val="100000"/>
              <a:buFont typeface="Arial" panose="020B0604020202020204" pitchFamily="34" charset="0"/>
              <a:buChar char="●"/>
              <a:tabLst/>
              <a:defRPr/>
            </a:pPr>
            <a:r>
              <a:rPr lang="en-US"/>
              <a:t>Second level 18pt</a:t>
            </a:r>
          </a:p>
          <a:p>
            <a:pPr lvl="2"/>
            <a:r>
              <a:rPr lang="en-US"/>
              <a:t>Third level 16pt</a:t>
            </a:r>
          </a:p>
        </p:txBody>
      </p:sp>
      <p:sp>
        <p:nvSpPr>
          <p:cNvPr id="7" name="Content Placeholder 2"/>
          <p:cNvSpPr>
            <a:spLocks noGrp="1"/>
          </p:cNvSpPr>
          <p:nvPr>
            <p:ph idx="12" hasCustomPrompt="1"/>
          </p:nvPr>
        </p:nvSpPr>
        <p:spPr>
          <a:xfrm>
            <a:off x="274320" y="5120640"/>
            <a:ext cx="11612880" cy="1371600"/>
          </a:xfrm>
          <a:prstGeom prst="rect">
            <a:avLst/>
          </a:prstGeom>
          <a:noFill/>
        </p:spPr>
        <p:txBody>
          <a:bodyPr lIns="91440" tIns="91440" rIns="91440" bIns="91440" anchor="t" anchorCtr="0">
            <a:normAutofit/>
          </a:bodyPr>
          <a:lstStyle>
            <a:lvl1pPr marL="0" indent="0">
              <a:buNone/>
              <a:defRPr sz="2000" baseline="0">
                <a:solidFill>
                  <a:schemeClr val="tx1"/>
                </a:solidFill>
              </a:defRPr>
            </a:lvl1pPr>
          </a:lstStyle>
          <a:p>
            <a:r>
              <a:rPr lang="en-US"/>
              <a:t>First level 20pt (insert either: detailed solution, guideline, answer, or definition)</a:t>
            </a:r>
          </a:p>
          <a:p>
            <a:pPr lvl="1"/>
            <a:r>
              <a:rPr lang="en-US"/>
              <a:t>Second level 18pt</a:t>
            </a:r>
          </a:p>
          <a:p>
            <a:pPr lvl="2"/>
            <a:r>
              <a:rPr lang="en-US"/>
              <a:t>Third level 16pt</a:t>
            </a:r>
          </a:p>
        </p:txBody>
      </p:sp>
      <p:sp>
        <p:nvSpPr>
          <p:cNvPr id="12" name="Content Placeholder 2"/>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a:t>First level 20pt (insert either: description of problem, scenario, question, or glossary term)</a:t>
            </a:r>
          </a:p>
          <a:p>
            <a:pPr marL="365760" lvl="1" indent="-274320">
              <a:buClr>
                <a:srgbClr val="147BD1"/>
              </a:buClr>
            </a:pPr>
            <a:r>
              <a:rPr lang="en-US"/>
              <a:t>Second level 18pt</a:t>
            </a:r>
          </a:p>
          <a:p>
            <a:pPr lvl="2">
              <a:buClr>
                <a:srgbClr val="147BD1"/>
              </a:buClr>
              <a:buSzPct val="100000"/>
            </a:pPr>
            <a:r>
              <a:rPr lang="en-US"/>
              <a:t>Third level 16pt</a:t>
            </a:r>
          </a:p>
        </p:txBody>
      </p:sp>
      <p:sp>
        <p:nvSpPr>
          <p:cNvPr id="13" name="Content Placeholder 2"/>
          <p:cNvSpPr>
            <a:spLocks noGrp="1"/>
          </p:cNvSpPr>
          <p:nvPr>
            <p:ph idx="13" hasCustomPrompt="1"/>
          </p:nvPr>
        </p:nvSpPr>
        <p:spPr>
          <a:xfrm>
            <a:off x="640080" y="37490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a:t>First level 20pt (insert either: description of problem, scenario, question, or glossary term)</a:t>
            </a:r>
          </a:p>
          <a:p>
            <a:pPr marL="365760" lvl="1" indent="-274320">
              <a:buClr>
                <a:srgbClr val="147BD1"/>
              </a:buClr>
            </a:pPr>
            <a:r>
              <a:rPr lang="en-US"/>
              <a:t>Second level 18pt</a:t>
            </a:r>
          </a:p>
          <a:p>
            <a:pPr lvl="2">
              <a:buClr>
                <a:srgbClr val="147BD1"/>
              </a:buClr>
              <a:buSzPct val="100000"/>
            </a:pPr>
            <a:r>
              <a:rPr lang="en-US"/>
              <a:t>Third level 16pt</a:t>
            </a:r>
          </a:p>
        </p:txBody>
      </p:sp>
      <p:sp>
        <p:nvSpPr>
          <p:cNvPr id="5" name="Title 4"/>
          <p:cNvSpPr>
            <a:spLocks noGrp="1"/>
          </p:cNvSpPr>
          <p:nvPr>
            <p:ph type="title"/>
          </p:nvPr>
        </p:nvSpPr>
        <p:spPr/>
        <p:txBody>
          <a:bodyPr/>
          <a:lstStyle/>
          <a:p>
            <a:r>
              <a:rPr lang="en-US"/>
              <a:t>Click to edit Master title style</a:t>
            </a:r>
          </a:p>
        </p:txBody>
      </p:sp>
      <p:sp>
        <p:nvSpPr>
          <p:cNvPr id="6" name="Footer Placeholder 5">
            <a:extLst>
              <a:ext uri="{FF2B5EF4-FFF2-40B4-BE49-F238E27FC236}">
                <a16:creationId xmlns:a16="http://schemas.microsoft.com/office/drawing/2014/main" id="{40220F37-9518-4251-B3C2-FC5942379D76}"/>
              </a:ext>
            </a:extLst>
          </p:cNvPr>
          <p:cNvSpPr>
            <a:spLocks noGrp="1"/>
          </p:cNvSpPr>
          <p:nvPr>
            <p:ph type="ftr"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p>
        </p:txBody>
      </p:sp>
      <p:sp>
        <p:nvSpPr>
          <p:cNvPr id="8" name="Slide Number Placeholder 7">
            <a:extLst>
              <a:ext uri="{FF2B5EF4-FFF2-40B4-BE49-F238E27FC236}">
                <a16:creationId xmlns:a16="http://schemas.microsoft.com/office/drawing/2014/main" id="{DFD7B36B-8CE4-4D2F-94B8-62B2DFCB66DA}"/>
              </a:ext>
            </a:extLst>
          </p:cNvPr>
          <p:cNvSpPr>
            <a:spLocks noGrp="1"/>
          </p:cNvSpPr>
          <p:nvPr>
            <p:ph type="sldNum" sz="quarter" idx="1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11014132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ar Compare">
    <p:spTree>
      <p:nvGrpSpPr>
        <p:cNvPr id="1" name=""/>
        <p:cNvGrpSpPr/>
        <p:nvPr/>
      </p:nvGrpSpPr>
      <p:grpSpPr>
        <a:xfrm>
          <a:off x="0" y="0"/>
          <a:ext cx="0" cy="0"/>
          <a:chOff x="0" y="0"/>
          <a:chExt cx="0" cy="0"/>
        </a:xfrm>
      </p:grpSpPr>
      <p:sp>
        <p:nvSpPr>
          <p:cNvPr id="13" name="Content Placeholder 4"/>
          <p:cNvSpPr>
            <a:spLocks noGrp="1"/>
          </p:cNvSpPr>
          <p:nvPr>
            <p:ph idx="1" hasCustomPrompt="1"/>
          </p:nvPr>
        </p:nvSpPr>
        <p:spPr>
          <a:xfrm>
            <a:off x="6126480" y="2468880"/>
            <a:ext cx="5760720" cy="4023360"/>
          </a:xfrm>
          <a:prstGeom prst="rect">
            <a:avLst/>
          </a:prstGeom>
        </p:spPr>
        <p:txBody>
          <a:bodyPr vert="horz" lIns="91440" tIns="45720" rIns="91440" bIns="45720" rtlCol="0">
            <a:normAutofit/>
          </a:bodyPr>
          <a:lstStyle>
            <a:lvl1pPr>
              <a:defRPr lang="en-US" dirty="0"/>
            </a:lvl1pPr>
            <a:lvl2pPr>
              <a:defRPr lang="en-US" noProof="0" dirty="0"/>
            </a:lvl2pPr>
            <a:lvl3pPr>
              <a:defRPr lang="en-US" noProof="0" dirty="0"/>
            </a:lvl3pPr>
            <a:lvl4pPr>
              <a:defRPr lang="en-US" dirty="0"/>
            </a:lvl4pPr>
          </a:lstStyle>
          <a:p>
            <a:pPr lvl="0"/>
            <a:r>
              <a:rPr lang="en-US"/>
              <a:t>First level 20pt (insert either: static image, table, video – For videos, or when it doesn’t fit here, add a separate Title Only slide)</a:t>
            </a:r>
          </a:p>
          <a:p>
            <a:pPr marL="365760" marR="0" lvl="1" indent="-273050" defTabSz="457200" fontAlgn="auto">
              <a:spcAft>
                <a:spcPts val="0"/>
              </a:spcAft>
              <a:buSzTx/>
              <a:tabLst/>
            </a:pPr>
            <a:r>
              <a:rPr kumimoji="0" lang="en-US" sz="1800" b="0" i="0" u="none" strike="noStrike" kern="1200" cap="none" spc="0" normalizeH="0" baseline="0" noProof="0">
                <a:ln>
                  <a:noFill/>
                </a:ln>
                <a:solidFill>
                  <a:srgbClr val="000000"/>
                </a:solidFill>
                <a:effectLst/>
                <a:uLnTx/>
                <a:uFillTx/>
                <a:latin typeface="+mn-lt"/>
                <a:ea typeface="+mn-ea"/>
                <a:cs typeface="+mn-cs"/>
              </a:rPr>
              <a:t>Second level 18pt</a:t>
            </a:r>
          </a:p>
          <a:p>
            <a:pPr marR="0" lvl="2" defTabSz="457200" fontAlgn="auto">
              <a:spcAft>
                <a:spcPts val="0"/>
              </a:spcAft>
              <a:buSzPct val="100000"/>
              <a:tabLst/>
            </a:pPr>
            <a:r>
              <a:rPr kumimoji="0" lang="en-US" sz="1600" b="0" i="0" u="none" strike="noStrike" kern="1200" cap="none" spc="0" normalizeH="0" baseline="0" noProof="0">
                <a:ln>
                  <a:noFill/>
                </a:ln>
                <a:solidFill>
                  <a:srgbClr val="000000"/>
                </a:solidFill>
                <a:effectLst/>
                <a:uLnTx/>
                <a:uFillTx/>
                <a:latin typeface="+mn-lt"/>
                <a:ea typeface="+mn-ea"/>
                <a:cs typeface="+mn-cs"/>
              </a:rPr>
              <a:t>Third level 16pt</a:t>
            </a:r>
          </a:p>
          <a:p>
            <a:pPr marR="0" lvl="3" defTabSz="457200" fontAlgn="auto">
              <a:spcAft>
                <a:spcPts val="0"/>
              </a:spcAft>
              <a:buSzTx/>
              <a:tabLst/>
            </a:pPr>
            <a:r>
              <a:rPr kumimoji="0" lang="en-US" sz="1400" b="0" i="0" u="none" strike="noStrike" kern="1200" cap="none" spc="0" normalizeH="0" baseline="0" noProof="0">
                <a:ln>
                  <a:noFill/>
                </a:ln>
                <a:solidFill>
                  <a:srgbClr val="000000"/>
                </a:solidFill>
                <a:effectLst/>
                <a:uLnTx/>
                <a:uFillTx/>
                <a:latin typeface="+mn-lt"/>
                <a:ea typeface="+mn-ea"/>
                <a:cs typeface="+mn-cs"/>
              </a:rPr>
              <a:t>Fourth level 14pt</a:t>
            </a:r>
            <a:endParaRPr lang="en-US"/>
          </a:p>
        </p:txBody>
      </p:sp>
      <p:sp>
        <p:nvSpPr>
          <p:cNvPr id="10" name="Content Placeholder 3"/>
          <p:cNvSpPr>
            <a:spLocks noGrp="1"/>
          </p:cNvSpPr>
          <p:nvPr>
            <p:ph idx="13" hasCustomPrompt="1"/>
          </p:nvPr>
        </p:nvSpPr>
        <p:spPr>
          <a:xfrm>
            <a:off x="274320" y="2468880"/>
            <a:ext cx="5760720" cy="402336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vl4pPr>
              <a:defRPr lang="en-US" dirty="0"/>
            </a:lvl4pPr>
          </a:lstStyle>
          <a:p>
            <a:pPr lvl="0"/>
            <a:r>
              <a:rPr lang="en-US"/>
              <a:t>First level 20pt (insert either: guideline, context, steps, solution, explanation)</a:t>
            </a:r>
          </a:p>
          <a:p>
            <a:pPr marL="365760" marR="0" lvl="1" indent="-273050" defTabSz="457200" fontAlgn="auto">
              <a:spcAft>
                <a:spcPts val="0"/>
              </a:spcAft>
              <a:buSzTx/>
              <a:tabLst/>
            </a:pPr>
            <a:r>
              <a:rPr lang="en-US"/>
              <a:t>Second level 18pt</a:t>
            </a:r>
          </a:p>
          <a:p>
            <a:pPr marR="0" lvl="2" defTabSz="457200" fontAlgn="auto">
              <a:spcAft>
                <a:spcPts val="0"/>
              </a:spcAft>
              <a:buSzPct val="100000"/>
              <a:tabLst/>
            </a:pPr>
            <a:r>
              <a:rPr lang="en-US"/>
              <a:t>Third level 16pt</a:t>
            </a:r>
          </a:p>
          <a:p>
            <a:pPr marR="0" lvl="3" defTabSz="457200" fontAlgn="auto">
              <a:spcAft>
                <a:spcPts val="0"/>
              </a:spcAft>
              <a:buSzTx/>
              <a:tabLst/>
            </a:pPr>
            <a:r>
              <a:rPr lang="en-US"/>
              <a:t>Fourth level 14pt</a:t>
            </a:r>
          </a:p>
        </p:txBody>
      </p:sp>
      <p:sp>
        <p:nvSpPr>
          <p:cNvPr id="9" name="Content Placeholder 2"/>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vl4pPr>
              <a:defRPr lang="en-US" baseline="0" dirty="0">
                <a:solidFill>
                  <a:srgbClr val="333333"/>
                </a:solidFill>
              </a:defRPr>
            </a:lvl4pPr>
          </a:lstStyle>
          <a:p>
            <a:pPr lvl="0"/>
            <a:r>
              <a:rPr lang="en-US"/>
              <a:t>First level 20pt (insert either: best practice scenario, concept definition, tool breadcrumb, how to context, problem, command syntax)</a:t>
            </a:r>
          </a:p>
          <a:p>
            <a:pPr marL="365760" lvl="1" indent="-274320"/>
            <a:r>
              <a:rPr lang="en-US"/>
              <a:t>Second level 18pt</a:t>
            </a:r>
          </a:p>
        </p:txBody>
      </p:sp>
      <p:sp>
        <p:nvSpPr>
          <p:cNvPr id="5" name="Title 4"/>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7C6565F7-10BC-4F90-AFB7-9BC557BA1573}"/>
              </a:ext>
            </a:extLst>
          </p:cNvPr>
          <p:cNvSpPr>
            <a:spLocks noGrp="1"/>
          </p:cNvSpPr>
          <p:nvPr>
            <p:ph type="ftr" sz="quarter" idx="14"/>
          </p:nvPr>
        </p:nvSpPr>
        <p:spPr/>
        <p:txBody>
          <a:bodyPr/>
          <a:lstStyle/>
          <a:p>
            <a:r>
              <a:rPr lang="en-US">
                <a:solidFill>
                  <a:schemeClr val="tx1"/>
                </a:solidFill>
                <a:cs typeface="Arial" panose="020B0604020202020204" pitchFamily="34" charset="0"/>
              </a:rPr>
              <a:t>© Cadence Design Systems, Inc. All rights reserved.</a:t>
            </a:r>
          </a:p>
        </p:txBody>
      </p:sp>
      <p:sp>
        <p:nvSpPr>
          <p:cNvPr id="6" name="Slide Number Placeholder 5">
            <a:extLst>
              <a:ext uri="{FF2B5EF4-FFF2-40B4-BE49-F238E27FC236}">
                <a16:creationId xmlns:a16="http://schemas.microsoft.com/office/drawing/2014/main" id="{61F539B4-B62E-450B-8A1E-91E4BC0CFF2A}"/>
              </a:ext>
            </a:extLst>
          </p:cNvPr>
          <p:cNvSpPr>
            <a:spLocks noGrp="1"/>
          </p:cNvSpPr>
          <p:nvPr>
            <p:ph type="sldNum" sz="quarter" idx="15"/>
          </p:nvPr>
        </p:nvSpPr>
        <p:spPr/>
        <p:txBody>
          <a:bodyPr/>
          <a:lstStyle/>
          <a:p>
            <a:fld id="{B6FA71F5-8E13-46C5-A63A-9121BEB3B8A9}" type="slidenum">
              <a:rPr lang="en-US" smtClean="0"/>
              <a:pPr/>
              <a:t>‹#›</a:t>
            </a:fld>
            <a:endParaRPr lang="en-US"/>
          </a:p>
        </p:txBody>
      </p:sp>
    </p:spTree>
    <p:custDataLst>
      <p:tags r:id="rId1"/>
    </p:custDataLst>
    <p:extLst>
      <p:ext uri="{BB962C8B-B14F-4D97-AF65-F5344CB8AC3E}">
        <p14:creationId xmlns:p14="http://schemas.microsoft.com/office/powerpoint/2010/main" val="683286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ox Only">
    <p:spTree>
      <p:nvGrpSpPr>
        <p:cNvPr id="1" name=""/>
        <p:cNvGrpSpPr/>
        <p:nvPr/>
      </p:nvGrpSpPr>
      <p:grpSpPr>
        <a:xfrm>
          <a:off x="0" y="0"/>
          <a:ext cx="0" cy="0"/>
          <a:chOff x="0" y="0"/>
          <a:chExt cx="0" cy="0"/>
        </a:xfrm>
      </p:grpSpPr>
      <p:sp>
        <p:nvSpPr>
          <p:cNvPr id="9" name="Content Placeholder 2"/>
          <p:cNvSpPr>
            <a:spLocks noGrp="1"/>
          </p:cNvSpPr>
          <p:nvPr>
            <p:ph idx="10" hasCustomPrompt="1"/>
          </p:nvPr>
        </p:nvSpPr>
        <p:spPr>
          <a:xfrm>
            <a:off x="640080" y="1005840"/>
            <a:ext cx="5120640" cy="27432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a:t>First level 20pt (insert: a brief intro that gives context when and where to apply procedure)</a:t>
            </a:r>
          </a:p>
          <a:p>
            <a:pPr marL="365760" lvl="1" indent="-274320">
              <a:buClr>
                <a:srgbClr val="147BD1"/>
              </a:buClr>
            </a:pPr>
            <a:r>
              <a:rPr lang="en-US"/>
              <a:t>Second level 18pt</a:t>
            </a:r>
          </a:p>
          <a:p>
            <a:pPr lvl="2">
              <a:buClr>
                <a:srgbClr val="147BD1"/>
              </a:buClr>
              <a:buSzPct val="100000"/>
            </a:pPr>
            <a:r>
              <a:rPr lang="en-US"/>
              <a:t>Third level 16pt</a:t>
            </a:r>
          </a:p>
        </p:txBody>
      </p:sp>
      <p:sp>
        <p:nvSpPr>
          <p:cNvPr id="4" name="Title 3"/>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23478DC9-5E4C-4C9B-8157-E7D3C3316F94}"/>
              </a:ext>
            </a:extLst>
          </p:cNvPr>
          <p:cNvSpPr>
            <a:spLocks noGrp="1"/>
          </p:cNvSpPr>
          <p:nvPr>
            <p:ph type="ftr" sz="quarter" idx="11"/>
          </p:nvPr>
        </p:nvSpPr>
        <p:spPr/>
        <p:txBody>
          <a:bodyPr/>
          <a:lstStyle/>
          <a:p>
            <a:r>
              <a:rPr lang="en-US">
                <a:solidFill>
                  <a:schemeClr val="tx1"/>
                </a:solidFill>
                <a:cs typeface="Arial" panose="020B0604020202020204" pitchFamily="34" charset="0"/>
              </a:rPr>
              <a:t>© Cadence Design Systems, Inc. All rights reserved.</a:t>
            </a:r>
          </a:p>
        </p:txBody>
      </p:sp>
      <p:sp>
        <p:nvSpPr>
          <p:cNvPr id="6" name="Slide Number Placeholder 5">
            <a:extLst>
              <a:ext uri="{FF2B5EF4-FFF2-40B4-BE49-F238E27FC236}">
                <a16:creationId xmlns:a16="http://schemas.microsoft.com/office/drawing/2014/main" id="{C5803C82-9158-4E23-9E4A-F2D03FF73E73}"/>
              </a:ext>
            </a:extLst>
          </p:cNvPr>
          <p:cNvSpPr>
            <a:spLocks noGrp="1"/>
          </p:cNvSpPr>
          <p:nvPr>
            <p:ph type="sldNum" sz="quarter" idx="12"/>
          </p:nvPr>
        </p:nvSpPr>
        <p:spPr/>
        <p:txBody>
          <a:bodyPr/>
          <a:lstStyle/>
          <a:p>
            <a:fld id="{B6FA71F5-8E13-46C5-A63A-9121BEB3B8A9}" type="slidenum">
              <a:rPr lang="en-US" smtClean="0"/>
              <a:pPr/>
              <a:t>‹#›</a:t>
            </a:fld>
            <a:endParaRPr lang="en-US"/>
          </a:p>
        </p:txBody>
      </p:sp>
    </p:spTree>
    <p:custDataLst>
      <p:tags r:id="rId1"/>
    </p:custDataLst>
    <p:extLst>
      <p:ext uri="{BB962C8B-B14F-4D97-AF65-F5344CB8AC3E}">
        <p14:creationId xmlns:p14="http://schemas.microsoft.com/office/powerpoint/2010/main" val="5619790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ox">
    <p:spTree>
      <p:nvGrpSpPr>
        <p:cNvPr id="1" name=""/>
        <p:cNvGrpSpPr/>
        <p:nvPr/>
      </p:nvGrpSpPr>
      <p:grpSpPr>
        <a:xfrm>
          <a:off x="0" y="0"/>
          <a:ext cx="0" cy="0"/>
          <a:chOff x="0" y="0"/>
          <a:chExt cx="0" cy="0"/>
        </a:xfrm>
      </p:grpSpPr>
      <p:sp>
        <p:nvSpPr>
          <p:cNvPr id="14" name="Content Placeholder 4">
            <a:extLst>
              <a:ext uri="{FF2B5EF4-FFF2-40B4-BE49-F238E27FC236}">
                <a16:creationId xmlns:a16="http://schemas.microsoft.com/office/drawing/2014/main" id="{DF84C0E8-A906-441E-92E6-9B935620E63F}"/>
              </a:ext>
            </a:extLst>
          </p:cNvPr>
          <p:cNvSpPr>
            <a:spLocks noGrp="1"/>
          </p:cNvSpPr>
          <p:nvPr>
            <p:ph idx="1" hasCustomPrompt="1"/>
          </p:nvPr>
        </p:nvSpPr>
        <p:spPr>
          <a:xfrm>
            <a:off x="5943600" y="1009356"/>
            <a:ext cx="5943600" cy="5486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stStyle>
          <a:p>
            <a:pPr lvl="0"/>
            <a:r>
              <a:rPr lang="en-US"/>
              <a:t>First level 20pt (insert either: static image, table, video – For videos, or when it doesn’t fit here, add a separate Title Only slide)</a:t>
            </a:r>
          </a:p>
          <a:p>
            <a:pPr lvl="1"/>
            <a:r>
              <a:rPr lang="en-US"/>
              <a:t>Second level 18pt</a:t>
            </a:r>
          </a:p>
          <a:p>
            <a:pPr lvl="2"/>
            <a:r>
              <a:rPr lang="en-US"/>
              <a:t>Third level 16pt</a:t>
            </a:r>
          </a:p>
          <a:p>
            <a:pPr lvl="3"/>
            <a:r>
              <a:rPr lang="en-US"/>
              <a:t>Fourth level 14pt</a:t>
            </a:r>
          </a:p>
        </p:txBody>
      </p:sp>
      <p:sp>
        <p:nvSpPr>
          <p:cNvPr id="15" name="Content Placeholder 3">
            <a:extLst>
              <a:ext uri="{FF2B5EF4-FFF2-40B4-BE49-F238E27FC236}">
                <a16:creationId xmlns:a16="http://schemas.microsoft.com/office/drawing/2014/main" id="{A731B7C3-130F-46CD-8A0C-EF412D94C096}"/>
              </a:ext>
            </a:extLst>
          </p:cNvPr>
          <p:cNvSpPr>
            <a:spLocks noGrp="1"/>
          </p:cNvSpPr>
          <p:nvPr>
            <p:ph idx="11" hasCustomPrompt="1"/>
          </p:nvPr>
        </p:nvSpPr>
        <p:spPr>
          <a:xfrm>
            <a:off x="274320" y="2468880"/>
            <a:ext cx="5577840" cy="402336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stStyle>
          <a:p>
            <a:pPr lvl="0"/>
            <a:r>
              <a:rPr lang="en-US"/>
              <a:t>First level 20pt (insert either: guideline, context, steps, solution, explanation)</a:t>
            </a:r>
          </a:p>
          <a:p>
            <a:pPr lvl="1"/>
            <a:r>
              <a:rPr lang="en-US"/>
              <a:t>Second level 18pt</a:t>
            </a:r>
          </a:p>
          <a:p>
            <a:pPr lvl="2"/>
            <a:r>
              <a:rPr lang="en-US"/>
              <a:t>Third level 16pt</a:t>
            </a:r>
          </a:p>
        </p:txBody>
      </p:sp>
      <p:sp>
        <p:nvSpPr>
          <p:cNvPr id="16" name="Content Placeholder 2">
            <a:extLst>
              <a:ext uri="{FF2B5EF4-FFF2-40B4-BE49-F238E27FC236}">
                <a16:creationId xmlns:a16="http://schemas.microsoft.com/office/drawing/2014/main" id="{E191D080-9783-4FA7-8BF7-A18F4AFB21C0}"/>
              </a:ext>
            </a:extLst>
          </p:cNvPr>
          <p:cNvSpPr>
            <a:spLocks noGrp="1"/>
          </p:cNvSpPr>
          <p:nvPr>
            <p:ph idx="10" hasCustomPrompt="1"/>
          </p:nvPr>
        </p:nvSpPr>
        <p:spPr>
          <a:xfrm>
            <a:off x="640080" y="1005840"/>
            <a:ext cx="521208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marL="182880" indent="-182880">
              <a:spcBef>
                <a:spcPts val="600"/>
              </a:spcBef>
              <a:defRPr lang="en-US" baseline="0" dirty="0">
                <a:solidFill>
                  <a:srgbClr val="333333"/>
                </a:solidFill>
              </a:defRPr>
            </a:lvl2pPr>
            <a:lvl3pPr>
              <a:defRPr lang="en-US" baseline="0" dirty="0">
                <a:solidFill>
                  <a:srgbClr val="333333"/>
                </a:solidFill>
              </a:defRPr>
            </a:lvl3pPr>
          </a:lstStyle>
          <a:p>
            <a:pPr lvl="0"/>
            <a:r>
              <a:rPr lang="en-US"/>
              <a:t>First level 20pt (add: scenario, definition, breadcrumb, context, problem, syntax)</a:t>
            </a:r>
          </a:p>
          <a:p>
            <a:pPr marL="365760" lvl="1" indent="-274320"/>
            <a:r>
              <a:rPr lang="en-US"/>
              <a:t>Second level 18pt</a:t>
            </a:r>
          </a:p>
        </p:txBody>
      </p:sp>
      <p:sp>
        <p:nvSpPr>
          <p:cNvPr id="19" name="Title 3">
            <a:extLst>
              <a:ext uri="{FF2B5EF4-FFF2-40B4-BE49-F238E27FC236}">
                <a16:creationId xmlns:a16="http://schemas.microsoft.com/office/drawing/2014/main" id="{7B8C9E1D-196B-4CA2-9A61-1678C01CA0E2}"/>
              </a:ext>
            </a:extLst>
          </p:cNvPr>
          <p:cNvSpPr>
            <a:spLocks noGrp="1"/>
          </p:cNvSpPr>
          <p:nvPr>
            <p:ph type="title"/>
          </p:nvPr>
        </p:nvSpPr>
        <p:spPr>
          <a:xfrm>
            <a:off x="274320" y="91440"/>
            <a:ext cx="11612880" cy="868680"/>
          </a:xfrm>
        </p:spPr>
        <p:txBody>
          <a:bodyPr/>
          <a:lstStyle/>
          <a:p>
            <a:r>
              <a:rPr lang="en-US"/>
              <a:t>Click to edit Master title style</a:t>
            </a:r>
          </a:p>
        </p:txBody>
      </p:sp>
      <p:sp>
        <p:nvSpPr>
          <p:cNvPr id="2" name="Footer Placeholder 1">
            <a:extLst>
              <a:ext uri="{FF2B5EF4-FFF2-40B4-BE49-F238E27FC236}">
                <a16:creationId xmlns:a16="http://schemas.microsoft.com/office/drawing/2014/main" id="{1EE7643B-8695-405A-BF19-FEC0A2ED9259}"/>
              </a:ext>
            </a:extLst>
          </p:cNvPr>
          <p:cNvSpPr>
            <a:spLocks noGrp="1"/>
          </p:cNvSpPr>
          <p:nvPr>
            <p:ph type="ftr" sz="quarter" idx="12"/>
          </p:nvPr>
        </p:nvSpPr>
        <p:spPr/>
        <p:txBody>
          <a:bodyPr/>
          <a:lstStyle/>
          <a:p>
            <a:r>
              <a:rPr lang="en-US">
                <a:solidFill>
                  <a:schemeClr val="tx1"/>
                </a:solidFill>
                <a:cs typeface="Arial" panose="020B0604020202020204" pitchFamily="34" charset="0"/>
              </a:rPr>
              <a:t>© Cadence Design Systems, Inc. All rights reserved.</a:t>
            </a:r>
          </a:p>
        </p:txBody>
      </p:sp>
      <p:sp>
        <p:nvSpPr>
          <p:cNvPr id="3" name="Slide Number Placeholder 2">
            <a:extLst>
              <a:ext uri="{FF2B5EF4-FFF2-40B4-BE49-F238E27FC236}">
                <a16:creationId xmlns:a16="http://schemas.microsoft.com/office/drawing/2014/main" id="{11177E20-32E7-4629-9984-E538F6962752}"/>
              </a:ext>
            </a:extLst>
          </p:cNvPr>
          <p:cNvSpPr>
            <a:spLocks noGrp="1"/>
          </p:cNvSpPr>
          <p:nvPr>
            <p:ph type="sldNum" sz="quarter" idx="13"/>
          </p:nvPr>
        </p:nvSpPr>
        <p:spPr/>
        <p:txBody>
          <a:bodyPr/>
          <a:lstStyle/>
          <a:p>
            <a:fld id="{B6FA71F5-8E13-46C5-A63A-9121BEB3B8A9}" type="slidenum">
              <a:rPr lang="en-US" smtClean="0"/>
              <a:pPr/>
              <a:t>‹#›</a:t>
            </a:fld>
            <a:endParaRPr lang="en-US"/>
          </a:p>
        </p:txBody>
      </p:sp>
    </p:spTree>
    <p:custDataLst>
      <p:tags r:id="rId1"/>
    </p:custDataLst>
    <p:extLst>
      <p:ext uri="{BB962C8B-B14F-4D97-AF65-F5344CB8AC3E}">
        <p14:creationId xmlns:p14="http://schemas.microsoft.com/office/powerpoint/2010/main" val="35955740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oxes">
    <p:spTree>
      <p:nvGrpSpPr>
        <p:cNvPr id="1" name=""/>
        <p:cNvGrpSpPr/>
        <p:nvPr/>
      </p:nvGrpSpPr>
      <p:grpSpPr>
        <a:xfrm>
          <a:off x="0" y="0"/>
          <a:ext cx="0" cy="0"/>
          <a:chOff x="0" y="0"/>
          <a:chExt cx="0" cy="0"/>
        </a:xfrm>
      </p:grpSpPr>
      <p:sp>
        <p:nvSpPr>
          <p:cNvPr id="11" name="Content Placeholder 2"/>
          <p:cNvSpPr>
            <a:spLocks noGrp="1"/>
          </p:cNvSpPr>
          <p:nvPr>
            <p:ph idx="11" hasCustomPrompt="1"/>
          </p:nvPr>
        </p:nvSpPr>
        <p:spPr>
          <a:xfrm>
            <a:off x="276128" y="2468880"/>
            <a:ext cx="5760720" cy="4023360"/>
          </a:xfrm>
          <a:prstGeom prst="rect">
            <a:avLst/>
          </a:prstGeom>
        </p:spPr>
        <p:txBody>
          <a:bodyPr vert="horz" lIns="91440" tIns="91440" rIns="91440" bIns="91440" rtlCol="0">
            <a:normAutofit/>
          </a:bodyPr>
          <a:lstStyle>
            <a:lvl1pPr>
              <a:defRPr lang="en-US" dirty="0"/>
            </a:lvl1pPr>
            <a:lvl2pPr>
              <a:defRPr/>
            </a:lvl2pPr>
          </a:lstStyle>
          <a:p>
            <a:pPr lvl="0"/>
            <a:r>
              <a:rPr lang="en-US"/>
              <a:t>First level 20pt (insert either: guideline, context, solution, answer)</a:t>
            </a:r>
          </a:p>
          <a:p>
            <a:pPr lvl="1"/>
            <a:r>
              <a:rPr lang="en-US"/>
              <a:t>Second level 18pt</a:t>
            </a:r>
          </a:p>
          <a:p>
            <a:pPr lvl="2"/>
            <a:r>
              <a:rPr lang="en-US"/>
              <a:t>Third level 16pt</a:t>
            </a:r>
          </a:p>
        </p:txBody>
      </p:sp>
      <p:sp>
        <p:nvSpPr>
          <p:cNvPr id="9" name="Content Placeholder 2"/>
          <p:cNvSpPr>
            <a:spLocks noGrp="1"/>
          </p:cNvSpPr>
          <p:nvPr>
            <p:ph idx="10" hasCustomPrompt="1"/>
          </p:nvPr>
        </p:nvSpPr>
        <p:spPr>
          <a:xfrm>
            <a:off x="640080" y="1005840"/>
            <a:ext cx="539496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a:t>First level 20pt (insert either: scenario, definition, problem, question)</a:t>
            </a:r>
          </a:p>
          <a:p>
            <a:pPr marL="365760" lvl="1" indent="-274320">
              <a:buClr>
                <a:srgbClr val="147BD1"/>
              </a:buClr>
            </a:pPr>
            <a:r>
              <a:rPr lang="en-US"/>
              <a:t>Second level 18pt</a:t>
            </a:r>
          </a:p>
        </p:txBody>
      </p:sp>
      <p:sp>
        <p:nvSpPr>
          <p:cNvPr id="15" name="Content Placeholder 2"/>
          <p:cNvSpPr>
            <a:spLocks noGrp="1"/>
          </p:cNvSpPr>
          <p:nvPr>
            <p:ph idx="12" hasCustomPrompt="1"/>
          </p:nvPr>
        </p:nvSpPr>
        <p:spPr>
          <a:xfrm>
            <a:off x="6126480" y="2468880"/>
            <a:ext cx="5760720" cy="4023360"/>
          </a:xfrm>
          <a:prstGeom prst="rect">
            <a:avLst/>
          </a:prstGeom>
        </p:spPr>
        <p:txBody>
          <a:bodyPr vert="horz" lIns="91440" tIns="91440" rIns="91440" bIns="91440" rtlCol="0">
            <a:normAutofit/>
          </a:bodyPr>
          <a:lstStyle>
            <a:lvl1pPr>
              <a:defRPr lang="en-US" dirty="0"/>
            </a:lvl1pPr>
            <a:lvl2pPr>
              <a:defRPr/>
            </a:lvl2pPr>
          </a:lstStyle>
          <a:p>
            <a:pPr lvl="0"/>
            <a:r>
              <a:rPr lang="en-US"/>
              <a:t>First level 20pt (insert either: guideline, context, solution, answer)</a:t>
            </a:r>
          </a:p>
          <a:p>
            <a:pPr lvl="1"/>
            <a:r>
              <a:rPr lang="en-US"/>
              <a:t>Second level 18pt</a:t>
            </a:r>
          </a:p>
          <a:p>
            <a:pPr lvl="2"/>
            <a:r>
              <a:rPr lang="en-US"/>
              <a:t>Third level 16pt</a:t>
            </a:r>
          </a:p>
        </p:txBody>
      </p:sp>
      <p:sp>
        <p:nvSpPr>
          <p:cNvPr id="16" name="Content Placeholder 2"/>
          <p:cNvSpPr>
            <a:spLocks noGrp="1"/>
          </p:cNvSpPr>
          <p:nvPr>
            <p:ph idx="13" hasCustomPrompt="1"/>
          </p:nvPr>
        </p:nvSpPr>
        <p:spPr>
          <a:xfrm>
            <a:off x="6492240" y="1005840"/>
            <a:ext cx="539496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a:t>First level 20pt (insert either: scenario, definition, problem, question)</a:t>
            </a:r>
          </a:p>
          <a:p>
            <a:pPr marL="365760" lvl="1" indent="-274320">
              <a:buClr>
                <a:srgbClr val="147BD1"/>
              </a:buClr>
            </a:pPr>
            <a:r>
              <a:rPr lang="en-US"/>
              <a:t>Second level 18pt</a:t>
            </a:r>
          </a:p>
        </p:txBody>
      </p:sp>
      <p:sp>
        <p:nvSpPr>
          <p:cNvPr id="4" name="Title 3"/>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37018B6B-921D-42B5-86E6-04F914D96B06}"/>
              </a:ext>
            </a:extLst>
          </p:cNvPr>
          <p:cNvSpPr>
            <a:spLocks noGrp="1"/>
          </p:cNvSpPr>
          <p:nvPr>
            <p:ph type="ftr" sz="quarter" idx="14"/>
          </p:nvPr>
        </p:nvSpPr>
        <p:spPr/>
        <p:txBody>
          <a:bodyPr/>
          <a:lstStyle/>
          <a:p>
            <a:r>
              <a:rPr lang="en-US">
                <a:solidFill>
                  <a:schemeClr val="tx1"/>
                </a:solidFill>
                <a:cs typeface="Arial" panose="020B0604020202020204" pitchFamily="34" charset="0"/>
              </a:rPr>
              <a:t>© Cadence Design Systems, Inc. All rights reserved.</a:t>
            </a:r>
          </a:p>
        </p:txBody>
      </p:sp>
      <p:sp>
        <p:nvSpPr>
          <p:cNvPr id="6" name="Slide Number Placeholder 5">
            <a:extLst>
              <a:ext uri="{FF2B5EF4-FFF2-40B4-BE49-F238E27FC236}">
                <a16:creationId xmlns:a16="http://schemas.microsoft.com/office/drawing/2014/main" id="{E26CB714-7EB5-487D-AAAC-F387F48C5FDD}"/>
              </a:ext>
            </a:extLst>
          </p:cNvPr>
          <p:cNvSpPr>
            <a:spLocks noGrp="1"/>
          </p:cNvSpPr>
          <p:nvPr>
            <p:ph type="sldNum" sz="quarter" idx="15"/>
          </p:nvPr>
        </p:nvSpPr>
        <p:spPr/>
        <p:txBody>
          <a:bodyPr/>
          <a:lstStyle/>
          <a:p>
            <a:fld id="{B6FA71F5-8E13-46C5-A63A-9121BEB3B8A9}" type="slidenum">
              <a:rPr lang="en-US" smtClean="0"/>
              <a:pPr/>
              <a:t>‹#›</a:t>
            </a:fld>
            <a:endParaRPr lang="en-US"/>
          </a:p>
        </p:txBody>
      </p:sp>
    </p:spTree>
    <p:custDataLst>
      <p:tags r:id="rId1"/>
    </p:custDataLst>
    <p:extLst>
      <p:ext uri="{BB962C8B-B14F-4D97-AF65-F5344CB8AC3E}">
        <p14:creationId xmlns:p14="http://schemas.microsoft.com/office/powerpoint/2010/main" val="30413805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oxes_Combined">
    <p:spTree>
      <p:nvGrpSpPr>
        <p:cNvPr id="1" name=""/>
        <p:cNvGrpSpPr/>
        <p:nvPr/>
      </p:nvGrpSpPr>
      <p:grpSpPr>
        <a:xfrm>
          <a:off x="0" y="0"/>
          <a:ext cx="0" cy="0"/>
          <a:chOff x="0" y="0"/>
          <a:chExt cx="0" cy="0"/>
        </a:xfrm>
      </p:grpSpPr>
      <p:sp>
        <p:nvSpPr>
          <p:cNvPr id="11" name="Content Placeholder 2"/>
          <p:cNvSpPr>
            <a:spLocks noGrp="1"/>
          </p:cNvSpPr>
          <p:nvPr>
            <p:ph idx="11" hasCustomPrompt="1"/>
          </p:nvPr>
        </p:nvSpPr>
        <p:spPr>
          <a:xfrm>
            <a:off x="276128" y="4480560"/>
            <a:ext cx="5760720" cy="2011680"/>
          </a:xfrm>
          <a:prstGeom prst="rect">
            <a:avLst/>
          </a:prstGeom>
        </p:spPr>
        <p:txBody>
          <a:bodyPr vert="horz" lIns="91440" tIns="91440" rIns="91440" bIns="91440" rtlCol="0">
            <a:normAutofit/>
          </a:bodyPr>
          <a:lstStyle>
            <a:lvl1pPr>
              <a:defRPr lang="en-US" dirty="0"/>
            </a:lvl1pPr>
            <a:lvl2pPr>
              <a:defRPr/>
            </a:lvl2pPr>
          </a:lstStyle>
          <a:p>
            <a:pPr lvl="0"/>
            <a:r>
              <a:rPr lang="en-US"/>
              <a:t>First level 20pt (insert: visual)</a:t>
            </a:r>
          </a:p>
          <a:p>
            <a:pPr lvl="1"/>
            <a:r>
              <a:rPr lang="en-US"/>
              <a:t>Second level 18pt</a:t>
            </a:r>
          </a:p>
          <a:p>
            <a:pPr lvl="2"/>
            <a:r>
              <a:rPr lang="en-US"/>
              <a:t>Third level 16pt</a:t>
            </a:r>
          </a:p>
        </p:txBody>
      </p:sp>
      <p:sp>
        <p:nvSpPr>
          <p:cNvPr id="9" name="Content Placeholder 2"/>
          <p:cNvSpPr>
            <a:spLocks noGrp="1"/>
          </p:cNvSpPr>
          <p:nvPr>
            <p:ph idx="10" hasCustomPrompt="1"/>
          </p:nvPr>
        </p:nvSpPr>
        <p:spPr>
          <a:xfrm>
            <a:off x="640080" y="1005840"/>
            <a:ext cx="539496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a:t>20pt (insert: tool menu bread crumbs)</a:t>
            </a:r>
          </a:p>
        </p:txBody>
      </p:sp>
      <p:sp>
        <p:nvSpPr>
          <p:cNvPr id="16" name="Content Placeholder 2"/>
          <p:cNvSpPr>
            <a:spLocks noGrp="1"/>
          </p:cNvSpPr>
          <p:nvPr>
            <p:ph idx="13" hasCustomPrompt="1"/>
          </p:nvPr>
        </p:nvSpPr>
        <p:spPr>
          <a:xfrm>
            <a:off x="6492240" y="1005840"/>
            <a:ext cx="539496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sz="1800" b="1" baseline="0" dirty="0">
                <a:solidFill>
                  <a:srgbClr val="333333"/>
                </a:solidFill>
                <a:latin typeface="Courier New" panose="02070309020205020404" pitchFamily="49" charset="0"/>
                <a:cs typeface="Courier New" panose="02070309020205020404" pitchFamily="49" charset="0"/>
              </a:defRPr>
            </a:lvl1pPr>
            <a:lvl2pPr marL="91440" indent="0">
              <a:buNone/>
              <a:defRPr lang="en-US" sz="1600" b="1" baseline="0" dirty="0">
                <a:solidFill>
                  <a:srgbClr val="333333"/>
                </a:solidFill>
                <a:latin typeface="Courier New" panose="02070309020205020404" pitchFamily="49" charset="0"/>
                <a:cs typeface="Courier New" panose="02070309020205020404" pitchFamily="49" charset="0"/>
              </a:defRPr>
            </a:lvl2pPr>
            <a:lvl3pPr marL="365760" indent="0">
              <a:buNone/>
              <a:defRPr lang="en-US" sz="1400" baseline="0" dirty="0">
                <a:solidFill>
                  <a:srgbClr val="333333"/>
                </a:solidFill>
                <a:latin typeface="Courier New" panose="02070309020205020404" pitchFamily="49" charset="0"/>
                <a:cs typeface="Courier New" panose="02070309020205020404" pitchFamily="49" charset="0"/>
              </a:defRPr>
            </a:lvl3pPr>
          </a:lstStyle>
          <a:p>
            <a:pPr lvl="0"/>
            <a:r>
              <a:rPr lang="en-US"/>
              <a:t>18pt (insert: command syntax)</a:t>
            </a:r>
          </a:p>
          <a:p>
            <a:pPr marL="365760" lvl="1" indent="-274320">
              <a:buClr>
                <a:srgbClr val="147BD1"/>
              </a:buClr>
            </a:pPr>
            <a:r>
              <a:rPr lang="en-US"/>
              <a:t>Second level 16pt</a:t>
            </a:r>
          </a:p>
          <a:p>
            <a:pPr lvl="2">
              <a:buClr>
                <a:srgbClr val="147BD1"/>
              </a:buClr>
              <a:buSzPct val="100000"/>
            </a:pPr>
            <a:r>
              <a:rPr lang="en-US"/>
              <a:t>Third level 14t</a:t>
            </a:r>
          </a:p>
        </p:txBody>
      </p:sp>
      <p:sp>
        <p:nvSpPr>
          <p:cNvPr id="4" name="Title 3"/>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37018B6B-921D-42B5-86E6-04F914D96B06}"/>
              </a:ext>
            </a:extLst>
          </p:cNvPr>
          <p:cNvSpPr>
            <a:spLocks noGrp="1"/>
          </p:cNvSpPr>
          <p:nvPr>
            <p:ph type="ftr"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p>
        </p:txBody>
      </p:sp>
      <p:sp>
        <p:nvSpPr>
          <p:cNvPr id="6" name="Slide Number Placeholder 5">
            <a:extLst>
              <a:ext uri="{FF2B5EF4-FFF2-40B4-BE49-F238E27FC236}">
                <a16:creationId xmlns:a16="http://schemas.microsoft.com/office/drawing/2014/main" id="{E26CB714-7EB5-487D-AAAC-F387F48C5FDD}"/>
              </a:ext>
            </a:extLst>
          </p:cNvPr>
          <p:cNvSpPr>
            <a:spLocks noGrp="1"/>
          </p:cNvSpPr>
          <p:nvPr>
            <p:ph type="sldNum" sz="quarter" idx="1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endParaRPr>
          </a:p>
        </p:txBody>
      </p:sp>
      <p:sp>
        <p:nvSpPr>
          <p:cNvPr id="10" name="Content Placeholder 2">
            <a:extLst>
              <a:ext uri="{FF2B5EF4-FFF2-40B4-BE49-F238E27FC236}">
                <a16:creationId xmlns:a16="http://schemas.microsoft.com/office/drawing/2014/main" id="{6B64A980-B508-4E30-A950-8C5F31936D59}"/>
              </a:ext>
            </a:extLst>
          </p:cNvPr>
          <p:cNvSpPr>
            <a:spLocks noGrp="1"/>
          </p:cNvSpPr>
          <p:nvPr>
            <p:ph idx="16" hasCustomPrompt="1"/>
          </p:nvPr>
        </p:nvSpPr>
        <p:spPr>
          <a:xfrm>
            <a:off x="274319" y="2468880"/>
            <a:ext cx="11612879" cy="2011680"/>
          </a:xfrm>
          <a:prstGeom prst="rect">
            <a:avLst/>
          </a:prstGeom>
        </p:spPr>
        <p:txBody>
          <a:bodyPr vert="horz" lIns="91440" tIns="91440" rIns="91440" bIns="91440" rtlCol="0">
            <a:normAutofit/>
          </a:bodyPr>
          <a:lstStyle>
            <a:lvl1pPr>
              <a:defRPr lang="en-US" dirty="0"/>
            </a:lvl1pPr>
            <a:lvl2pPr>
              <a:defRPr/>
            </a:lvl2pPr>
          </a:lstStyle>
          <a:p>
            <a:pPr lvl="0"/>
            <a:r>
              <a:rPr lang="en-US"/>
              <a:t>First level 20pt (insert: guidelines, explanation, or usage)</a:t>
            </a:r>
          </a:p>
          <a:p>
            <a:pPr lvl="1"/>
            <a:r>
              <a:rPr lang="en-US"/>
              <a:t>Second level 18pt</a:t>
            </a:r>
          </a:p>
          <a:p>
            <a:pPr lvl="2"/>
            <a:r>
              <a:rPr lang="en-US"/>
              <a:t>Third level 16pt</a:t>
            </a:r>
          </a:p>
        </p:txBody>
      </p:sp>
      <p:sp>
        <p:nvSpPr>
          <p:cNvPr id="12" name="Content Placeholder 2">
            <a:extLst>
              <a:ext uri="{FF2B5EF4-FFF2-40B4-BE49-F238E27FC236}">
                <a16:creationId xmlns:a16="http://schemas.microsoft.com/office/drawing/2014/main" id="{C49B4D86-75D2-4B6E-9DDF-044A0D74A18D}"/>
              </a:ext>
            </a:extLst>
          </p:cNvPr>
          <p:cNvSpPr>
            <a:spLocks noGrp="1"/>
          </p:cNvSpPr>
          <p:nvPr>
            <p:ph idx="17" hasCustomPrompt="1"/>
          </p:nvPr>
        </p:nvSpPr>
        <p:spPr>
          <a:xfrm>
            <a:off x="6126478" y="4480560"/>
            <a:ext cx="5760720" cy="2011680"/>
          </a:xfrm>
          <a:prstGeom prst="rect">
            <a:avLst/>
          </a:prstGeom>
          <a:noFill/>
        </p:spPr>
        <p:txBody>
          <a:bodyPr>
            <a:normAutofit/>
          </a:bodyPr>
          <a:lstStyle>
            <a:lvl1pPr marL="0" indent="0">
              <a:buClr>
                <a:srgbClr val="E31837"/>
              </a:buClr>
              <a:buNone/>
              <a:defRPr sz="1800" b="1" i="0" baseline="0">
                <a:solidFill>
                  <a:srgbClr val="147BD1"/>
                </a:solidFill>
                <a:latin typeface="Courier New" charset="0"/>
                <a:ea typeface="Courier New" charset="0"/>
                <a:cs typeface="Courier New" charset="0"/>
              </a:defRPr>
            </a:lvl1pPr>
            <a:lvl2pPr marL="365760" indent="-274320">
              <a:spcBef>
                <a:spcPts val="600"/>
              </a:spcBef>
              <a:buFont typeface="Arial" panose="020B0604020202020204" pitchFamily="34" charset="0"/>
              <a:buNone/>
              <a:defRPr sz="1600" b="1" i="0">
                <a:solidFill>
                  <a:srgbClr val="147BD1"/>
                </a:solidFill>
                <a:latin typeface="Courier New" charset="0"/>
                <a:ea typeface="Courier New" charset="0"/>
                <a:cs typeface="Courier New" charset="0"/>
              </a:defRPr>
            </a:lvl2pPr>
            <a:lvl3pPr marL="640080" indent="-274320">
              <a:spcBef>
                <a:spcPts val="600"/>
              </a:spcBef>
              <a:buFont typeface="Arial" panose="020B0604020202020204" pitchFamily="34" charset="0"/>
              <a:buNone/>
              <a:defRPr sz="1400" b="1" i="0">
                <a:solidFill>
                  <a:srgbClr val="147BD1"/>
                </a:solidFill>
                <a:latin typeface="Courier New" charset="0"/>
                <a:ea typeface="Courier New" charset="0"/>
                <a:cs typeface="Courier New" charset="0"/>
              </a:defRPr>
            </a:lvl3pPr>
            <a:lvl4pPr marL="914400" indent="-274320">
              <a:spcBef>
                <a:spcPts val="600"/>
              </a:spcBef>
              <a:buFont typeface="Arial" panose="020B0604020202020204" pitchFamily="34" charset="0"/>
              <a:buNone/>
              <a:defRPr sz="1200" b="1" i="0">
                <a:solidFill>
                  <a:srgbClr val="147BD1"/>
                </a:solidFill>
                <a:latin typeface="Courier New" charset="0"/>
                <a:ea typeface="Courier New" charset="0"/>
                <a:cs typeface="Courier New" charset="0"/>
              </a:defRPr>
            </a:lvl4pPr>
            <a:lvl5pPr>
              <a:defRPr>
                <a:latin typeface="Arial" panose="020B0604020202020204" pitchFamily="34" charset="0"/>
                <a:cs typeface="Arial" panose="020B0604020202020204" pitchFamily="34" charset="0"/>
              </a:defRPr>
            </a:lvl5pPr>
          </a:lstStyle>
          <a:p>
            <a:pPr lvl="0"/>
            <a:r>
              <a:rPr lang="en-US"/>
              <a:t>First level 18pt (insert: command example)</a:t>
            </a:r>
          </a:p>
          <a:p>
            <a:pPr lvl="1"/>
            <a:r>
              <a:rPr lang="en-US"/>
              <a:t>Second level 16pt</a:t>
            </a:r>
          </a:p>
          <a:p>
            <a:pPr lvl="2"/>
            <a:r>
              <a:rPr lang="en-US"/>
              <a:t>Third level 14 </a:t>
            </a:r>
            <a:r>
              <a:rPr lang="en-US" err="1"/>
              <a:t>pt</a:t>
            </a:r>
            <a:endParaRPr lang="en-US"/>
          </a:p>
          <a:p>
            <a:pPr lvl="3"/>
            <a:r>
              <a:rPr lang="en-US"/>
              <a:t>Fourth level 12 </a:t>
            </a:r>
            <a:r>
              <a:rPr lang="en-US" err="1"/>
              <a:t>pt</a:t>
            </a:r>
            <a:endParaRPr lang="en-US"/>
          </a:p>
        </p:txBody>
      </p:sp>
    </p:spTree>
    <p:custDataLst>
      <p:tags r:id="rId1"/>
    </p:custDataLst>
    <p:extLst>
      <p:ext uri="{BB962C8B-B14F-4D97-AF65-F5344CB8AC3E}">
        <p14:creationId xmlns:p14="http://schemas.microsoft.com/office/powerpoint/2010/main" val="36003311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de Bar">
    <p:spTree>
      <p:nvGrpSpPr>
        <p:cNvPr id="1" name=""/>
        <p:cNvGrpSpPr/>
        <p:nvPr/>
      </p:nvGrpSpPr>
      <p:grpSpPr>
        <a:xfrm>
          <a:off x="0" y="0"/>
          <a:ext cx="0" cy="0"/>
          <a:chOff x="0" y="0"/>
          <a:chExt cx="0" cy="0"/>
        </a:xfrm>
      </p:grpSpPr>
      <p:sp>
        <p:nvSpPr>
          <p:cNvPr id="3" name="Content Placeholder 4"/>
          <p:cNvSpPr>
            <a:spLocks noGrp="1"/>
          </p:cNvSpPr>
          <p:nvPr>
            <p:ph idx="1" hasCustomPrompt="1"/>
          </p:nvPr>
        </p:nvSpPr>
        <p:spPr>
          <a:xfrm>
            <a:off x="274320" y="4480560"/>
            <a:ext cx="11612880" cy="2011680"/>
          </a:xfrm>
          <a:prstGeom prst="rect">
            <a:avLst/>
          </a:prstGeom>
        </p:spPr>
        <p:txBody>
          <a:bodyPr vert="horz" lIns="91440" tIns="91440" rIns="91440" bIns="91440" rtlCol="0">
            <a:normAutofit/>
          </a:bodyPr>
          <a:lstStyle>
            <a:lvl1pPr>
              <a:defRPr lang="en-US" sz="1800" b="1" kern="1200" dirty="0" smtClean="0">
                <a:solidFill>
                  <a:srgbClr val="147BD1"/>
                </a:solidFill>
                <a:latin typeface="Courier New" panose="02070309020205020404" pitchFamily="49" charset="0"/>
                <a:ea typeface="+mn-ea"/>
                <a:cs typeface="Courier New" panose="02070309020205020404" pitchFamily="49" charset="0"/>
              </a:defRPr>
            </a:lvl1pPr>
            <a:lvl2pPr>
              <a:defRPr lang="en-US" sz="1600" b="1" kern="1200" dirty="0" smtClean="0">
                <a:solidFill>
                  <a:srgbClr val="147BD1"/>
                </a:solidFill>
                <a:latin typeface="Courier New" panose="02070309020205020404" pitchFamily="49" charset="0"/>
                <a:ea typeface="+mn-ea"/>
                <a:cs typeface="Courier New" panose="02070309020205020404" pitchFamily="49" charset="0"/>
              </a:defRPr>
            </a:lvl2pPr>
            <a:lvl3pPr>
              <a:defRPr lang="en-US" sz="1400" b="1" kern="1200" dirty="0" smtClean="0">
                <a:solidFill>
                  <a:srgbClr val="147BD1"/>
                </a:solidFill>
                <a:latin typeface="Courier New" panose="02070309020205020404" pitchFamily="49" charset="0"/>
                <a:ea typeface="+mn-ea"/>
                <a:cs typeface="Courier New" panose="02070309020205020404" pitchFamily="49" charset="0"/>
              </a:defRPr>
            </a:lvl3pPr>
            <a:lvl4pPr>
              <a:defRPr lang="en-US" sz="1200" b="1" kern="1200" dirty="0">
                <a:solidFill>
                  <a:srgbClr val="147BD1"/>
                </a:solidFill>
                <a:latin typeface="Courier New" panose="02070309020205020404" pitchFamily="49" charset="0"/>
                <a:ea typeface="+mn-ea"/>
                <a:cs typeface="Courier New" panose="02070309020205020404" pitchFamily="49" charset="0"/>
              </a:defRPr>
            </a:lvl4pPr>
          </a:lstStyle>
          <a:p>
            <a:pPr marL="0" lvl="0" indent="0" algn="l" defTabSz="914400" rtl="0" eaLnBrk="1" latinLnBrk="0" hangingPunct="1">
              <a:lnSpc>
                <a:spcPct val="100000"/>
              </a:lnSpc>
              <a:spcBef>
                <a:spcPts val="1000"/>
              </a:spcBef>
              <a:buFontTx/>
              <a:buNone/>
            </a:pPr>
            <a:r>
              <a:rPr lang="en-US"/>
              <a:t>First level 18pt (insert: example of code or script highlighting construct)</a:t>
            </a:r>
          </a:p>
          <a:p>
            <a:pPr marL="91440" marR="0" lvl="1" indent="0" algn="l" defTabSz="914400" rtl="0" eaLnBrk="1" fontAlgn="auto" latinLnBrk="0" hangingPunct="1">
              <a:lnSpc>
                <a:spcPct val="100000"/>
              </a:lnSpc>
              <a:spcBef>
                <a:spcPts val="1200"/>
              </a:spcBef>
              <a:spcAft>
                <a:spcPts val="0"/>
              </a:spcAft>
              <a:buClr>
                <a:srgbClr val="147BD1"/>
              </a:buClr>
              <a:buSzPct val="100000"/>
              <a:buFontTx/>
              <a:buNone/>
              <a:tabLst/>
            </a:pPr>
            <a:r>
              <a:rPr lang="en-US"/>
              <a:t>Second level 16pt</a:t>
            </a:r>
          </a:p>
          <a:p>
            <a:pPr marL="353060" marR="0" lvl="2" indent="0" algn="l" defTabSz="914400" rtl="0" eaLnBrk="1" fontAlgn="auto" latinLnBrk="0" hangingPunct="1">
              <a:lnSpc>
                <a:spcPct val="100000"/>
              </a:lnSpc>
              <a:spcBef>
                <a:spcPts val="1200"/>
              </a:spcBef>
              <a:spcAft>
                <a:spcPts val="0"/>
              </a:spcAft>
              <a:buClr>
                <a:srgbClr val="147BD1"/>
              </a:buClr>
              <a:buSzPct val="100000"/>
              <a:buFontTx/>
              <a:buNone/>
              <a:tabLst/>
            </a:pPr>
            <a:r>
              <a:rPr lang="en-US"/>
              <a:t>Third level 14pt</a:t>
            </a:r>
          </a:p>
          <a:p>
            <a:pPr marL="627380" marR="0" lvl="3" indent="0" algn="l" defTabSz="914400" rtl="0" eaLnBrk="1" fontAlgn="auto" latinLnBrk="0" hangingPunct="1">
              <a:lnSpc>
                <a:spcPct val="100000"/>
              </a:lnSpc>
              <a:spcBef>
                <a:spcPts val="1200"/>
              </a:spcBef>
              <a:spcAft>
                <a:spcPts val="0"/>
              </a:spcAft>
              <a:buClr>
                <a:srgbClr val="147BD1"/>
              </a:buClr>
              <a:buSzPct val="100000"/>
              <a:buFontTx/>
              <a:buNone/>
              <a:tabLst/>
            </a:pPr>
            <a:r>
              <a:rPr lang="en-US"/>
              <a:t>Fourth level 12pt</a:t>
            </a:r>
          </a:p>
        </p:txBody>
      </p:sp>
      <p:sp>
        <p:nvSpPr>
          <p:cNvPr id="11" name="Content Placeholder 3"/>
          <p:cNvSpPr>
            <a:spLocks noGrp="1"/>
          </p:cNvSpPr>
          <p:nvPr>
            <p:ph idx="11" hasCustomPrompt="1"/>
          </p:nvPr>
        </p:nvSpPr>
        <p:spPr>
          <a:xfrm>
            <a:off x="274320" y="2468880"/>
            <a:ext cx="11612880" cy="2011680"/>
          </a:xfrm>
          <a:prstGeom prst="rect">
            <a:avLst/>
          </a:prstGeom>
        </p:spPr>
        <p:txBody>
          <a:bodyPr vert="horz" lIns="91440" tIns="91440" rIns="91440" bIns="91440" rtlCol="0">
            <a:normAutofit/>
          </a:bodyPr>
          <a:lstStyle>
            <a:lvl1pPr marL="0" indent="0" algn="l" defTabSz="914400" rtl="0" eaLnBrk="1" latinLnBrk="0" hangingPunct="1">
              <a:lnSpc>
                <a:spcPct val="100000"/>
              </a:lnSpc>
              <a:spcBef>
                <a:spcPts val="1000"/>
              </a:spcBef>
              <a:buFontTx/>
              <a:buNone/>
              <a:defRPr lang="en-US" sz="2000" kern="1200" dirty="0" smtClean="0">
                <a:solidFill>
                  <a:schemeClr val="tx1"/>
                </a:solidFill>
                <a:latin typeface="+mn-lt"/>
                <a:ea typeface="+mn-ea"/>
                <a:cs typeface="+mn-cs"/>
              </a:defRPr>
            </a:lvl1pPr>
            <a:lvl2pPr marL="378460" indent="-285750">
              <a:defRPr lang="en-US" sz="1800" kern="1200" dirty="0">
                <a:solidFill>
                  <a:schemeClr val="tx1"/>
                </a:solidFill>
                <a:latin typeface="+mn-lt"/>
                <a:ea typeface="+mn-ea"/>
                <a:cs typeface="+mn-cs"/>
              </a:defRPr>
            </a:lvl2pPr>
            <a:lvl3pPr marL="640080" indent="-274320">
              <a:defRPr lang="en-US" sz="1600" kern="1200" dirty="0">
                <a:solidFill>
                  <a:schemeClr val="tx1"/>
                </a:solidFill>
                <a:latin typeface="+mn-lt"/>
                <a:ea typeface="+mn-ea"/>
                <a:cs typeface="+mn-cs"/>
              </a:defRPr>
            </a:lvl3pPr>
            <a:lvl4pPr marL="914400" indent="-274320">
              <a:defRPr kumimoji="0" lang="en-US" sz="1400" b="0" i="0" u="none" strike="noStrike" kern="1200" cap="none" spc="0" normalizeH="0" baseline="0" dirty="0">
                <a:ln>
                  <a:noFill/>
                </a:ln>
                <a:solidFill>
                  <a:srgbClr val="000000"/>
                </a:solidFill>
                <a:effectLst/>
                <a:uLnTx/>
                <a:uFillTx/>
                <a:latin typeface="+mn-lt"/>
                <a:ea typeface="+mn-ea"/>
                <a:cs typeface="+mn-cs"/>
              </a:defRPr>
            </a:lvl4pPr>
          </a:lstStyle>
          <a:p>
            <a:pPr marL="0" lvl="0" indent="0" algn="l" defTabSz="914400" rtl="0" eaLnBrk="1" latinLnBrk="0" hangingPunct="1">
              <a:lnSpc>
                <a:spcPct val="100000"/>
              </a:lnSpc>
              <a:spcBef>
                <a:spcPts val="1000"/>
              </a:spcBef>
              <a:buFontTx/>
              <a:buNone/>
            </a:pPr>
            <a:r>
              <a:rPr lang="en-US"/>
              <a:t>First level 20pt (insert: guidelines, explanation, or usage)</a:t>
            </a:r>
          </a:p>
          <a:p>
            <a:pPr marL="365760" marR="0" lvl="1" indent="-273050" algn="l" defTabSz="457200" rtl="0" eaLnBrk="1" fontAlgn="auto" latinLnBrk="0" hangingPunct="1">
              <a:lnSpc>
                <a:spcPct val="100000"/>
              </a:lnSpc>
              <a:spcBef>
                <a:spcPts val="1200"/>
              </a:spcBef>
              <a:spcAft>
                <a:spcPts val="0"/>
              </a:spcAft>
              <a:buClr>
                <a:srgbClr val="147BD1"/>
              </a:buClr>
              <a:buSzTx/>
              <a:buFont typeface="Arial" panose="020B0604020202020204" pitchFamily="34" charset="0"/>
              <a:buChar char="●"/>
              <a:tabLst/>
            </a:pPr>
            <a:r>
              <a:rPr lang="en-US"/>
              <a:t>Second level 18pt</a:t>
            </a:r>
          </a:p>
          <a:p>
            <a:pPr marL="640080" marR="0" lvl="2" indent="-274320" algn="l" defTabSz="457200" rtl="0" eaLnBrk="1" fontAlgn="auto" latinLnBrk="0" hangingPunct="1">
              <a:lnSpc>
                <a:spcPct val="100000"/>
              </a:lnSpc>
              <a:spcBef>
                <a:spcPts val="600"/>
              </a:spcBef>
              <a:spcAft>
                <a:spcPts val="0"/>
              </a:spcAft>
              <a:buClr>
                <a:srgbClr val="147BD1"/>
              </a:buClr>
              <a:buSzPct val="100000"/>
              <a:buFont typeface="Wingdings" panose="05000000000000000000" pitchFamily="2" charset="2"/>
              <a:buChar char="§"/>
              <a:tabLst/>
            </a:pPr>
            <a:r>
              <a:rPr lang="en-US"/>
              <a:t>Third level 16pt</a:t>
            </a:r>
          </a:p>
          <a:p>
            <a:pPr marL="914400" marR="0" lvl="3" indent="-274320" algn="l" defTabSz="457200" rtl="0" eaLnBrk="1" fontAlgn="auto" latinLnBrk="0" hangingPunct="1">
              <a:lnSpc>
                <a:spcPct val="100000"/>
              </a:lnSpc>
              <a:spcBef>
                <a:spcPts val="600"/>
              </a:spcBef>
              <a:spcAft>
                <a:spcPts val="0"/>
              </a:spcAft>
              <a:buClr>
                <a:srgbClr val="147BD1"/>
              </a:buClr>
              <a:buSzTx/>
              <a:buFont typeface="Courier New" panose="02070309020205020404" pitchFamily="49" charset="0"/>
              <a:buChar char="o"/>
              <a:tabLst/>
            </a:pPr>
            <a:r>
              <a:rPr lang="en-US"/>
              <a:t>Fourth level 14pt</a:t>
            </a:r>
          </a:p>
        </p:txBody>
      </p:sp>
      <p:sp>
        <p:nvSpPr>
          <p:cNvPr id="9" name="Content Placeholder 2"/>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baseline="0" dirty="0">
                <a:solidFill>
                  <a:srgbClr val="333333"/>
                </a:solidFill>
                <a:latin typeface="Courier New" panose="02070309020205020404" pitchFamily="49" charset="0"/>
                <a:ea typeface="+mn-ea"/>
                <a:cs typeface="Courier New" panose="02070309020205020404" pitchFamily="49" charset="0"/>
              </a:defRPr>
            </a:lvl1pPr>
            <a:lvl2pPr>
              <a:defRPr lang="en-US" sz="1600" b="1" kern="1200" baseline="0" dirty="0">
                <a:solidFill>
                  <a:srgbClr val="333333"/>
                </a:solidFill>
                <a:latin typeface="Courier New" panose="02070309020205020404" pitchFamily="49" charset="0"/>
                <a:ea typeface="+mn-ea"/>
                <a:cs typeface="Courier New" panose="02070309020205020404" pitchFamily="49" charset="0"/>
              </a:defRPr>
            </a:lvl2pPr>
            <a:lvl3pPr>
              <a:defRPr lang="en-US" sz="1400" b="1" kern="1200" dirty="0">
                <a:solidFill>
                  <a:srgbClr val="333333"/>
                </a:solidFill>
                <a:latin typeface="Courier New" panose="02070309020205020404" pitchFamily="49" charset="0"/>
                <a:ea typeface="+mn-ea"/>
                <a:cs typeface="Courier New" panose="02070309020205020404" pitchFamily="49" charset="0"/>
              </a:defRPr>
            </a:lvl3pPr>
            <a:lvl4pPr>
              <a:defRPr lang="en-US" baseline="0" dirty="0">
                <a:solidFill>
                  <a:srgbClr val="333333"/>
                </a:solidFill>
                <a:latin typeface="Courier New" panose="02070309020205020404" pitchFamily="49" charset="0"/>
                <a:cs typeface="Courier New" panose="02070309020205020404" pitchFamily="49" charset="0"/>
              </a:defRPr>
            </a:lvl4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a:t>First level 18pt (insert: syntax of the command-line construct)</a:t>
            </a:r>
          </a:p>
          <a:p>
            <a:pPr marL="365760" marR="0" lvl="1"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a:t>Second level 16pt</a:t>
            </a:r>
          </a:p>
          <a:p>
            <a:pPr marL="640080" marR="0" lvl="2"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a:t>Third level 14pt</a:t>
            </a:r>
          </a:p>
        </p:txBody>
      </p:sp>
      <p:sp>
        <p:nvSpPr>
          <p:cNvPr id="12" name="Title 11"/>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8981B8EB-35A0-4720-BA0B-2DBA337B4FE4}"/>
              </a:ext>
            </a:extLst>
          </p:cNvPr>
          <p:cNvSpPr>
            <a:spLocks noGrp="1"/>
          </p:cNvSpPr>
          <p:nvPr>
            <p:ph type="ftr"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p>
        </p:txBody>
      </p:sp>
      <p:sp>
        <p:nvSpPr>
          <p:cNvPr id="4" name="Slide Number Placeholder 3">
            <a:extLst>
              <a:ext uri="{FF2B5EF4-FFF2-40B4-BE49-F238E27FC236}">
                <a16:creationId xmlns:a16="http://schemas.microsoft.com/office/drawing/2014/main" id="{0591A286-1505-4FF0-8F20-4CF88366AB56}"/>
              </a:ext>
            </a:extLst>
          </p:cNvPr>
          <p:cNvSpPr>
            <a:spLocks noGrp="1"/>
          </p:cNvSpPr>
          <p:nvPr>
            <p:ph type="sldNum"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22597358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de/Scripts Bar">
    <p:spTree>
      <p:nvGrpSpPr>
        <p:cNvPr id="1" name=""/>
        <p:cNvGrpSpPr/>
        <p:nvPr/>
      </p:nvGrpSpPr>
      <p:grpSpPr>
        <a:xfrm>
          <a:off x="0" y="0"/>
          <a:ext cx="0" cy="0"/>
          <a:chOff x="0" y="0"/>
          <a:chExt cx="0" cy="0"/>
        </a:xfrm>
      </p:grpSpPr>
      <p:sp>
        <p:nvSpPr>
          <p:cNvPr id="9" name="Content Placeholder 2"/>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5400000" scaled="1"/>
            </a:gradFill>
          </a:ln>
        </p:spPr>
        <p:txBody>
          <a:bodyPr vert="horz" lIns="731520" tIns="91440" rIns="91440" bIns="91440" rtlCol="0">
            <a:normAutofit/>
          </a:bodyPr>
          <a:lstStyle>
            <a:lvl1pPr>
              <a:defRPr lang="en-US" sz="1800" b="1" baseline="0" dirty="0">
                <a:solidFill>
                  <a:srgbClr val="333333"/>
                </a:solidFill>
                <a:latin typeface="Courier New" panose="02070309020205020404" pitchFamily="49" charset="0"/>
                <a:cs typeface="Courier New" panose="02070309020205020404" pitchFamily="49" charset="0"/>
              </a:defRPr>
            </a:lvl1pPr>
            <a:lvl2pPr>
              <a:defRPr lang="en-US" sz="1600" b="1" baseline="0" dirty="0">
                <a:solidFill>
                  <a:srgbClr val="333333"/>
                </a:solidFill>
                <a:latin typeface="Courier New" panose="02070309020205020404" pitchFamily="49" charset="0"/>
                <a:cs typeface="Courier New" panose="02070309020205020404" pitchFamily="49" charset="0"/>
              </a:defRPr>
            </a:lvl2pPr>
            <a:lvl3pPr>
              <a:defRPr lang="en-US" sz="1400" b="1" dirty="0">
                <a:solidFill>
                  <a:srgbClr val="333333"/>
                </a:solidFill>
                <a:latin typeface="Courier New" panose="02070309020205020404" pitchFamily="49" charset="0"/>
                <a:cs typeface="Courier New" panose="02070309020205020404" pitchFamily="49" charset="0"/>
              </a:defRPr>
            </a:lvl3pPr>
          </a:lstStyle>
          <a:p>
            <a:pPr marR="0" lvl="0" fontAlgn="auto">
              <a:lnSpc>
                <a:spcPct val="90000"/>
              </a:lnSpc>
              <a:spcAft>
                <a:spcPts val="0"/>
              </a:spcAft>
              <a:buClrTx/>
              <a:buSzTx/>
              <a:buFont typeface="Arial" panose="020B0604020202020204" pitchFamily="34" charset="0"/>
              <a:tabLst/>
            </a:pPr>
            <a:r>
              <a:rPr lang="en-US"/>
              <a:t>First level 18pt Courier New (insert: syntax of command-line construct)</a:t>
            </a:r>
          </a:p>
          <a:p>
            <a:pPr marL="365760" marR="0" lvl="1" indent="0" fontAlgn="auto">
              <a:lnSpc>
                <a:spcPct val="90000"/>
              </a:lnSpc>
              <a:spcBef>
                <a:spcPts val="1000"/>
              </a:spcBef>
              <a:spcAft>
                <a:spcPts val="0"/>
              </a:spcAft>
              <a:buClrTx/>
              <a:buSzTx/>
              <a:buNone/>
              <a:tabLst/>
            </a:pPr>
            <a:r>
              <a:rPr lang="en-US"/>
              <a:t>Second level 16pt</a:t>
            </a:r>
          </a:p>
          <a:p>
            <a:pPr marR="0" lvl="2" indent="0" fontAlgn="auto">
              <a:lnSpc>
                <a:spcPct val="90000"/>
              </a:lnSpc>
              <a:spcBef>
                <a:spcPts val="1000"/>
              </a:spcBef>
              <a:spcAft>
                <a:spcPts val="0"/>
              </a:spcAft>
              <a:buClrTx/>
              <a:buSzTx/>
              <a:buFont typeface="Arial" panose="020B0604020202020204" pitchFamily="34" charset="0"/>
              <a:buNone/>
              <a:tabLst/>
            </a:pPr>
            <a:r>
              <a:rPr lang="en-US"/>
              <a:t>Third level 14pt</a:t>
            </a:r>
          </a:p>
        </p:txBody>
      </p:sp>
      <p:sp>
        <p:nvSpPr>
          <p:cNvPr id="6" name="Content Placeholder 2"/>
          <p:cNvSpPr>
            <a:spLocks noGrp="1"/>
          </p:cNvSpPr>
          <p:nvPr>
            <p:ph idx="12" hasCustomPrompt="1"/>
          </p:nvPr>
        </p:nvSpPr>
        <p:spPr>
          <a:xfrm>
            <a:off x="6126480" y="2468880"/>
            <a:ext cx="5760720" cy="4023360"/>
          </a:xfrm>
          <a:prstGeom prst="rect">
            <a:avLst/>
          </a:prstGeom>
          <a:noFill/>
        </p:spPr>
        <p:txBody>
          <a:bodyPr>
            <a:normAutofit/>
          </a:bodyPr>
          <a:lstStyle>
            <a:lvl1pPr marL="0" marR="0" indent="0" algn="l" defTabSz="914400" rtl="0" eaLnBrk="1" fontAlgn="auto" latinLnBrk="0" hangingPunct="1">
              <a:lnSpc>
                <a:spcPct val="100000"/>
              </a:lnSpc>
              <a:spcBef>
                <a:spcPts val="1000"/>
              </a:spcBef>
              <a:spcAft>
                <a:spcPts val="0"/>
              </a:spcAft>
              <a:buClr>
                <a:srgbClr val="E31837"/>
              </a:buClr>
              <a:buSzTx/>
              <a:buFontTx/>
              <a:buNone/>
              <a:tabLst/>
              <a:defRPr sz="1800" b="1" i="0" baseline="0">
                <a:solidFill>
                  <a:srgbClr val="147BD1"/>
                </a:solidFill>
                <a:latin typeface="Courier New" charset="0"/>
                <a:ea typeface="Courier New" charset="0"/>
                <a:cs typeface="Courier New" charset="0"/>
              </a:defRPr>
            </a:lvl1pPr>
            <a:lvl2pPr marL="365760" indent="-274320">
              <a:spcBef>
                <a:spcPts val="600"/>
              </a:spcBef>
              <a:buFont typeface="Arial" panose="020B0604020202020204" pitchFamily="34" charset="0"/>
              <a:buNone/>
              <a:defRPr sz="1600" b="1" i="0">
                <a:solidFill>
                  <a:srgbClr val="147BD1"/>
                </a:solidFill>
                <a:latin typeface="Courier New" charset="0"/>
                <a:ea typeface="Courier New" charset="0"/>
                <a:cs typeface="Courier New" charset="0"/>
              </a:defRPr>
            </a:lvl2pPr>
            <a:lvl3pPr marL="640080" indent="-274320">
              <a:spcBef>
                <a:spcPts val="600"/>
              </a:spcBef>
              <a:buFont typeface="Arial" panose="020B0604020202020204" pitchFamily="34" charset="0"/>
              <a:buNone/>
              <a:defRPr sz="1400" b="1" i="0">
                <a:solidFill>
                  <a:srgbClr val="147BD1"/>
                </a:solidFill>
                <a:latin typeface="Courier New" charset="0"/>
                <a:ea typeface="Courier New" charset="0"/>
                <a:cs typeface="Courier New" charset="0"/>
              </a:defRPr>
            </a:lvl3pPr>
            <a:lvl4pPr marL="914400" indent="-274320">
              <a:spcBef>
                <a:spcPts val="600"/>
              </a:spcBef>
              <a:buFont typeface="Arial" panose="020B0604020202020204" pitchFamily="34" charset="0"/>
              <a:buNone/>
              <a:defRPr sz="1200" b="1" i="0">
                <a:solidFill>
                  <a:srgbClr val="147BD1"/>
                </a:solidFill>
                <a:latin typeface="Courier New" charset="0"/>
                <a:ea typeface="Courier New" charset="0"/>
                <a:cs typeface="Courier New" charset="0"/>
              </a:defRPr>
            </a:lvl4pPr>
            <a:lvl5pPr>
              <a:defRPr>
                <a:latin typeface="Arial" panose="020B0604020202020204" pitchFamily="34" charset="0"/>
                <a:cs typeface="Arial" panose="020B0604020202020204" pitchFamily="34" charset="0"/>
              </a:defRPr>
            </a:lvl5pPr>
          </a:lstStyle>
          <a:p>
            <a:pPr marL="0" marR="0" lvl="0" indent="0" algn="l" defTabSz="914400" rtl="0" eaLnBrk="1" fontAlgn="auto" latinLnBrk="0" hangingPunct="1">
              <a:lnSpc>
                <a:spcPct val="100000"/>
              </a:lnSpc>
              <a:spcBef>
                <a:spcPts val="1000"/>
              </a:spcBef>
              <a:spcAft>
                <a:spcPts val="0"/>
              </a:spcAft>
              <a:buClr>
                <a:srgbClr val="E31837"/>
              </a:buClr>
              <a:buSzTx/>
              <a:buFontTx/>
              <a:buNone/>
              <a:tabLst/>
              <a:defRPr/>
            </a:pPr>
            <a:r>
              <a:rPr lang="en-US"/>
              <a:t>First level 18pt Courier New (insert: example of </a:t>
            </a:r>
            <a:r>
              <a:rPr lang="en-US" err="1"/>
              <a:t>code|script</a:t>
            </a:r>
            <a:r>
              <a:rPr lang="en-US"/>
              <a:t> highlighting construct)</a:t>
            </a:r>
          </a:p>
          <a:p>
            <a:pPr lvl="1"/>
            <a:r>
              <a:rPr lang="en-US"/>
              <a:t>Second level 16pt</a:t>
            </a:r>
          </a:p>
          <a:p>
            <a:pPr lvl="2"/>
            <a:r>
              <a:rPr lang="en-US"/>
              <a:t>Third level 14pt</a:t>
            </a:r>
          </a:p>
          <a:p>
            <a:pPr lvl="3"/>
            <a:r>
              <a:rPr lang="en-US"/>
              <a:t>Fourth level 12pt</a:t>
            </a:r>
          </a:p>
        </p:txBody>
      </p:sp>
      <p:sp>
        <p:nvSpPr>
          <p:cNvPr id="4" name="Title 3"/>
          <p:cNvSpPr>
            <a:spLocks noGrp="1"/>
          </p:cNvSpPr>
          <p:nvPr>
            <p:ph type="title"/>
          </p:nvPr>
        </p:nvSpPr>
        <p:spPr/>
        <p:txBody>
          <a:bodyPr/>
          <a:lstStyle/>
          <a:p>
            <a:r>
              <a:rPr lang="en-US"/>
              <a:t>Click to edit Master title style</a:t>
            </a:r>
          </a:p>
        </p:txBody>
      </p:sp>
      <p:sp>
        <p:nvSpPr>
          <p:cNvPr id="7" name="Content Placeholder 6">
            <a:extLst>
              <a:ext uri="{FF2B5EF4-FFF2-40B4-BE49-F238E27FC236}">
                <a16:creationId xmlns:a16="http://schemas.microsoft.com/office/drawing/2014/main" id="{AB770FC4-230C-4DA7-91CA-60FE6908DE6D}"/>
              </a:ext>
            </a:extLst>
          </p:cNvPr>
          <p:cNvSpPr>
            <a:spLocks noGrp="1"/>
          </p:cNvSpPr>
          <p:nvPr>
            <p:ph sz="quarter" idx="22" hasCustomPrompt="1"/>
          </p:nvPr>
        </p:nvSpPr>
        <p:spPr>
          <a:xfrm>
            <a:off x="274320" y="2468880"/>
            <a:ext cx="5760720" cy="4023360"/>
          </a:xfrm>
          <a:prstGeom prst="rect">
            <a:avLst/>
          </a:prstGeom>
        </p:spPr>
        <p:txBody>
          <a:bodyPr/>
          <a:lstStyle>
            <a:lvl1pPr>
              <a:defRPr/>
            </a:lvl1pPr>
            <a:lvl2pPr>
              <a:defRPr/>
            </a:lvl2pPr>
            <a:lvl3pPr>
              <a:defRPr/>
            </a:lvl3pPr>
            <a:lvl4pPr>
              <a:defRPr/>
            </a:lvl4pPr>
          </a:lstStyle>
          <a:p>
            <a:pPr lvl="0"/>
            <a:r>
              <a:rPr lang="en-US"/>
              <a:t>First level 20pt Arial (insert: guidelines, explanation, or usage)</a:t>
            </a:r>
          </a:p>
          <a:p>
            <a:pPr lvl="1"/>
            <a:r>
              <a:rPr lang="en-US"/>
              <a:t>Second level 18pt</a:t>
            </a:r>
          </a:p>
          <a:p>
            <a:pPr lvl="2"/>
            <a:r>
              <a:rPr lang="en-US"/>
              <a:t>Third level 16pt</a:t>
            </a:r>
          </a:p>
          <a:p>
            <a:pPr lvl="3"/>
            <a:r>
              <a:rPr lang="en-US"/>
              <a:t>Fourth level 14pt</a:t>
            </a:r>
          </a:p>
        </p:txBody>
      </p:sp>
      <p:sp>
        <p:nvSpPr>
          <p:cNvPr id="5" name="Footer Placeholder 4">
            <a:extLst>
              <a:ext uri="{FF2B5EF4-FFF2-40B4-BE49-F238E27FC236}">
                <a16:creationId xmlns:a16="http://schemas.microsoft.com/office/drawing/2014/main" id="{E7856358-0821-44D7-87D1-8D2455B83E54}"/>
              </a:ext>
            </a:extLst>
          </p:cNvPr>
          <p:cNvSpPr>
            <a:spLocks noGrp="1"/>
          </p:cNvSpPr>
          <p:nvPr>
            <p:ph type="ftr" sz="quarter" idx="2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p>
        </p:txBody>
      </p:sp>
      <p:sp>
        <p:nvSpPr>
          <p:cNvPr id="8" name="Slide Number Placeholder 7">
            <a:extLst>
              <a:ext uri="{FF2B5EF4-FFF2-40B4-BE49-F238E27FC236}">
                <a16:creationId xmlns:a16="http://schemas.microsoft.com/office/drawing/2014/main" id="{AC12D065-0853-424E-BA20-A033DC5B61BD}"/>
              </a:ext>
            </a:extLst>
          </p:cNvPr>
          <p:cNvSpPr>
            <a:spLocks noGrp="1"/>
          </p:cNvSpPr>
          <p:nvPr>
            <p:ph type="sldNum" sz="quarter" idx="2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35807623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de/Scripts Box">
    <p:spTree>
      <p:nvGrpSpPr>
        <p:cNvPr id="1" name=""/>
        <p:cNvGrpSpPr/>
        <p:nvPr/>
      </p:nvGrpSpPr>
      <p:grpSpPr>
        <a:xfrm>
          <a:off x="0" y="0"/>
          <a:ext cx="0" cy="0"/>
          <a:chOff x="0" y="0"/>
          <a:chExt cx="0" cy="0"/>
        </a:xfrm>
      </p:grpSpPr>
      <p:sp>
        <p:nvSpPr>
          <p:cNvPr id="10" name="Content Placeholder 2"/>
          <p:cNvSpPr>
            <a:spLocks noGrp="1"/>
          </p:cNvSpPr>
          <p:nvPr>
            <p:ph idx="19" hasCustomPrompt="1"/>
          </p:nvPr>
        </p:nvSpPr>
        <p:spPr>
          <a:xfrm>
            <a:off x="5943600" y="1005840"/>
            <a:ext cx="5943600" cy="5486400"/>
          </a:xfrm>
          <a:prstGeom prst="rect">
            <a:avLst/>
          </a:prstGeom>
        </p:spPr>
        <p:txBody>
          <a:bodyPr vert="horz" lIns="91440" tIns="91440" rIns="91440" bIns="91440" rtlCol="0">
            <a:normAutofit/>
          </a:bodyPr>
          <a:lstStyle>
            <a:lvl1pPr>
              <a:defRPr lang="en-US" noProof="0" dirty="0"/>
            </a:lvl1pPr>
            <a:lvl2pPr>
              <a:defRPr lang="en-US" noProof="0" dirty="0"/>
            </a:lvl2pPr>
            <a:lvl3pPr>
              <a:defRPr lang="en-US" noProof="0" dirty="0"/>
            </a:lvl3pPr>
            <a:lvl4pPr>
              <a:defRPr lang="en-US" dirty="0"/>
            </a:lvl4pPr>
          </a:lstStyle>
          <a:p>
            <a:pPr lvl="0"/>
            <a:r>
              <a:rPr kumimoji="0" lang="en-US" sz="2000" b="0" i="0" u="none" strike="noStrike" kern="1200" cap="none" spc="0" normalizeH="0" baseline="0" noProof="0">
                <a:ln>
                  <a:noFill/>
                </a:ln>
                <a:solidFill>
                  <a:srgbClr val="000000"/>
                </a:solidFill>
                <a:effectLst/>
                <a:uLnTx/>
                <a:uFillTx/>
                <a:latin typeface="+mn-lt"/>
                <a:ea typeface="+mn-ea"/>
                <a:cs typeface="+mn-cs"/>
              </a:rPr>
              <a:t>First level 20pt (insert: guidelines, explanation, or usage) </a:t>
            </a:r>
          </a:p>
          <a:p>
            <a:pPr lvl="1"/>
            <a:r>
              <a:rPr kumimoji="0" lang="en-US" sz="1800" b="0" i="0" u="none" strike="noStrike" kern="1200" cap="none" spc="0" normalizeH="0" baseline="0" noProof="0">
                <a:ln>
                  <a:noFill/>
                </a:ln>
                <a:solidFill>
                  <a:srgbClr val="000000"/>
                </a:solidFill>
                <a:effectLst/>
                <a:uLnTx/>
                <a:uFillTx/>
                <a:latin typeface="+mn-lt"/>
                <a:ea typeface="+mn-ea"/>
                <a:cs typeface="+mn-cs"/>
              </a:rPr>
              <a:t>Second level 18pt</a:t>
            </a:r>
          </a:p>
          <a:p>
            <a:pPr lvl="2"/>
            <a:r>
              <a:rPr kumimoji="0" lang="en-US" sz="1600" b="0" i="0" u="none" strike="noStrike" kern="1200" cap="none" spc="0" normalizeH="0" baseline="0" noProof="0">
                <a:ln>
                  <a:noFill/>
                </a:ln>
                <a:solidFill>
                  <a:srgbClr val="000000"/>
                </a:solidFill>
                <a:effectLst/>
                <a:uLnTx/>
                <a:uFillTx/>
                <a:latin typeface="Arial" panose="020B0604020202020204"/>
                <a:ea typeface="+mn-ea"/>
                <a:cs typeface="+mn-cs"/>
              </a:rPr>
              <a:t>Third level 16pt</a:t>
            </a:r>
          </a:p>
          <a:p>
            <a:pPr lvl="3"/>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Fourth level 14pt</a:t>
            </a:r>
            <a:endParaRPr lang="en-US"/>
          </a:p>
        </p:txBody>
      </p:sp>
      <p:sp>
        <p:nvSpPr>
          <p:cNvPr id="12" name="Content Placeholder 2"/>
          <p:cNvSpPr>
            <a:spLocks noGrp="1"/>
          </p:cNvSpPr>
          <p:nvPr>
            <p:ph idx="21" hasCustomPrompt="1"/>
          </p:nvPr>
        </p:nvSpPr>
        <p:spPr>
          <a:xfrm>
            <a:off x="640080" y="1005840"/>
            <a:ext cx="5212080" cy="1371600"/>
          </a:xfrm>
          <a:prstGeom prst="rect">
            <a:avLst/>
          </a:prstGeom>
          <a:noFill/>
          <a:ln w="25400">
            <a:gradFill>
              <a:gsLst>
                <a:gs pos="0">
                  <a:srgbClr val="61CF5C"/>
                </a:gs>
                <a:gs pos="100000">
                  <a:srgbClr val="2CCCD3"/>
                </a:gs>
              </a:gsLst>
              <a:lin ang="5400000" scaled="1"/>
            </a:gradFill>
          </a:ln>
        </p:spPr>
        <p:txBody>
          <a:bodyPr vert="horz" lIns="731520" tIns="91440" rIns="91440" bIns="91440" rtlCol="0">
            <a:normAutofit/>
          </a:bodyPr>
          <a:lstStyle>
            <a:lvl1pPr>
              <a:defRPr lang="en-US" sz="1800" b="1" baseline="0" dirty="0">
                <a:solidFill>
                  <a:srgbClr val="333333"/>
                </a:solidFill>
                <a:latin typeface="Courier New" panose="02070309020205020404" pitchFamily="49" charset="0"/>
                <a:cs typeface="Courier New" panose="02070309020205020404" pitchFamily="49" charset="0"/>
              </a:defRPr>
            </a:lvl1pPr>
            <a:lvl2pPr marL="92710" indent="0">
              <a:buNone/>
              <a:defRPr lang="en-US" sz="1600" b="1" kern="1200" dirty="0">
                <a:solidFill>
                  <a:schemeClr val="tx1"/>
                </a:solidFill>
                <a:latin typeface="Courier New" panose="02070309020205020404" pitchFamily="49" charset="0"/>
                <a:ea typeface="+mn-ea"/>
                <a:cs typeface="Courier New" panose="02070309020205020404" pitchFamily="49" charset="0"/>
              </a:defRPr>
            </a:lvl2pPr>
            <a:lvl3pPr>
              <a:defRPr lang="en-US" sz="1400" b="1" dirty="0">
                <a:solidFill>
                  <a:srgbClr val="333333"/>
                </a:solidFill>
                <a:latin typeface="Courier New" panose="02070309020205020404" pitchFamily="49" charset="0"/>
                <a:cs typeface="Courier New" panose="02070309020205020404" pitchFamily="49" charset="0"/>
              </a:defRPr>
            </a:lvl3pPr>
          </a:lstStyle>
          <a:p>
            <a:pPr marR="0" lvl="0" fontAlgn="auto">
              <a:lnSpc>
                <a:spcPct val="90000"/>
              </a:lnSpc>
              <a:spcAft>
                <a:spcPts val="0"/>
              </a:spcAft>
              <a:buClrTx/>
              <a:buSzTx/>
              <a:buFont typeface="Arial" panose="020B0604020202020204" pitchFamily="34" charset="0"/>
              <a:tabLst/>
            </a:pPr>
            <a:r>
              <a:rPr lang="en-US"/>
              <a:t>First level 18pt(insert:  command syntax)</a:t>
            </a:r>
            <a:r>
              <a:rPr lang="en-US" b="1">
                <a:latin typeface="Courier New" panose="02070309020205020404" pitchFamily="49" charset="0"/>
                <a:cs typeface="Courier New" panose="02070309020205020404" pitchFamily="49" charset="0"/>
              </a:rPr>
              <a:t> </a:t>
            </a:r>
          </a:p>
          <a:p>
            <a:pPr marR="0" lvl="1" fontAlgn="auto">
              <a:lnSpc>
                <a:spcPct val="90000"/>
              </a:lnSpc>
              <a:spcAft>
                <a:spcPts val="0"/>
              </a:spcAft>
              <a:buClrTx/>
              <a:buSzTx/>
              <a:buFont typeface="Arial" panose="020B0604020202020204" pitchFamily="34" charset="0"/>
              <a:tabLst/>
            </a:pPr>
            <a:r>
              <a:rPr lang="en-US" b="1">
                <a:latin typeface="Courier New" panose="02070309020205020404" pitchFamily="49" charset="0"/>
                <a:cs typeface="Courier New" panose="02070309020205020404" pitchFamily="49" charset="0"/>
              </a:rPr>
              <a:t>Second level 16pt</a:t>
            </a:r>
          </a:p>
        </p:txBody>
      </p:sp>
      <p:sp>
        <p:nvSpPr>
          <p:cNvPr id="4" name="Title 3"/>
          <p:cNvSpPr>
            <a:spLocks noGrp="1"/>
          </p:cNvSpPr>
          <p:nvPr>
            <p:ph type="title"/>
          </p:nvPr>
        </p:nvSpPr>
        <p:spPr/>
        <p:txBody>
          <a:bodyPr/>
          <a:lstStyle/>
          <a:p>
            <a:r>
              <a:rPr lang="en-US"/>
              <a:t>Click to edit Master title style</a:t>
            </a:r>
          </a:p>
        </p:txBody>
      </p:sp>
      <p:sp>
        <p:nvSpPr>
          <p:cNvPr id="7" name="Content Placeholder 6"/>
          <p:cNvSpPr>
            <a:spLocks noGrp="1"/>
          </p:cNvSpPr>
          <p:nvPr>
            <p:ph sz="quarter" idx="24" hasCustomPrompt="1"/>
          </p:nvPr>
        </p:nvSpPr>
        <p:spPr>
          <a:xfrm>
            <a:off x="275273" y="2468880"/>
            <a:ext cx="5576887" cy="4023360"/>
          </a:xfrm>
          <a:prstGeom prst="rect">
            <a:avLst/>
          </a:prstGeom>
        </p:spPr>
        <p:txBody>
          <a:bodyPr/>
          <a:lstStyle>
            <a:lvl1pPr>
              <a:defRPr sz="1800" b="1">
                <a:solidFill>
                  <a:srgbClr val="147BD1"/>
                </a:solidFill>
                <a:latin typeface="Courier New" panose="02070309020205020404" pitchFamily="49" charset="0"/>
                <a:cs typeface="Courier New" panose="02070309020205020404" pitchFamily="49" charset="0"/>
              </a:defRPr>
            </a:lvl1pPr>
            <a:lvl2pPr marL="91440" indent="0">
              <a:buFontTx/>
              <a:buNone/>
              <a:defRPr sz="1600" b="1">
                <a:solidFill>
                  <a:srgbClr val="147BD1"/>
                </a:solidFill>
                <a:latin typeface="Courier New" panose="02070309020205020404" pitchFamily="49" charset="0"/>
                <a:cs typeface="Courier New" panose="02070309020205020404" pitchFamily="49" charset="0"/>
              </a:defRPr>
            </a:lvl2pPr>
            <a:lvl3pPr marL="365760" indent="0">
              <a:buFontTx/>
              <a:buNone/>
              <a:defRPr sz="1400" b="1">
                <a:solidFill>
                  <a:srgbClr val="147BD1"/>
                </a:solidFill>
                <a:latin typeface="Courier New" panose="02070309020205020404" pitchFamily="49" charset="0"/>
                <a:cs typeface="Courier New" panose="02070309020205020404" pitchFamily="49" charset="0"/>
              </a:defRPr>
            </a:lvl3pPr>
            <a:lvl4pPr marL="640080" indent="0">
              <a:buFontTx/>
              <a:buNone/>
              <a:defRPr sz="1200" b="1">
                <a:solidFill>
                  <a:srgbClr val="147BD1"/>
                </a:solidFill>
                <a:latin typeface="Courier New" panose="02070309020205020404" pitchFamily="49" charset="0"/>
                <a:cs typeface="Courier New" panose="02070309020205020404" pitchFamily="49" charset="0"/>
              </a:defRPr>
            </a:lvl4pPr>
          </a:lstStyle>
          <a:p>
            <a:pPr lvl="0"/>
            <a:r>
              <a:rPr lang="en-US"/>
              <a:t>First level 18pt (insert: example of code or script highlighting construct)</a:t>
            </a:r>
          </a:p>
          <a:p>
            <a:pPr lvl="1"/>
            <a:r>
              <a:rPr lang="en-US"/>
              <a:t>Second level 16pt Courier New</a:t>
            </a:r>
          </a:p>
          <a:p>
            <a:pPr lvl="2"/>
            <a:r>
              <a:rPr lang="en-US"/>
              <a:t>Third level 14pt Courier New</a:t>
            </a:r>
          </a:p>
          <a:p>
            <a:pPr lvl="3"/>
            <a:r>
              <a:rPr lang="en-US"/>
              <a:t>Fourth level 12pt Courier New</a:t>
            </a:r>
          </a:p>
        </p:txBody>
      </p:sp>
      <p:sp>
        <p:nvSpPr>
          <p:cNvPr id="2" name="Footer Placeholder 1">
            <a:extLst>
              <a:ext uri="{FF2B5EF4-FFF2-40B4-BE49-F238E27FC236}">
                <a16:creationId xmlns:a16="http://schemas.microsoft.com/office/drawing/2014/main" id="{CFDCC0AD-4862-4568-89A6-AE519257999E}"/>
              </a:ext>
            </a:extLst>
          </p:cNvPr>
          <p:cNvSpPr>
            <a:spLocks noGrp="1"/>
          </p:cNvSpPr>
          <p:nvPr>
            <p:ph type="ftr" sz="quarter" idx="2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p>
        </p:txBody>
      </p:sp>
      <p:sp>
        <p:nvSpPr>
          <p:cNvPr id="3" name="Slide Number Placeholder 2">
            <a:extLst>
              <a:ext uri="{FF2B5EF4-FFF2-40B4-BE49-F238E27FC236}">
                <a16:creationId xmlns:a16="http://schemas.microsoft.com/office/drawing/2014/main" id="{E6CF7C2D-EAA5-4CC9-90E0-2A5761061ADA}"/>
              </a:ext>
            </a:extLst>
          </p:cNvPr>
          <p:cNvSpPr>
            <a:spLocks noGrp="1"/>
          </p:cNvSpPr>
          <p:nvPr>
            <p:ph type="sldNum" sz="quarter" idx="26"/>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28283057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de Compa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56B61-8F7C-4013-BA7B-FA04FF6E3BA6}"/>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895A295A-15E1-48C2-823C-254F3327CC6C}"/>
              </a:ext>
            </a:extLst>
          </p:cNvPr>
          <p:cNvSpPr>
            <a:spLocks noGrp="1"/>
          </p:cNvSpPr>
          <p:nvPr>
            <p:ph type="ftr" sz="quarter" idx="10"/>
          </p:nvPr>
        </p:nvSpPr>
        <p:spPr/>
        <p:txBody>
          <a:bodyPr/>
          <a:lstStyle/>
          <a:p>
            <a:r>
              <a:rPr lang="en-US">
                <a:cs typeface="Arial" panose="020B0604020202020204" pitchFamily="34" charset="0"/>
              </a:rPr>
              <a:t>© Cadence Design Systems, Inc. All rights reserved.</a:t>
            </a:r>
          </a:p>
        </p:txBody>
      </p:sp>
      <p:sp>
        <p:nvSpPr>
          <p:cNvPr id="4" name="Slide Number Placeholder 3">
            <a:extLst>
              <a:ext uri="{FF2B5EF4-FFF2-40B4-BE49-F238E27FC236}">
                <a16:creationId xmlns:a16="http://schemas.microsoft.com/office/drawing/2014/main" id="{715ED10B-54E3-4E85-925C-FF84167AA93C}"/>
              </a:ext>
            </a:extLst>
          </p:cNvPr>
          <p:cNvSpPr>
            <a:spLocks noGrp="1"/>
          </p:cNvSpPr>
          <p:nvPr>
            <p:ph type="sldNum" sz="quarter" idx="11"/>
          </p:nvPr>
        </p:nvSpPr>
        <p:spPr/>
        <p:txBody>
          <a:bodyPr/>
          <a:lstStyle/>
          <a:p>
            <a:fld id="{B6FA71F5-8E13-46C5-A63A-9121BEB3B8A9}" type="slidenum">
              <a:rPr lang="en-US" smtClean="0"/>
              <a:pPr/>
              <a:t>‹#›</a:t>
            </a:fld>
            <a:endParaRPr lang="en-US"/>
          </a:p>
        </p:txBody>
      </p:sp>
      <p:sp>
        <p:nvSpPr>
          <p:cNvPr id="5" name="Content Placeholder 2">
            <a:extLst>
              <a:ext uri="{FF2B5EF4-FFF2-40B4-BE49-F238E27FC236}">
                <a16:creationId xmlns:a16="http://schemas.microsoft.com/office/drawing/2014/main" id="{078E58B8-6812-48E0-AF2D-DBFED52A7692}"/>
              </a:ext>
            </a:extLst>
          </p:cNvPr>
          <p:cNvSpPr>
            <a:spLocks noGrp="1"/>
          </p:cNvSpPr>
          <p:nvPr>
            <p:ph idx="12" hasCustomPrompt="1"/>
          </p:nvPr>
        </p:nvSpPr>
        <p:spPr>
          <a:xfrm>
            <a:off x="640080" y="1005840"/>
            <a:ext cx="539496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sz="1800" b="1" kern="1200" baseline="0" dirty="0">
                <a:solidFill>
                  <a:srgbClr val="333333"/>
                </a:solidFill>
                <a:latin typeface="Courier New" panose="02070309020205020404" pitchFamily="49" charset="0"/>
                <a:ea typeface="+mn-ea"/>
                <a:cs typeface="Courier New" panose="02070309020205020404" pitchFamily="49" charset="0"/>
              </a:defRPr>
            </a:lvl1pPr>
            <a:lvl2pPr>
              <a:defRPr lang="en-US" sz="1600" b="1" kern="1200" baseline="0" dirty="0">
                <a:solidFill>
                  <a:srgbClr val="333333"/>
                </a:solidFill>
                <a:latin typeface="Courier New" panose="02070309020205020404" pitchFamily="49" charset="0"/>
                <a:ea typeface="+mn-ea"/>
                <a:cs typeface="Courier New" panose="02070309020205020404" pitchFamily="49" charset="0"/>
              </a:defRPr>
            </a:lvl2pPr>
            <a:lvl3pPr>
              <a:defRPr lang="en-US" sz="1400" b="1" kern="1200" dirty="0">
                <a:solidFill>
                  <a:srgbClr val="333333"/>
                </a:solidFill>
                <a:latin typeface="Courier New" panose="02070309020205020404" pitchFamily="49" charset="0"/>
                <a:ea typeface="+mn-ea"/>
                <a:cs typeface="Courier New" panose="02070309020205020404" pitchFamily="49" charset="0"/>
              </a:defRPr>
            </a:lvl3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a:t>18pt (insert: command syntax)</a:t>
            </a:r>
          </a:p>
          <a:p>
            <a:pPr marL="365760" marR="0" lvl="1"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a:t>Second level 16pt</a:t>
            </a:r>
          </a:p>
          <a:p>
            <a:pPr marL="640080" marR="0" lvl="2"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a:t>Third level 16pt</a:t>
            </a:r>
          </a:p>
        </p:txBody>
      </p:sp>
      <p:sp>
        <p:nvSpPr>
          <p:cNvPr id="6" name="Content Placeholder 2">
            <a:extLst>
              <a:ext uri="{FF2B5EF4-FFF2-40B4-BE49-F238E27FC236}">
                <a16:creationId xmlns:a16="http://schemas.microsoft.com/office/drawing/2014/main" id="{0E426C72-5F56-48A3-86EA-A9F546826D3F}"/>
              </a:ext>
            </a:extLst>
          </p:cNvPr>
          <p:cNvSpPr>
            <a:spLocks noGrp="1"/>
          </p:cNvSpPr>
          <p:nvPr>
            <p:ph idx="13" hasCustomPrompt="1"/>
          </p:nvPr>
        </p:nvSpPr>
        <p:spPr>
          <a:xfrm>
            <a:off x="6492240" y="1005840"/>
            <a:ext cx="539496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sz="1800" b="1" kern="1200" baseline="0" dirty="0">
                <a:solidFill>
                  <a:srgbClr val="333333"/>
                </a:solidFill>
                <a:latin typeface="Courier New" panose="02070309020205020404" pitchFamily="49" charset="0"/>
                <a:ea typeface="+mn-ea"/>
                <a:cs typeface="Courier New" panose="02070309020205020404" pitchFamily="49" charset="0"/>
              </a:defRPr>
            </a:lvl1pPr>
            <a:lvl2pPr>
              <a:defRPr lang="en-US" sz="1600" b="1" kern="1200" baseline="0" dirty="0">
                <a:solidFill>
                  <a:srgbClr val="333333"/>
                </a:solidFill>
                <a:latin typeface="Courier New" panose="02070309020205020404" pitchFamily="49" charset="0"/>
                <a:ea typeface="+mn-ea"/>
                <a:cs typeface="Courier New" panose="02070309020205020404" pitchFamily="49" charset="0"/>
              </a:defRPr>
            </a:lvl2pPr>
            <a:lvl3pPr>
              <a:defRPr lang="en-US" sz="1400" b="1" kern="1200" dirty="0">
                <a:solidFill>
                  <a:srgbClr val="333333"/>
                </a:solidFill>
                <a:latin typeface="Courier New" panose="02070309020205020404" pitchFamily="49" charset="0"/>
                <a:ea typeface="+mn-ea"/>
                <a:cs typeface="Courier New" panose="02070309020205020404" pitchFamily="49" charset="0"/>
              </a:defRPr>
            </a:lvl3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a:t>18pt (insert: command syntax)</a:t>
            </a:r>
          </a:p>
          <a:p>
            <a:pPr marL="365760" marR="0" lvl="1"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a:t>Second level 16pt</a:t>
            </a:r>
          </a:p>
          <a:p>
            <a:pPr marL="640080" marR="0" lvl="2"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a:t>Third level 14pt</a:t>
            </a:r>
          </a:p>
        </p:txBody>
      </p:sp>
      <p:sp>
        <p:nvSpPr>
          <p:cNvPr id="7" name="Content Placeholder 2">
            <a:extLst>
              <a:ext uri="{FF2B5EF4-FFF2-40B4-BE49-F238E27FC236}">
                <a16:creationId xmlns:a16="http://schemas.microsoft.com/office/drawing/2014/main" id="{E2FA659F-FCA7-4BA7-97BB-4B4D4FA32F27}"/>
              </a:ext>
            </a:extLst>
          </p:cNvPr>
          <p:cNvSpPr>
            <a:spLocks noGrp="1"/>
          </p:cNvSpPr>
          <p:nvPr>
            <p:ph idx="16" hasCustomPrompt="1"/>
          </p:nvPr>
        </p:nvSpPr>
        <p:spPr>
          <a:xfrm>
            <a:off x="274320" y="4480560"/>
            <a:ext cx="5760720" cy="2011680"/>
          </a:xfrm>
          <a:prstGeom prst="rect">
            <a:avLst/>
          </a:prstGeom>
        </p:spPr>
        <p:txBody>
          <a:bodyPr vert="horz" lIns="91440" tIns="91440" rIns="91440" bIns="91440" rtlCol="0">
            <a:normAutofit/>
          </a:bodyPr>
          <a:lstStyle>
            <a:lvl1pPr>
              <a:defRPr lang="en-US" sz="1800" b="1" dirty="0">
                <a:solidFill>
                  <a:srgbClr val="147BD1"/>
                </a:solidFill>
                <a:latin typeface="Courier New" panose="02070309020205020404" pitchFamily="49" charset="0"/>
                <a:cs typeface="Courier New" panose="02070309020205020404" pitchFamily="49" charset="0"/>
              </a:defRPr>
            </a:lvl1pPr>
            <a:lvl2pPr>
              <a:defRPr lang="en-US" sz="1600" b="1" kern="1200" dirty="0">
                <a:solidFill>
                  <a:srgbClr val="147BD1"/>
                </a:solidFill>
                <a:latin typeface="Courier New" panose="02070309020205020404" pitchFamily="49" charset="0"/>
                <a:ea typeface="+mn-ea"/>
                <a:cs typeface="Courier New" panose="02070309020205020404" pitchFamily="49" charset="0"/>
              </a:defRPr>
            </a:lvl2pPr>
            <a:lvl3pPr>
              <a:defRPr lang="en-US" sz="1400" b="1" kern="1200" dirty="0">
                <a:solidFill>
                  <a:srgbClr val="147BD1"/>
                </a:solidFill>
                <a:latin typeface="Courier New" panose="02070309020205020404" pitchFamily="49" charset="0"/>
                <a:ea typeface="+mn-ea"/>
                <a:cs typeface="Courier New" panose="02070309020205020404" pitchFamily="49" charset="0"/>
              </a:defRPr>
            </a:lvl3pPr>
          </a:lstStyle>
          <a:p>
            <a:pPr marL="0" lvl="0" indent="-287020" algn="l" defTabSz="914400" rtl="0" eaLnBrk="1" latinLnBrk="0" hangingPunct="1">
              <a:lnSpc>
                <a:spcPct val="100000"/>
              </a:lnSpc>
              <a:spcBef>
                <a:spcPts val="1200"/>
              </a:spcBef>
              <a:buClr>
                <a:srgbClr val="147BD1"/>
              </a:buClr>
              <a:buSzPct val="100000"/>
              <a:buFontTx/>
              <a:buNone/>
            </a:pPr>
            <a:r>
              <a:rPr lang="en-US"/>
              <a:t>First level 18pt (insert: example of code or script highlighting construct)</a:t>
            </a:r>
          </a:p>
          <a:p>
            <a:pPr marL="91440" lvl="1" indent="0" algn="l" defTabSz="914400" rtl="0" eaLnBrk="1" latinLnBrk="0" hangingPunct="1">
              <a:lnSpc>
                <a:spcPct val="100000"/>
              </a:lnSpc>
              <a:spcBef>
                <a:spcPts val="1200"/>
              </a:spcBef>
              <a:buClr>
                <a:srgbClr val="147BD1"/>
              </a:buClr>
              <a:buSzPct val="100000"/>
              <a:buFontTx/>
              <a:buNone/>
            </a:pPr>
            <a:r>
              <a:rPr lang="en-US"/>
              <a:t>Second level 16pt</a:t>
            </a:r>
          </a:p>
          <a:p>
            <a:pPr marL="365760" lvl="2" indent="0" algn="l" defTabSz="914400" rtl="0" eaLnBrk="1" latinLnBrk="0" hangingPunct="1">
              <a:lnSpc>
                <a:spcPct val="100000"/>
              </a:lnSpc>
              <a:spcBef>
                <a:spcPts val="600"/>
              </a:spcBef>
              <a:buClr>
                <a:srgbClr val="147BD1"/>
              </a:buClr>
              <a:buFontTx/>
              <a:buNone/>
            </a:pPr>
            <a:r>
              <a:rPr lang="en-US"/>
              <a:t>Third level 14pt</a:t>
            </a:r>
          </a:p>
        </p:txBody>
      </p:sp>
      <p:sp>
        <p:nvSpPr>
          <p:cNvPr id="8" name="Content Placeholder 2">
            <a:extLst>
              <a:ext uri="{FF2B5EF4-FFF2-40B4-BE49-F238E27FC236}">
                <a16:creationId xmlns:a16="http://schemas.microsoft.com/office/drawing/2014/main" id="{1BE95313-9083-4BF8-A22E-5013AA4CD8C0}"/>
              </a:ext>
            </a:extLst>
          </p:cNvPr>
          <p:cNvSpPr>
            <a:spLocks noGrp="1"/>
          </p:cNvSpPr>
          <p:nvPr>
            <p:ph idx="17" hasCustomPrompt="1"/>
          </p:nvPr>
        </p:nvSpPr>
        <p:spPr>
          <a:xfrm>
            <a:off x="6126480" y="4480560"/>
            <a:ext cx="5760720" cy="2011680"/>
          </a:xfrm>
          <a:prstGeom prst="rect">
            <a:avLst/>
          </a:prstGeom>
        </p:spPr>
        <p:txBody>
          <a:bodyPr vert="horz" lIns="91440" tIns="91440" rIns="91440" bIns="91440" rtlCol="0">
            <a:normAutofit/>
          </a:bodyPr>
          <a:lstStyle>
            <a:lvl1pPr marL="0" indent="0">
              <a:defRPr lang="en-US" sz="1800" b="1" kern="1200" dirty="0">
                <a:solidFill>
                  <a:srgbClr val="147BD1"/>
                </a:solidFill>
                <a:latin typeface="Courier New" panose="02070309020205020404" pitchFamily="49" charset="0"/>
                <a:ea typeface="+mn-ea"/>
                <a:cs typeface="Courier New" panose="02070309020205020404" pitchFamily="49" charset="0"/>
              </a:defRPr>
            </a:lvl1pPr>
            <a:lvl2pPr>
              <a:defRPr lang="en-US" sz="1600" b="1" kern="1200" dirty="0">
                <a:solidFill>
                  <a:srgbClr val="147BD1"/>
                </a:solidFill>
                <a:latin typeface="Courier New" panose="02070309020205020404" pitchFamily="49" charset="0"/>
                <a:ea typeface="+mn-ea"/>
                <a:cs typeface="Courier New" panose="02070309020205020404" pitchFamily="49" charset="0"/>
              </a:defRPr>
            </a:lvl2pPr>
            <a:lvl3pPr>
              <a:defRPr lang="en-US" sz="1400" b="1" kern="1200" dirty="0">
                <a:solidFill>
                  <a:srgbClr val="147BD1"/>
                </a:solidFill>
                <a:latin typeface="Courier New" panose="02070309020205020404" pitchFamily="49" charset="0"/>
                <a:ea typeface="+mn-ea"/>
                <a:cs typeface="Courier New" panose="02070309020205020404" pitchFamily="49" charset="0"/>
              </a:defRPr>
            </a:lvl3pPr>
          </a:lstStyle>
          <a:p>
            <a:pPr marL="0" lvl="0" indent="-287020" algn="l" defTabSz="914400" rtl="0" eaLnBrk="1" latinLnBrk="0" hangingPunct="1">
              <a:lnSpc>
                <a:spcPct val="100000"/>
              </a:lnSpc>
              <a:spcBef>
                <a:spcPts val="1200"/>
              </a:spcBef>
              <a:buClr>
                <a:srgbClr val="147BD1"/>
              </a:buClr>
              <a:buSzPct val="100000"/>
              <a:buFontTx/>
              <a:buNone/>
            </a:pPr>
            <a:r>
              <a:rPr lang="en-US"/>
              <a:t>First level 18pt (insert: example of code or script highlighting construct)</a:t>
            </a:r>
          </a:p>
          <a:p>
            <a:pPr marL="91440" lvl="1" indent="0" algn="l" defTabSz="914400" rtl="0" eaLnBrk="1" latinLnBrk="0" hangingPunct="1">
              <a:lnSpc>
                <a:spcPct val="100000"/>
              </a:lnSpc>
              <a:spcBef>
                <a:spcPts val="1200"/>
              </a:spcBef>
              <a:buClr>
                <a:srgbClr val="147BD1"/>
              </a:buClr>
              <a:buSzPct val="100000"/>
              <a:buFontTx/>
              <a:buNone/>
            </a:pPr>
            <a:r>
              <a:rPr lang="en-US"/>
              <a:t>Second level 16pt</a:t>
            </a:r>
          </a:p>
          <a:p>
            <a:pPr marL="365760" lvl="2" indent="0" algn="l" defTabSz="914400" rtl="0" eaLnBrk="1" latinLnBrk="0" hangingPunct="1">
              <a:lnSpc>
                <a:spcPct val="100000"/>
              </a:lnSpc>
              <a:spcBef>
                <a:spcPts val="600"/>
              </a:spcBef>
              <a:buClr>
                <a:srgbClr val="147BD1"/>
              </a:buClr>
              <a:buFontTx/>
              <a:buNone/>
            </a:pPr>
            <a:r>
              <a:rPr lang="en-US"/>
              <a:t>Third level 14pt</a:t>
            </a:r>
          </a:p>
        </p:txBody>
      </p:sp>
      <p:sp>
        <p:nvSpPr>
          <p:cNvPr id="12" name="Content Placeholder 11">
            <a:extLst>
              <a:ext uri="{FF2B5EF4-FFF2-40B4-BE49-F238E27FC236}">
                <a16:creationId xmlns:a16="http://schemas.microsoft.com/office/drawing/2014/main" id="{9F43CCAD-85FD-4995-A9BA-957B88677717}"/>
              </a:ext>
            </a:extLst>
          </p:cNvPr>
          <p:cNvSpPr>
            <a:spLocks noGrp="1"/>
          </p:cNvSpPr>
          <p:nvPr>
            <p:ph sz="quarter" idx="19" hasCustomPrompt="1"/>
          </p:nvPr>
        </p:nvSpPr>
        <p:spPr>
          <a:xfrm>
            <a:off x="6126163" y="2468563"/>
            <a:ext cx="5761037" cy="2011362"/>
          </a:xfrm>
        </p:spPr>
        <p:txBody>
          <a:bodyPr/>
          <a:lstStyle/>
          <a:p>
            <a:pPr lvl="0"/>
            <a:r>
              <a:rPr lang="en-US"/>
              <a:t>First level 20pt (insert: guidelines, explanation, or usage)</a:t>
            </a:r>
          </a:p>
          <a:p>
            <a:pPr lvl="1"/>
            <a:r>
              <a:rPr lang="en-US"/>
              <a:t>Second level</a:t>
            </a:r>
          </a:p>
          <a:p>
            <a:pPr lvl="2"/>
            <a:r>
              <a:rPr lang="en-US"/>
              <a:t>Third level</a:t>
            </a:r>
          </a:p>
        </p:txBody>
      </p:sp>
      <p:sp>
        <p:nvSpPr>
          <p:cNvPr id="14" name="Content Placeholder 13">
            <a:extLst>
              <a:ext uri="{FF2B5EF4-FFF2-40B4-BE49-F238E27FC236}">
                <a16:creationId xmlns:a16="http://schemas.microsoft.com/office/drawing/2014/main" id="{ED33B527-DB9A-48A6-AB64-3FD9C211B381}"/>
              </a:ext>
            </a:extLst>
          </p:cNvPr>
          <p:cNvSpPr>
            <a:spLocks noGrp="1"/>
          </p:cNvSpPr>
          <p:nvPr>
            <p:ph sz="quarter" idx="20" hasCustomPrompt="1"/>
          </p:nvPr>
        </p:nvSpPr>
        <p:spPr>
          <a:xfrm>
            <a:off x="274638" y="2468563"/>
            <a:ext cx="5761037" cy="2011362"/>
          </a:xfrm>
        </p:spPr>
        <p:txBody>
          <a:bodyPr/>
          <a:lstStyle/>
          <a:p>
            <a:pPr lvl="0"/>
            <a:r>
              <a:rPr lang="en-US"/>
              <a:t>First level 20pt (insert: guidelines, explanation, or usage)</a:t>
            </a:r>
          </a:p>
          <a:p>
            <a:pPr lvl="1"/>
            <a:r>
              <a:rPr lang="en-US"/>
              <a:t>Second level</a:t>
            </a:r>
          </a:p>
          <a:p>
            <a:pPr lvl="2"/>
            <a:r>
              <a:rPr lang="en-US"/>
              <a:t>Third level</a:t>
            </a:r>
          </a:p>
        </p:txBody>
      </p:sp>
    </p:spTree>
    <p:extLst>
      <p:ext uri="{BB962C8B-B14F-4D97-AF65-F5344CB8AC3E}">
        <p14:creationId xmlns:p14="http://schemas.microsoft.com/office/powerpoint/2010/main" val="1001846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de/Scripts Vertical">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640080" y="1005840"/>
            <a:ext cx="5394960" cy="5486400"/>
          </a:xfrm>
          <a:prstGeom prst="rect">
            <a:avLst/>
          </a:prstGeom>
          <a:noFill/>
          <a:ln w="25400">
            <a:gradFill>
              <a:gsLst>
                <a:gs pos="0">
                  <a:srgbClr val="61CF5C"/>
                </a:gs>
                <a:gs pos="100000">
                  <a:srgbClr val="2CCCD3"/>
                </a:gs>
              </a:gsLst>
              <a:lin ang="5400000" scaled="1"/>
            </a:gradFill>
          </a:ln>
        </p:spPr>
        <p:txBody>
          <a:bodyPr vert="horz" lIns="731520" tIns="91440" rIns="91440" bIns="91440" rtlCol="0">
            <a:normAutofit/>
          </a:bodyPr>
          <a:lstStyle>
            <a:lvl1pPr>
              <a:defRPr lang="en-US" sz="1800" b="1" baseline="0" dirty="0">
                <a:solidFill>
                  <a:srgbClr val="333333"/>
                </a:solidFill>
                <a:latin typeface="Courier New" panose="02070309020205020404" pitchFamily="49" charset="0"/>
                <a:cs typeface="Courier New" panose="02070309020205020404" pitchFamily="49" charset="0"/>
              </a:defRPr>
            </a:lvl1pPr>
            <a:lvl2pPr>
              <a:defRPr lang="en-US" sz="1600" b="1" baseline="0" dirty="0">
                <a:solidFill>
                  <a:srgbClr val="333333"/>
                </a:solidFill>
                <a:latin typeface="Courier New" panose="02070309020205020404" pitchFamily="49" charset="0"/>
                <a:cs typeface="Courier New" panose="02070309020205020404" pitchFamily="49" charset="0"/>
              </a:defRPr>
            </a:lvl2pPr>
            <a:lvl3pPr>
              <a:defRPr lang="en-US" sz="1400" b="1" dirty="0">
                <a:solidFill>
                  <a:srgbClr val="333333"/>
                </a:solidFill>
                <a:latin typeface="Courier New" panose="02070309020205020404" pitchFamily="49" charset="0"/>
                <a:cs typeface="Courier New" panose="02070309020205020404" pitchFamily="49" charset="0"/>
              </a:defRPr>
            </a:lvl3pPr>
          </a:lstStyle>
          <a:p>
            <a:pPr marR="0" lvl="0" fontAlgn="auto">
              <a:lnSpc>
                <a:spcPct val="90000"/>
              </a:lnSpc>
              <a:spcAft>
                <a:spcPts val="0"/>
              </a:spcAft>
              <a:buClrTx/>
              <a:buSzTx/>
              <a:buFont typeface="Arial" panose="020B0604020202020204" pitchFamily="34" charset="0"/>
              <a:tabLst/>
            </a:pPr>
            <a:r>
              <a:rPr lang="en-US"/>
              <a:t>First level 18pt (insert: syntax of command-line construct) </a:t>
            </a:r>
          </a:p>
          <a:p>
            <a:pPr marL="365760" marR="0" lvl="1" indent="0" fontAlgn="auto">
              <a:lnSpc>
                <a:spcPct val="90000"/>
              </a:lnSpc>
              <a:spcBef>
                <a:spcPts val="1000"/>
              </a:spcBef>
              <a:spcAft>
                <a:spcPts val="0"/>
              </a:spcAft>
              <a:buClrTx/>
              <a:buSzTx/>
              <a:buNone/>
              <a:tabLst/>
            </a:pPr>
            <a:r>
              <a:rPr lang="en-US"/>
              <a:t>Second level 16pt</a:t>
            </a:r>
          </a:p>
          <a:p>
            <a:pPr marR="0" lvl="2" indent="0" fontAlgn="auto">
              <a:lnSpc>
                <a:spcPct val="90000"/>
              </a:lnSpc>
              <a:spcBef>
                <a:spcPts val="1000"/>
              </a:spcBef>
              <a:spcAft>
                <a:spcPts val="0"/>
              </a:spcAft>
              <a:buClrTx/>
              <a:buSzTx/>
              <a:buFont typeface="Arial" panose="020B0604020202020204" pitchFamily="34" charset="0"/>
              <a:buNone/>
              <a:tabLst/>
            </a:pPr>
            <a:r>
              <a:rPr lang="en-US">
                <a:latin typeface="Courier New" panose="02070309020205020404" pitchFamily="49" charset="0"/>
                <a:cs typeface="Courier New" panose="02070309020205020404" pitchFamily="49" charset="0"/>
              </a:rPr>
              <a:t>Third level 14pt</a:t>
            </a:r>
            <a:endParaRPr lang="en-US"/>
          </a:p>
        </p:txBody>
      </p:sp>
      <p:sp>
        <p:nvSpPr>
          <p:cNvPr id="8" name="Content Placeholder 7"/>
          <p:cNvSpPr>
            <a:spLocks noGrp="1"/>
          </p:cNvSpPr>
          <p:nvPr>
            <p:ph sz="quarter" idx="13" hasCustomPrompt="1"/>
          </p:nvPr>
        </p:nvSpPr>
        <p:spPr>
          <a:xfrm>
            <a:off x="6126480" y="1005840"/>
            <a:ext cx="5760720" cy="1371600"/>
          </a:xfrm>
          <a:prstGeom prst="rect">
            <a:avLst/>
          </a:prstGeom>
        </p:spPr>
        <p:txBody>
          <a:bodyPr/>
          <a:lstStyle>
            <a:lvl1pPr marL="0" indent="0">
              <a:buFontTx/>
              <a:buNone/>
              <a:defRPr sz="2000"/>
            </a:lvl1pPr>
            <a:lvl2pPr>
              <a:defRPr/>
            </a:lvl2pPr>
            <a:lvl3pPr>
              <a:defRPr/>
            </a:lvl3pPr>
          </a:lstStyle>
          <a:p>
            <a:pPr lvl="0"/>
            <a:r>
              <a:rPr lang="en-US"/>
              <a:t>First level 20pt (insert: guidelines, explanation, or usage)</a:t>
            </a:r>
          </a:p>
          <a:p>
            <a:pPr lvl="1"/>
            <a:r>
              <a:rPr lang="en-US"/>
              <a:t>Second level 18pt</a:t>
            </a:r>
          </a:p>
        </p:txBody>
      </p:sp>
      <p:sp>
        <p:nvSpPr>
          <p:cNvPr id="5" name="Title 4"/>
          <p:cNvSpPr>
            <a:spLocks noGrp="1"/>
          </p:cNvSpPr>
          <p:nvPr>
            <p:ph type="title"/>
          </p:nvPr>
        </p:nvSpPr>
        <p:spPr/>
        <p:txBody>
          <a:bodyPr/>
          <a:lstStyle/>
          <a:p>
            <a:r>
              <a:rPr lang="en-US"/>
              <a:t>Click to edit Master title style</a:t>
            </a:r>
          </a:p>
        </p:txBody>
      </p:sp>
      <p:sp>
        <p:nvSpPr>
          <p:cNvPr id="7" name="Content Placeholder 6">
            <a:extLst>
              <a:ext uri="{FF2B5EF4-FFF2-40B4-BE49-F238E27FC236}">
                <a16:creationId xmlns:a16="http://schemas.microsoft.com/office/drawing/2014/main" id="{FD116991-9908-433B-9F4D-26AFDDE259F4}"/>
              </a:ext>
            </a:extLst>
          </p:cNvPr>
          <p:cNvSpPr>
            <a:spLocks noGrp="1"/>
          </p:cNvSpPr>
          <p:nvPr>
            <p:ph sz="quarter" idx="16" hasCustomPrompt="1"/>
          </p:nvPr>
        </p:nvSpPr>
        <p:spPr>
          <a:xfrm>
            <a:off x="6126163" y="2468880"/>
            <a:ext cx="5761037" cy="4023360"/>
          </a:xfrm>
          <a:prstGeom prst="rect">
            <a:avLst/>
          </a:prstGeom>
        </p:spPr>
        <p:txBody>
          <a:bodyPr/>
          <a:lstStyle>
            <a:lvl1pPr>
              <a:defRPr sz="1800" b="1">
                <a:solidFill>
                  <a:srgbClr val="147BD1"/>
                </a:solidFill>
                <a:latin typeface="Courier New" panose="02070309020205020404" pitchFamily="49" charset="0"/>
                <a:cs typeface="Courier New" panose="02070309020205020404" pitchFamily="49" charset="0"/>
              </a:defRPr>
            </a:lvl1pPr>
            <a:lvl2pPr marL="91440" indent="0">
              <a:buFontTx/>
              <a:buNone/>
              <a:defRPr sz="1600" b="1">
                <a:solidFill>
                  <a:srgbClr val="147BD1"/>
                </a:solidFill>
                <a:latin typeface="Courier New" panose="02070309020205020404" pitchFamily="49" charset="0"/>
                <a:cs typeface="Courier New" panose="02070309020205020404" pitchFamily="49" charset="0"/>
              </a:defRPr>
            </a:lvl2pPr>
            <a:lvl3pPr marL="365760" indent="0">
              <a:buFontTx/>
              <a:buNone/>
              <a:defRPr sz="1400" b="1">
                <a:solidFill>
                  <a:srgbClr val="147BD1"/>
                </a:solidFill>
                <a:latin typeface="Courier New" panose="02070309020205020404" pitchFamily="49" charset="0"/>
                <a:cs typeface="Courier New" panose="02070309020205020404" pitchFamily="49" charset="0"/>
              </a:defRPr>
            </a:lvl3pPr>
            <a:lvl4pPr marL="640080" indent="0">
              <a:buFontTx/>
              <a:buNone/>
              <a:defRPr sz="1200" b="1">
                <a:solidFill>
                  <a:srgbClr val="147BD1"/>
                </a:solidFill>
                <a:latin typeface="Courier New" panose="02070309020205020404" pitchFamily="49" charset="0"/>
                <a:cs typeface="Courier New" panose="02070309020205020404" pitchFamily="49" charset="0"/>
              </a:defRPr>
            </a:lvl4pPr>
          </a:lstStyle>
          <a:p>
            <a:pPr lvl="0"/>
            <a:r>
              <a:rPr lang="en-US"/>
              <a:t>First level 18pt Courier New (insert: example of code or script highlighting construct)</a:t>
            </a:r>
          </a:p>
          <a:p>
            <a:pPr lvl="1"/>
            <a:r>
              <a:rPr lang="en-US"/>
              <a:t>Second level 16pt</a:t>
            </a:r>
          </a:p>
          <a:p>
            <a:pPr lvl="2"/>
            <a:r>
              <a:rPr lang="en-US"/>
              <a:t>Third level 14pt</a:t>
            </a:r>
          </a:p>
          <a:p>
            <a:pPr lvl="3"/>
            <a:r>
              <a:rPr lang="en-US"/>
              <a:t>Fourth level 12pt</a:t>
            </a:r>
          </a:p>
        </p:txBody>
      </p:sp>
      <p:sp>
        <p:nvSpPr>
          <p:cNvPr id="2" name="Footer Placeholder 1">
            <a:extLst>
              <a:ext uri="{FF2B5EF4-FFF2-40B4-BE49-F238E27FC236}">
                <a16:creationId xmlns:a16="http://schemas.microsoft.com/office/drawing/2014/main" id="{BDB408DB-22C6-4C39-9983-ABB6715C8FDE}"/>
              </a:ext>
            </a:extLst>
          </p:cNvPr>
          <p:cNvSpPr>
            <a:spLocks noGrp="1"/>
          </p:cNvSpPr>
          <p:nvPr>
            <p:ph type="ftr" sz="quarter" idx="17"/>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p>
        </p:txBody>
      </p:sp>
      <p:sp>
        <p:nvSpPr>
          <p:cNvPr id="9" name="Slide Number Placeholder 8">
            <a:extLst>
              <a:ext uri="{FF2B5EF4-FFF2-40B4-BE49-F238E27FC236}">
                <a16:creationId xmlns:a16="http://schemas.microsoft.com/office/drawing/2014/main" id="{462B135A-BE8C-4664-973A-E487A0D02BBF}"/>
              </a:ext>
            </a:extLst>
          </p:cNvPr>
          <p:cNvSpPr>
            <a:spLocks noGrp="1"/>
          </p:cNvSpPr>
          <p:nvPr>
            <p:ph type="sldNum" sz="quarter" idx="18"/>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706046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de/Scripts Horizontal">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640080" y="1005840"/>
            <a:ext cx="5303520" cy="4023360"/>
          </a:xfrm>
          <a:prstGeom prst="rect">
            <a:avLst/>
          </a:prstGeom>
          <a:noFill/>
          <a:ln w="25400">
            <a:gradFill>
              <a:gsLst>
                <a:gs pos="0">
                  <a:srgbClr val="61CF5C"/>
                </a:gs>
                <a:gs pos="100000">
                  <a:srgbClr val="2CCCD3"/>
                </a:gs>
              </a:gsLst>
              <a:lin ang="5400000" scaled="1"/>
            </a:gradFill>
          </a:ln>
        </p:spPr>
        <p:txBody>
          <a:bodyPr vert="horz" lIns="731520" tIns="91440" rIns="91440" bIns="91440" rtlCol="0">
            <a:normAutofit/>
          </a:bodyPr>
          <a:lstStyle>
            <a:lvl1pPr>
              <a:defRPr lang="en-US" sz="1800" b="1" baseline="0" dirty="0">
                <a:solidFill>
                  <a:srgbClr val="333333"/>
                </a:solidFill>
                <a:latin typeface="Courier New" panose="02070309020205020404" pitchFamily="49" charset="0"/>
                <a:cs typeface="Courier New" panose="02070309020205020404" pitchFamily="49" charset="0"/>
              </a:defRPr>
            </a:lvl1pPr>
            <a:lvl2pPr>
              <a:defRPr lang="en-US" sz="1600" b="1" baseline="0" dirty="0">
                <a:solidFill>
                  <a:srgbClr val="333333"/>
                </a:solidFill>
                <a:latin typeface="Courier New" panose="02070309020205020404" pitchFamily="49" charset="0"/>
                <a:cs typeface="Courier New" panose="02070309020205020404" pitchFamily="49" charset="0"/>
              </a:defRPr>
            </a:lvl2pPr>
            <a:lvl3pPr>
              <a:defRPr lang="en-US" sz="1400" b="1" dirty="0">
                <a:solidFill>
                  <a:srgbClr val="333333"/>
                </a:solidFill>
                <a:latin typeface="Courier New" panose="02070309020205020404" pitchFamily="49" charset="0"/>
                <a:cs typeface="Courier New" panose="02070309020205020404" pitchFamily="49" charset="0"/>
              </a:defRPr>
            </a:lvl3pPr>
          </a:lstStyle>
          <a:p>
            <a:pPr marR="0" lvl="0" fontAlgn="auto">
              <a:lnSpc>
                <a:spcPct val="90000"/>
              </a:lnSpc>
              <a:spcAft>
                <a:spcPts val="0"/>
              </a:spcAft>
              <a:buClrTx/>
              <a:buSzTx/>
              <a:buFont typeface="Arial" panose="020B0604020202020204" pitchFamily="34" charset="0"/>
              <a:tabLst/>
            </a:pPr>
            <a:r>
              <a:rPr lang="en-US"/>
              <a:t>First level 18pt (insert: syntax of command-line construct)</a:t>
            </a:r>
          </a:p>
          <a:p>
            <a:pPr marL="365760" marR="0" lvl="1" indent="0" fontAlgn="auto">
              <a:lnSpc>
                <a:spcPct val="90000"/>
              </a:lnSpc>
              <a:spcBef>
                <a:spcPts val="1000"/>
              </a:spcBef>
              <a:spcAft>
                <a:spcPts val="0"/>
              </a:spcAft>
              <a:buClrTx/>
              <a:buSzTx/>
              <a:buNone/>
              <a:tabLst/>
            </a:pPr>
            <a:r>
              <a:rPr lang="en-US"/>
              <a:t>Second level 16pt</a:t>
            </a:r>
          </a:p>
          <a:p>
            <a:pPr marR="0" lvl="2" indent="0" fontAlgn="auto">
              <a:lnSpc>
                <a:spcPct val="90000"/>
              </a:lnSpc>
              <a:spcBef>
                <a:spcPts val="1000"/>
              </a:spcBef>
              <a:spcAft>
                <a:spcPts val="0"/>
              </a:spcAft>
              <a:buClrTx/>
              <a:buSzTx/>
              <a:buFont typeface="Arial" panose="020B0604020202020204" pitchFamily="34" charset="0"/>
              <a:buNone/>
              <a:tabLst/>
            </a:pPr>
            <a:r>
              <a:rPr lang="en-US">
                <a:latin typeface="Courier New" panose="02070309020205020404" pitchFamily="49" charset="0"/>
                <a:cs typeface="Courier New" panose="02070309020205020404" pitchFamily="49" charset="0"/>
              </a:rPr>
              <a:t>Third level 14pt</a:t>
            </a:r>
            <a:endParaRPr lang="en-US"/>
          </a:p>
        </p:txBody>
      </p:sp>
      <p:sp>
        <p:nvSpPr>
          <p:cNvPr id="8" name="Content Placeholder 7"/>
          <p:cNvSpPr>
            <a:spLocks noGrp="1"/>
          </p:cNvSpPr>
          <p:nvPr>
            <p:ph sz="quarter" idx="13" hasCustomPrompt="1"/>
          </p:nvPr>
        </p:nvSpPr>
        <p:spPr>
          <a:xfrm>
            <a:off x="274320" y="5120640"/>
            <a:ext cx="11612880" cy="1371600"/>
          </a:xfrm>
          <a:prstGeom prst="rect">
            <a:avLst/>
          </a:prstGeom>
        </p:spPr>
        <p:txBody>
          <a:bodyPr/>
          <a:lstStyle>
            <a:lvl1pPr marL="0" indent="0">
              <a:buFontTx/>
              <a:buNone/>
              <a:defRPr sz="2000"/>
            </a:lvl1pPr>
            <a:lvl2pPr>
              <a:defRPr/>
            </a:lvl2pPr>
            <a:lvl3pPr>
              <a:defRPr/>
            </a:lvl3pPr>
          </a:lstStyle>
          <a:p>
            <a:pPr lvl="0"/>
            <a:r>
              <a:rPr lang="en-US"/>
              <a:t>First level 20pt (insert: guidelines, explanation, or usage)</a:t>
            </a:r>
          </a:p>
          <a:p>
            <a:pPr lvl="1"/>
            <a:r>
              <a:rPr lang="en-US"/>
              <a:t>Second level 18pt</a:t>
            </a:r>
          </a:p>
          <a:p>
            <a:pPr lvl="2"/>
            <a:r>
              <a:rPr lang="en-US"/>
              <a:t>Third level 16pt</a:t>
            </a:r>
          </a:p>
        </p:txBody>
      </p:sp>
      <p:sp>
        <p:nvSpPr>
          <p:cNvPr id="5" name="Title 4"/>
          <p:cNvSpPr>
            <a:spLocks noGrp="1"/>
          </p:cNvSpPr>
          <p:nvPr>
            <p:ph type="title"/>
          </p:nvPr>
        </p:nvSpPr>
        <p:spPr/>
        <p:txBody>
          <a:bodyPr/>
          <a:lstStyle/>
          <a:p>
            <a:r>
              <a:rPr lang="en-US"/>
              <a:t>Click to edit Master title style</a:t>
            </a:r>
          </a:p>
        </p:txBody>
      </p:sp>
      <p:sp>
        <p:nvSpPr>
          <p:cNvPr id="12" name="Content Placeholder 11"/>
          <p:cNvSpPr>
            <a:spLocks noGrp="1"/>
          </p:cNvSpPr>
          <p:nvPr>
            <p:ph sz="quarter" idx="16" hasCustomPrompt="1"/>
          </p:nvPr>
        </p:nvSpPr>
        <p:spPr>
          <a:xfrm>
            <a:off x="6126480" y="1005840"/>
            <a:ext cx="5760720" cy="4023360"/>
          </a:xfrm>
          <a:prstGeom prst="rect">
            <a:avLst/>
          </a:prstGeom>
        </p:spPr>
        <p:txBody>
          <a:bodyPr/>
          <a:lstStyle>
            <a:lvl1pPr>
              <a:defRPr sz="1800" b="1">
                <a:solidFill>
                  <a:srgbClr val="147BD1"/>
                </a:solidFill>
                <a:latin typeface="Courier New" panose="02070309020205020404" pitchFamily="49" charset="0"/>
                <a:cs typeface="Courier New" panose="02070309020205020404" pitchFamily="49" charset="0"/>
              </a:defRPr>
            </a:lvl1pPr>
            <a:lvl2pPr marL="91440" indent="0">
              <a:buFontTx/>
              <a:buNone/>
              <a:defRPr sz="1600" b="1">
                <a:solidFill>
                  <a:srgbClr val="147BD1"/>
                </a:solidFill>
                <a:latin typeface="Courier New" panose="02070309020205020404" pitchFamily="49" charset="0"/>
                <a:cs typeface="Courier New" panose="02070309020205020404" pitchFamily="49" charset="0"/>
              </a:defRPr>
            </a:lvl2pPr>
            <a:lvl3pPr marL="365760" indent="0">
              <a:buFontTx/>
              <a:buNone/>
              <a:defRPr sz="1400" b="1">
                <a:solidFill>
                  <a:srgbClr val="147BD1"/>
                </a:solidFill>
                <a:latin typeface="Courier New" panose="02070309020205020404" pitchFamily="49" charset="0"/>
                <a:cs typeface="Courier New" panose="02070309020205020404" pitchFamily="49" charset="0"/>
              </a:defRPr>
            </a:lvl3pPr>
            <a:lvl4pPr marL="640080" indent="0">
              <a:buFontTx/>
              <a:buNone/>
              <a:defRPr sz="1200" b="1">
                <a:solidFill>
                  <a:srgbClr val="147BD1"/>
                </a:solidFill>
                <a:latin typeface="Courier New" panose="02070309020205020404" pitchFamily="49" charset="0"/>
                <a:cs typeface="Courier New" panose="02070309020205020404" pitchFamily="49" charset="0"/>
              </a:defRPr>
            </a:lvl4pPr>
          </a:lstStyle>
          <a:p>
            <a:pPr lvl="0"/>
            <a:r>
              <a:rPr lang="en-US"/>
              <a:t>First level 18pt Courier New (insert: example of </a:t>
            </a:r>
            <a:r>
              <a:rPr lang="en-US" err="1"/>
              <a:t>code|script</a:t>
            </a:r>
            <a:r>
              <a:rPr lang="en-US"/>
              <a:t> highlighting construct)</a:t>
            </a:r>
          </a:p>
          <a:p>
            <a:pPr lvl="1"/>
            <a:r>
              <a:rPr lang="en-US"/>
              <a:t>Second level 16pt</a:t>
            </a:r>
          </a:p>
          <a:p>
            <a:pPr lvl="2"/>
            <a:r>
              <a:rPr lang="en-US"/>
              <a:t>Third level 14pt</a:t>
            </a:r>
          </a:p>
          <a:p>
            <a:pPr lvl="3"/>
            <a:r>
              <a:rPr lang="en-US"/>
              <a:t>Fourth level 12pt</a:t>
            </a:r>
          </a:p>
        </p:txBody>
      </p:sp>
      <p:sp>
        <p:nvSpPr>
          <p:cNvPr id="2" name="Footer Placeholder 1">
            <a:extLst>
              <a:ext uri="{FF2B5EF4-FFF2-40B4-BE49-F238E27FC236}">
                <a16:creationId xmlns:a16="http://schemas.microsoft.com/office/drawing/2014/main" id="{EFE28A82-CE06-4C7D-8D50-8F0941E582B7}"/>
              </a:ext>
            </a:extLst>
          </p:cNvPr>
          <p:cNvSpPr>
            <a:spLocks noGrp="1"/>
          </p:cNvSpPr>
          <p:nvPr>
            <p:ph type="ftr" sz="quarter" idx="17"/>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p>
        </p:txBody>
      </p:sp>
      <p:sp>
        <p:nvSpPr>
          <p:cNvPr id="7" name="Slide Number Placeholder 6">
            <a:extLst>
              <a:ext uri="{FF2B5EF4-FFF2-40B4-BE49-F238E27FC236}">
                <a16:creationId xmlns:a16="http://schemas.microsoft.com/office/drawing/2014/main" id="{5E63C453-2F3E-4BE4-B2FD-28FB0A952322}"/>
              </a:ext>
            </a:extLst>
          </p:cNvPr>
          <p:cNvSpPr>
            <a:spLocks noGrp="1"/>
          </p:cNvSpPr>
          <p:nvPr>
            <p:ph type="sldNum" sz="quarter" idx="18"/>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24141521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oxes (4)">
    <p:spTree>
      <p:nvGrpSpPr>
        <p:cNvPr id="1" name=""/>
        <p:cNvGrpSpPr/>
        <p:nvPr/>
      </p:nvGrpSpPr>
      <p:grpSpPr>
        <a:xfrm>
          <a:off x="0" y="0"/>
          <a:ext cx="0" cy="0"/>
          <a:chOff x="0" y="0"/>
          <a:chExt cx="0" cy="0"/>
        </a:xfrm>
      </p:grpSpPr>
      <p:sp>
        <p:nvSpPr>
          <p:cNvPr id="11" name="Content Placeholder 2"/>
          <p:cNvSpPr>
            <a:spLocks noGrp="1"/>
          </p:cNvSpPr>
          <p:nvPr>
            <p:ph idx="11" hasCustomPrompt="1"/>
          </p:nvPr>
        </p:nvSpPr>
        <p:spPr>
          <a:xfrm>
            <a:off x="274320" y="2392680"/>
            <a:ext cx="5486400" cy="1371600"/>
          </a:xfrm>
          <a:prstGeom prst="rect">
            <a:avLst/>
          </a:prstGeom>
          <a:solidFill>
            <a:schemeClr val="bg1"/>
          </a:solidFill>
        </p:spPr>
        <p:txBody>
          <a:bodyPr lIns="182880" tIns="91440" rIns="91440" bIns="91440" anchor="t" anchorCtr="0">
            <a:normAutofit/>
          </a:bodyPr>
          <a:lstStyle>
            <a:lvl1pPr marL="0" indent="0">
              <a:buNone/>
              <a:defRPr sz="2000" baseline="0">
                <a:solidFill>
                  <a:schemeClr val="tx1"/>
                </a:solidFill>
              </a:defRPr>
            </a:lvl1pPr>
            <a:lvl2pPr>
              <a:defRPr/>
            </a:lvl2pPr>
          </a:lstStyle>
          <a:p>
            <a:r>
              <a:rPr lang="en-US"/>
              <a:t>20pt (add: definition or answer)</a:t>
            </a:r>
          </a:p>
          <a:p>
            <a:pPr lvl="1"/>
            <a:r>
              <a:rPr lang="en-US" b="0"/>
              <a:t>Second level 18pt</a:t>
            </a:r>
          </a:p>
        </p:txBody>
      </p:sp>
      <p:sp>
        <p:nvSpPr>
          <p:cNvPr id="9" name="Content Placeholder 2"/>
          <p:cNvSpPr>
            <a:spLocks noGrp="1"/>
          </p:cNvSpPr>
          <p:nvPr>
            <p:ph idx="10" hasCustomPrompt="1"/>
          </p:nvPr>
        </p:nvSpPr>
        <p:spPr>
          <a:xfrm>
            <a:off x="763206" y="1005840"/>
            <a:ext cx="502920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a:t>20pt (add: term or question)</a:t>
            </a:r>
          </a:p>
          <a:p>
            <a:pPr marL="365760" lvl="1" indent="-274320">
              <a:buClr>
                <a:srgbClr val="147BD1"/>
              </a:buClr>
            </a:pPr>
            <a:r>
              <a:rPr lang="en-US" b="0"/>
              <a:t>Second level 18pt</a:t>
            </a:r>
          </a:p>
        </p:txBody>
      </p:sp>
      <p:sp>
        <p:nvSpPr>
          <p:cNvPr id="15" name="Content Placeholder 2"/>
          <p:cNvSpPr>
            <a:spLocks noGrp="1"/>
          </p:cNvSpPr>
          <p:nvPr>
            <p:ph idx="12" hasCustomPrompt="1"/>
          </p:nvPr>
        </p:nvSpPr>
        <p:spPr>
          <a:xfrm>
            <a:off x="6400799" y="2392680"/>
            <a:ext cx="5486400" cy="1371600"/>
          </a:xfrm>
          <a:prstGeom prst="rect">
            <a:avLst/>
          </a:prstGeom>
          <a:solidFill>
            <a:schemeClr val="bg1"/>
          </a:solidFill>
        </p:spPr>
        <p:txBody>
          <a:bodyPr lIns="182880" tIns="91440" rIns="91440" bIns="91440" anchor="t" anchorCtr="0">
            <a:normAutofit/>
          </a:bodyPr>
          <a:lstStyle>
            <a:lvl1pPr marL="0" indent="0">
              <a:buNone/>
              <a:defRPr sz="2000" baseline="0">
                <a:solidFill>
                  <a:schemeClr val="tx1"/>
                </a:solidFill>
              </a:defRPr>
            </a:lvl1pPr>
          </a:lstStyle>
          <a:p>
            <a:r>
              <a:rPr lang="en-US"/>
              <a:t>20pt (add: definition or answer)</a:t>
            </a:r>
          </a:p>
          <a:p>
            <a:pPr lvl="1"/>
            <a:r>
              <a:rPr lang="en-US" b="0"/>
              <a:t>Second level 18pt</a:t>
            </a:r>
          </a:p>
        </p:txBody>
      </p:sp>
      <p:sp>
        <p:nvSpPr>
          <p:cNvPr id="16" name="Content Placeholder 2"/>
          <p:cNvSpPr>
            <a:spLocks noGrp="1"/>
          </p:cNvSpPr>
          <p:nvPr>
            <p:ph idx="13" hasCustomPrompt="1"/>
          </p:nvPr>
        </p:nvSpPr>
        <p:spPr>
          <a:xfrm>
            <a:off x="6857999" y="1005840"/>
            <a:ext cx="502920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a:t>20pt (add: term or question)</a:t>
            </a:r>
          </a:p>
          <a:p>
            <a:pPr marL="365760" lvl="1" indent="-274320">
              <a:buClr>
                <a:srgbClr val="147BD1"/>
              </a:buClr>
            </a:pPr>
            <a:r>
              <a:rPr lang="en-US" b="0"/>
              <a:t>Second level 18pt</a:t>
            </a:r>
          </a:p>
        </p:txBody>
      </p:sp>
      <p:sp>
        <p:nvSpPr>
          <p:cNvPr id="17" name="Content Placeholder 2"/>
          <p:cNvSpPr>
            <a:spLocks noGrp="1"/>
          </p:cNvSpPr>
          <p:nvPr>
            <p:ph idx="14" hasCustomPrompt="1"/>
          </p:nvPr>
        </p:nvSpPr>
        <p:spPr>
          <a:xfrm>
            <a:off x="274320" y="5166360"/>
            <a:ext cx="5486400" cy="1371600"/>
          </a:xfrm>
          <a:prstGeom prst="rect">
            <a:avLst/>
          </a:prstGeom>
          <a:solidFill>
            <a:schemeClr val="bg1"/>
          </a:solidFill>
        </p:spPr>
        <p:txBody>
          <a:bodyPr lIns="182880" tIns="91440" rIns="91440" bIns="91440" anchor="t" anchorCtr="0">
            <a:normAutofit/>
          </a:bodyPr>
          <a:lstStyle>
            <a:lvl1pPr marL="0" indent="0">
              <a:buNone/>
              <a:defRPr sz="2000" baseline="0">
                <a:solidFill>
                  <a:schemeClr val="tx1"/>
                </a:solidFill>
              </a:defRPr>
            </a:lvl1pPr>
          </a:lstStyle>
          <a:p>
            <a:r>
              <a:rPr lang="en-US"/>
              <a:t>20pt (add: definition or answer)</a:t>
            </a:r>
          </a:p>
          <a:p>
            <a:pPr lvl="1"/>
            <a:r>
              <a:rPr lang="en-US" b="0"/>
              <a:t>Second level 18pt</a:t>
            </a:r>
          </a:p>
        </p:txBody>
      </p:sp>
      <p:sp>
        <p:nvSpPr>
          <p:cNvPr id="18" name="Content Placeholder 2"/>
          <p:cNvSpPr>
            <a:spLocks noGrp="1"/>
          </p:cNvSpPr>
          <p:nvPr>
            <p:ph idx="15" hasCustomPrompt="1"/>
          </p:nvPr>
        </p:nvSpPr>
        <p:spPr>
          <a:xfrm>
            <a:off x="763206" y="3779520"/>
            <a:ext cx="502920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a:t>20pt (add: term or question)</a:t>
            </a:r>
          </a:p>
          <a:p>
            <a:pPr marL="365760" lvl="1" indent="-274320">
              <a:buClr>
                <a:srgbClr val="147BD1"/>
              </a:buClr>
            </a:pPr>
            <a:r>
              <a:rPr lang="en-US" b="0"/>
              <a:t>Second level 18pt</a:t>
            </a:r>
          </a:p>
        </p:txBody>
      </p:sp>
      <p:sp>
        <p:nvSpPr>
          <p:cNvPr id="19" name="Content Placeholder 2"/>
          <p:cNvSpPr>
            <a:spLocks noGrp="1"/>
          </p:cNvSpPr>
          <p:nvPr>
            <p:ph idx="16" hasCustomPrompt="1"/>
          </p:nvPr>
        </p:nvSpPr>
        <p:spPr>
          <a:xfrm>
            <a:off x="6400799" y="5166360"/>
            <a:ext cx="5486400" cy="1371600"/>
          </a:xfrm>
          <a:prstGeom prst="rect">
            <a:avLst/>
          </a:prstGeom>
          <a:solidFill>
            <a:schemeClr val="bg1"/>
          </a:solidFill>
        </p:spPr>
        <p:txBody>
          <a:bodyPr lIns="182880" tIns="91440" rIns="91440" bIns="91440" anchor="t" anchorCtr="0">
            <a:normAutofit/>
          </a:bodyPr>
          <a:lstStyle>
            <a:lvl1pPr marL="0" indent="0">
              <a:buNone/>
              <a:defRPr sz="2000" baseline="0">
                <a:solidFill>
                  <a:schemeClr val="tx1"/>
                </a:solidFill>
              </a:defRPr>
            </a:lvl1pPr>
          </a:lstStyle>
          <a:p>
            <a:r>
              <a:rPr lang="en-US"/>
              <a:t>20pt (add: definition or answer)</a:t>
            </a:r>
          </a:p>
          <a:p>
            <a:pPr lvl="1"/>
            <a:r>
              <a:rPr lang="en-US" b="0"/>
              <a:t>Second level 18pt</a:t>
            </a:r>
          </a:p>
        </p:txBody>
      </p:sp>
      <p:sp>
        <p:nvSpPr>
          <p:cNvPr id="20" name="Content Placeholder 2"/>
          <p:cNvSpPr>
            <a:spLocks noGrp="1"/>
          </p:cNvSpPr>
          <p:nvPr>
            <p:ph idx="17" hasCustomPrompt="1"/>
          </p:nvPr>
        </p:nvSpPr>
        <p:spPr>
          <a:xfrm>
            <a:off x="6857999" y="3779520"/>
            <a:ext cx="502920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a:t>20pt (add: term or question)</a:t>
            </a:r>
          </a:p>
          <a:p>
            <a:pPr marL="365760" lvl="1" indent="-274320">
              <a:buClr>
                <a:srgbClr val="147BD1"/>
              </a:buClr>
            </a:pPr>
            <a:r>
              <a:rPr lang="en-US" b="0"/>
              <a:t>Second level 18pt</a:t>
            </a:r>
          </a:p>
        </p:txBody>
      </p:sp>
      <p:sp>
        <p:nvSpPr>
          <p:cNvPr id="5" name="Title 4"/>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D36303D7-964E-4E80-9D95-FB667B570CBD}"/>
              </a:ext>
            </a:extLst>
          </p:cNvPr>
          <p:cNvSpPr>
            <a:spLocks noGrp="1"/>
          </p:cNvSpPr>
          <p:nvPr>
            <p:ph type="ftr" sz="quarter" idx="18"/>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p>
        </p:txBody>
      </p:sp>
      <p:sp>
        <p:nvSpPr>
          <p:cNvPr id="6" name="Slide Number Placeholder 5">
            <a:extLst>
              <a:ext uri="{FF2B5EF4-FFF2-40B4-BE49-F238E27FC236}">
                <a16:creationId xmlns:a16="http://schemas.microsoft.com/office/drawing/2014/main" id="{32E90317-C7ED-4060-8598-BBF8337CE4BE}"/>
              </a:ext>
            </a:extLst>
          </p:cNvPr>
          <p:cNvSpPr>
            <a:spLocks noGrp="1"/>
          </p:cNvSpPr>
          <p:nvPr>
            <p:ph type="sldNum" sz="quarter" idx="19"/>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16308529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ars (4)">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640080" y="1371599"/>
            <a:ext cx="2743200" cy="9144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stStyle>
          <a:p>
            <a:pPr lvl="0"/>
            <a:r>
              <a:rPr lang="en-US"/>
              <a:t>add: term or question</a:t>
            </a:r>
          </a:p>
        </p:txBody>
      </p:sp>
      <p:sp>
        <p:nvSpPr>
          <p:cNvPr id="8" name="Content Placeholder 7"/>
          <p:cNvSpPr>
            <a:spLocks noGrp="1"/>
          </p:cNvSpPr>
          <p:nvPr>
            <p:ph sz="quarter" idx="13" hasCustomPrompt="1"/>
          </p:nvPr>
        </p:nvSpPr>
        <p:spPr>
          <a:xfrm>
            <a:off x="3383280" y="1371599"/>
            <a:ext cx="8229600" cy="914400"/>
          </a:xfrm>
          <a:prstGeom prst="rect">
            <a:avLst/>
          </a:prstGeom>
          <a:noFill/>
        </p:spPr>
        <p:txBody>
          <a:bodyPr vert="horz" lIns="91440" tIns="91440" rIns="91440" bIns="91440" rtlCol="0" anchor="t" anchorCtr="0">
            <a:normAutofit/>
          </a:bodyPr>
          <a:lstStyle>
            <a:lvl1pPr>
              <a:defRPr lang="en-US" baseline="0" dirty="0"/>
            </a:lvl1pPr>
          </a:lstStyle>
          <a:p>
            <a:pPr lvl="0"/>
            <a:r>
              <a:rPr lang="en-US" sz="2000"/>
              <a:t>add: definition for term, or answer for question</a:t>
            </a:r>
            <a:endParaRPr lang="en-US"/>
          </a:p>
        </p:txBody>
      </p:sp>
      <p:sp>
        <p:nvSpPr>
          <p:cNvPr id="9" name="Content Placeholder 5"/>
          <p:cNvSpPr>
            <a:spLocks noGrp="1"/>
          </p:cNvSpPr>
          <p:nvPr>
            <p:ph sz="quarter" idx="14" hasCustomPrompt="1"/>
          </p:nvPr>
        </p:nvSpPr>
        <p:spPr>
          <a:xfrm>
            <a:off x="640080" y="2560320"/>
            <a:ext cx="2743200" cy="9144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stStyle>
          <a:p>
            <a:pPr lvl="0"/>
            <a:r>
              <a:rPr lang="en-US"/>
              <a:t>add: term or question</a:t>
            </a:r>
          </a:p>
        </p:txBody>
      </p:sp>
      <p:sp>
        <p:nvSpPr>
          <p:cNvPr id="10" name="Content Placeholder 7"/>
          <p:cNvSpPr>
            <a:spLocks noGrp="1"/>
          </p:cNvSpPr>
          <p:nvPr>
            <p:ph sz="quarter" idx="15" hasCustomPrompt="1"/>
          </p:nvPr>
        </p:nvSpPr>
        <p:spPr>
          <a:xfrm>
            <a:off x="3383280" y="2560320"/>
            <a:ext cx="8229600" cy="914400"/>
          </a:xfrm>
          <a:prstGeom prst="rect">
            <a:avLst/>
          </a:prstGeom>
          <a:noFill/>
        </p:spPr>
        <p:txBody>
          <a:bodyPr vert="horz" lIns="91440" tIns="91440" rIns="91440" bIns="91440" rtlCol="0" anchor="t" anchorCtr="0">
            <a:normAutofit/>
          </a:bodyPr>
          <a:lstStyle>
            <a:lvl1pPr>
              <a:defRPr lang="en-US" baseline="0" dirty="0"/>
            </a:lvl1pPr>
          </a:lstStyle>
          <a:p>
            <a:pPr lvl="0"/>
            <a:r>
              <a:rPr lang="en-US" sz="2000"/>
              <a:t>add: definition for term, or answer for question</a:t>
            </a:r>
            <a:endParaRPr lang="en-US"/>
          </a:p>
        </p:txBody>
      </p:sp>
      <p:sp>
        <p:nvSpPr>
          <p:cNvPr id="11" name="Content Placeholder 5"/>
          <p:cNvSpPr>
            <a:spLocks noGrp="1"/>
          </p:cNvSpPr>
          <p:nvPr>
            <p:ph sz="quarter" idx="16" hasCustomPrompt="1"/>
          </p:nvPr>
        </p:nvSpPr>
        <p:spPr>
          <a:xfrm>
            <a:off x="640080" y="3840480"/>
            <a:ext cx="2743200" cy="9144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stStyle>
          <a:p>
            <a:pPr lvl="0"/>
            <a:r>
              <a:rPr lang="en-US"/>
              <a:t>add: term or question</a:t>
            </a:r>
          </a:p>
        </p:txBody>
      </p:sp>
      <p:sp>
        <p:nvSpPr>
          <p:cNvPr id="12" name="Content Placeholder 7"/>
          <p:cNvSpPr>
            <a:spLocks noGrp="1"/>
          </p:cNvSpPr>
          <p:nvPr>
            <p:ph sz="quarter" idx="17" hasCustomPrompt="1"/>
          </p:nvPr>
        </p:nvSpPr>
        <p:spPr>
          <a:xfrm>
            <a:off x="3383280" y="3840480"/>
            <a:ext cx="8229600" cy="914400"/>
          </a:xfrm>
          <a:prstGeom prst="rect">
            <a:avLst/>
          </a:prstGeom>
          <a:noFill/>
        </p:spPr>
        <p:txBody>
          <a:bodyPr vert="horz" lIns="91440" tIns="91440" rIns="91440" bIns="91440" rtlCol="0" anchor="t" anchorCtr="0">
            <a:normAutofit/>
          </a:bodyPr>
          <a:lstStyle>
            <a:lvl1pPr>
              <a:defRPr lang="en-US" baseline="0" dirty="0"/>
            </a:lvl1pPr>
          </a:lstStyle>
          <a:p>
            <a:pPr lvl="0"/>
            <a:r>
              <a:rPr lang="en-US" sz="2000"/>
              <a:t>add: definition for term, or answer for question</a:t>
            </a:r>
            <a:endParaRPr lang="en-US"/>
          </a:p>
        </p:txBody>
      </p:sp>
      <p:sp>
        <p:nvSpPr>
          <p:cNvPr id="13" name="Content Placeholder 5"/>
          <p:cNvSpPr>
            <a:spLocks noGrp="1"/>
          </p:cNvSpPr>
          <p:nvPr>
            <p:ph sz="quarter" idx="18" hasCustomPrompt="1"/>
          </p:nvPr>
        </p:nvSpPr>
        <p:spPr>
          <a:xfrm>
            <a:off x="640080" y="5029200"/>
            <a:ext cx="2743200" cy="9144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stStyle>
          <a:p>
            <a:pPr lvl="0"/>
            <a:r>
              <a:rPr lang="en-US"/>
              <a:t>add: term or question</a:t>
            </a:r>
          </a:p>
        </p:txBody>
      </p:sp>
      <p:sp>
        <p:nvSpPr>
          <p:cNvPr id="14" name="Content Placeholder 7"/>
          <p:cNvSpPr>
            <a:spLocks noGrp="1"/>
          </p:cNvSpPr>
          <p:nvPr>
            <p:ph sz="quarter" idx="19" hasCustomPrompt="1"/>
          </p:nvPr>
        </p:nvSpPr>
        <p:spPr>
          <a:xfrm>
            <a:off x="3383280" y="5029200"/>
            <a:ext cx="8229600" cy="914400"/>
          </a:xfrm>
          <a:prstGeom prst="rect">
            <a:avLst/>
          </a:prstGeom>
          <a:noFill/>
        </p:spPr>
        <p:txBody>
          <a:bodyPr vert="horz" lIns="91440" tIns="91440" rIns="91440" bIns="91440" rtlCol="0" anchor="t" anchorCtr="0">
            <a:normAutofit/>
          </a:bodyPr>
          <a:lstStyle>
            <a:lvl1pPr>
              <a:defRPr lang="en-US" baseline="0" dirty="0"/>
            </a:lvl1pPr>
          </a:lstStyle>
          <a:p>
            <a:pPr lvl="0"/>
            <a:r>
              <a:rPr lang="en-US" sz="2000"/>
              <a:t>add: definition for term, or answer for question</a:t>
            </a:r>
            <a:endParaRPr lang="en-US"/>
          </a:p>
        </p:txBody>
      </p:sp>
      <p:sp>
        <p:nvSpPr>
          <p:cNvPr id="5" name="Title 4"/>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CC202275-74EC-460D-9787-1EC0B576B71A}"/>
              </a:ext>
            </a:extLst>
          </p:cNvPr>
          <p:cNvSpPr>
            <a:spLocks noGrp="1"/>
          </p:cNvSpPr>
          <p:nvPr>
            <p:ph type="ftr" sz="quarter" idx="2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p>
        </p:txBody>
      </p:sp>
      <p:sp>
        <p:nvSpPr>
          <p:cNvPr id="7" name="Slide Number Placeholder 6">
            <a:extLst>
              <a:ext uri="{FF2B5EF4-FFF2-40B4-BE49-F238E27FC236}">
                <a16:creationId xmlns:a16="http://schemas.microsoft.com/office/drawing/2014/main" id="{AC692B76-D854-49C7-9866-A243DE7291B5}"/>
              </a:ext>
            </a:extLst>
          </p:cNvPr>
          <p:cNvSpPr>
            <a:spLocks noGrp="1"/>
          </p:cNvSpPr>
          <p:nvPr>
            <p:ph type="sldNum" sz="quarter" idx="2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22487859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rror Bar">
    <p:spTree>
      <p:nvGrpSpPr>
        <p:cNvPr id="1" name=""/>
        <p:cNvGrpSpPr/>
        <p:nvPr/>
      </p:nvGrpSpPr>
      <p:grpSpPr>
        <a:xfrm>
          <a:off x="0" y="0"/>
          <a:ext cx="0" cy="0"/>
          <a:chOff x="0" y="0"/>
          <a:chExt cx="0" cy="0"/>
        </a:xfrm>
      </p:grpSpPr>
      <p:sp>
        <p:nvSpPr>
          <p:cNvPr id="13" name="Content Placeholder 4"/>
          <p:cNvSpPr>
            <a:spLocks noGrp="1"/>
          </p:cNvSpPr>
          <p:nvPr>
            <p:ph idx="1" hasCustomPrompt="1"/>
          </p:nvPr>
        </p:nvSpPr>
        <p:spPr>
          <a:xfrm>
            <a:off x="6126480" y="2468880"/>
            <a:ext cx="5760720" cy="4023360"/>
          </a:xfrm>
          <a:prstGeom prst="rect">
            <a:avLst/>
          </a:prstGeom>
        </p:spPr>
        <p:txBody>
          <a:bodyPr vert="horz" lIns="91440" tIns="45720" rIns="91440" bIns="45720" rtlCol="0">
            <a:normAutofit/>
          </a:bodyPr>
          <a:lstStyle>
            <a:lvl1pPr>
              <a:defRPr lang="en-US" dirty="0"/>
            </a:lvl1pPr>
            <a:lvl2pPr>
              <a:defRPr lang="en-US" noProof="0" dirty="0"/>
            </a:lvl2pPr>
            <a:lvl3pPr>
              <a:defRPr lang="en-US" noProof="0" dirty="0"/>
            </a:lvl3pPr>
            <a:lvl4pPr>
              <a:defRPr lang="en-US" dirty="0"/>
            </a:lvl4pPr>
          </a:lstStyle>
          <a:p>
            <a:pPr lvl="0"/>
            <a:r>
              <a:rPr lang="en-US"/>
              <a:t>First level 20pt (insert either: static image, table, video – For videos, or when it doesn’t fit here, add a separate Title Only slide)</a:t>
            </a:r>
          </a:p>
          <a:p>
            <a:pPr marL="365760" marR="0" lvl="1" indent="-273050" defTabSz="457200" fontAlgn="auto">
              <a:spcAft>
                <a:spcPts val="0"/>
              </a:spcAft>
              <a:buSzTx/>
              <a:tabLst/>
            </a:pPr>
            <a:r>
              <a:rPr kumimoji="0" lang="en-US" sz="1800" b="0" i="0" u="none" strike="noStrike" kern="1200" cap="none" spc="0" normalizeH="0" baseline="0" noProof="0">
                <a:ln>
                  <a:noFill/>
                </a:ln>
                <a:solidFill>
                  <a:srgbClr val="000000"/>
                </a:solidFill>
                <a:effectLst/>
                <a:uLnTx/>
                <a:uFillTx/>
                <a:latin typeface="+mn-lt"/>
                <a:ea typeface="+mn-ea"/>
                <a:cs typeface="+mn-cs"/>
              </a:rPr>
              <a:t>Second level 18pt</a:t>
            </a:r>
          </a:p>
          <a:p>
            <a:pPr marR="0" lvl="2" defTabSz="457200" fontAlgn="auto">
              <a:spcAft>
                <a:spcPts val="0"/>
              </a:spcAft>
              <a:buSzPct val="100000"/>
              <a:tabLst/>
            </a:pPr>
            <a:r>
              <a:rPr kumimoji="0" lang="en-US" sz="1600" b="0" i="0" u="none" strike="noStrike" kern="1200" cap="none" spc="0" normalizeH="0" baseline="0" noProof="0">
                <a:ln>
                  <a:noFill/>
                </a:ln>
                <a:solidFill>
                  <a:srgbClr val="000000"/>
                </a:solidFill>
                <a:effectLst/>
                <a:uLnTx/>
                <a:uFillTx/>
                <a:latin typeface="+mn-lt"/>
                <a:ea typeface="+mn-ea"/>
                <a:cs typeface="+mn-cs"/>
              </a:rPr>
              <a:t>Third level 16pt</a:t>
            </a:r>
          </a:p>
          <a:p>
            <a:pPr marR="0" lvl="3" defTabSz="457200" fontAlgn="auto">
              <a:spcAft>
                <a:spcPts val="0"/>
              </a:spcAft>
              <a:buSzTx/>
              <a:tabLst/>
            </a:pPr>
            <a:r>
              <a:rPr kumimoji="0" lang="en-US" sz="1400" b="0" i="0" u="none" strike="noStrike" kern="1200" cap="none" spc="0" normalizeH="0" baseline="0" noProof="0">
                <a:ln>
                  <a:noFill/>
                </a:ln>
                <a:solidFill>
                  <a:srgbClr val="000000"/>
                </a:solidFill>
                <a:effectLst/>
                <a:uLnTx/>
                <a:uFillTx/>
                <a:latin typeface="+mn-lt"/>
                <a:ea typeface="+mn-ea"/>
                <a:cs typeface="+mn-cs"/>
              </a:rPr>
              <a:t>Fourth level 14pt</a:t>
            </a:r>
            <a:endParaRPr lang="en-US"/>
          </a:p>
        </p:txBody>
      </p:sp>
      <p:sp>
        <p:nvSpPr>
          <p:cNvPr id="10" name="Content Placeholder 3"/>
          <p:cNvSpPr>
            <a:spLocks noGrp="1"/>
          </p:cNvSpPr>
          <p:nvPr>
            <p:ph idx="13" hasCustomPrompt="1"/>
          </p:nvPr>
        </p:nvSpPr>
        <p:spPr>
          <a:xfrm>
            <a:off x="274320" y="2468880"/>
            <a:ext cx="5760720" cy="201168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vl4pPr>
              <a:defRPr lang="en-US" dirty="0"/>
            </a:lvl4pPr>
          </a:lstStyle>
          <a:p>
            <a:pPr lvl="0"/>
            <a:r>
              <a:rPr lang="en-US"/>
              <a:t>First level 20pt (insert definition: include a brief explanation of the error)</a:t>
            </a:r>
          </a:p>
          <a:p>
            <a:pPr marL="365760" marR="0" lvl="1" indent="-273050" defTabSz="457200" fontAlgn="auto">
              <a:spcAft>
                <a:spcPts val="0"/>
              </a:spcAft>
              <a:buSzTx/>
              <a:tabLst/>
            </a:pPr>
            <a:r>
              <a:rPr lang="en-US"/>
              <a:t>Second level 18pt</a:t>
            </a:r>
          </a:p>
          <a:p>
            <a:pPr marR="0" lvl="2" defTabSz="457200" fontAlgn="auto">
              <a:spcAft>
                <a:spcPts val="0"/>
              </a:spcAft>
              <a:buSzPct val="100000"/>
              <a:tabLst/>
            </a:pPr>
            <a:r>
              <a:rPr lang="en-US"/>
              <a:t>Third level 16pt</a:t>
            </a:r>
          </a:p>
          <a:p>
            <a:pPr marR="0" lvl="3" defTabSz="457200" fontAlgn="auto">
              <a:spcAft>
                <a:spcPts val="0"/>
              </a:spcAft>
              <a:buSzTx/>
              <a:tabLst/>
            </a:pPr>
            <a:r>
              <a:rPr lang="en-US"/>
              <a:t>Fourth level 14pt</a:t>
            </a:r>
          </a:p>
        </p:txBody>
      </p:sp>
      <p:sp>
        <p:nvSpPr>
          <p:cNvPr id="9" name="Content Placeholder 2"/>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vl4pPr>
              <a:defRPr lang="en-US" baseline="0" dirty="0">
                <a:solidFill>
                  <a:srgbClr val="333333"/>
                </a:solidFill>
              </a:defRPr>
            </a:lvl4pPr>
          </a:lstStyle>
          <a:p>
            <a:pPr lvl="0"/>
            <a:r>
              <a:rPr lang="en-US"/>
              <a:t>First level 20pt (insert: Error Code and Message)</a:t>
            </a:r>
          </a:p>
          <a:p>
            <a:pPr marL="365760" lvl="1" indent="-274320"/>
            <a:r>
              <a:rPr lang="en-US"/>
              <a:t>Second level 18pt</a:t>
            </a:r>
          </a:p>
        </p:txBody>
      </p:sp>
      <p:sp>
        <p:nvSpPr>
          <p:cNvPr id="5" name="Title 4"/>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7C6565F7-10BC-4F90-AFB7-9BC557BA1573}"/>
              </a:ext>
            </a:extLst>
          </p:cNvPr>
          <p:cNvSpPr>
            <a:spLocks noGrp="1"/>
          </p:cNvSpPr>
          <p:nvPr>
            <p:ph type="ftr" sz="quarter" idx="14"/>
          </p:nvPr>
        </p:nvSpPr>
        <p:spPr/>
        <p:txBody>
          <a:bodyPr/>
          <a:lstStyle/>
          <a:p>
            <a:r>
              <a:rPr lang="en-US">
                <a:solidFill>
                  <a:schemeClr val="tx1"/>
                </a:solidFill>
                <a:cs typeface="Arial" panose="020B0604020202020204" pitchFamily="34" charset="0"/>
              </a:rPr>
              <a:t>© Cadence Design Systems, Inc. All rights reserved.</a:t>
            </a:r>
          </a:p>
        </p:txBody>
      </p:sp>
      <p:sp>
        <p:nvSpPr>
          <p:cNvPr id="6" name="Slide Number Placeholder 5">
            <a:extLst>
              <a:ext uri="{FF2B5EF4-FFF2-40B4-BE49-F238E27FC236}">
                <a16:creationId xmlns:a16="http://schemas.microsoft.com/office/drawing/2014/main" id="{61F539B4-B62E-450B-8A1E-91E4BC0CFF2A}"/>
              </a:ext>
            </a:extLst>
          </p:cNvPr>
          <p:cNvSpPr>
            <a:spLocks noGrp="1"/>
          </p:cNvSpPr>
          <p:nvPr>
            <p:ph type="sldNum" sz="quarter" idx="15"/>
          </p:nvPr>
        </p:nvSpPr>
        <p:spPr/>
        <p:txBody>
          <a:bodyPr/>
          <a:lstStyle/>
          <a:p>
            <a:fld id="{B6FA71F5-8E13-46C5-A63A-9121BEB3B8A9}" type="slidenum">
              <a:rPr lang="en-US" smtClean="0"/>
              <a:pPr/>
              <a:t>‹#›</a:t>
            </a:fld>
            <a:endParaRPr lang="en-US"/>
          </a:p>
        </p:txBody>
      </p:sp>
      <p:sp>
        <p:nvSpPr>
          <p:cNvPr id="8" name="Content Placeholder 3">
            <a:extLst>
              <a:ext uri="{FF2B5EF4-FFF2-40B4-BE49-F238E27FC236}">
                <a16:creationId xmlns:a16="http://schemas.microsoft.com/office/drawing/2014/main" id="{ECBD9DD2-AC25-411E-90E0-BC9783CAF60B}"/>
              </a:ext>
            </a:extLst>
          </p:cNvPr>
          <p:cNvSpPr>
            <a:spLocks noGrp="1"/>
          </p:cNvSpPr>
          <p:nvPr>
            <p:ph idx="16" hasCustomPrompt="1"/>
          </p:nvPr>
        </p:nvSpPr>
        <p:spPr>
          <a:xfrm>
            <a:off x="274320" y="4480560"/>
            <a:ext cx="5760720" cy="201168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vl4pPr>
              <a:defRPr lang="en-US" dirty="0"/>
            </a:lvl4pPr>
          </a:lstStyle>
          <a:p>
            <a:pPr lvl="0"/>
            <a:r>
              <a:rPr lang="en-US"/>
              <a:t>First level 20pt (insert: solution: provide a means for solving the error)</a:t>
            </a:r>
          </a:p>
          <a:p>
            <a:pPr marL="365760" marR="0" lvl="1" indent="-273050" defTabSz="457200" fontAlgn="auto">
              <a:spcAft>
                <a:spcPts val="0"/>
              </a:spcAft>
              <a:buSzTx/>
              <a:tabLst/>
            </a:pPr>
            <a:r>
              <a:rPr lang="en-US"/>
              <a:t>Second level 18pt</a:t>
            </a:r>
          </a:p>
          <a:p>
            <a:pPr marR="0" lvl="2" defTabSz="457200" fontAlgn="auto">
              <a:spcAft>
                <a:spcPts val="0"/>
              </a:spcAft>
              <a:buSzPct val="100000"/>
              <a:tabLst/>
            </a:pPr>
            <a:r>
              <a:rPr lang="en-US"/>
              <a:t>Third level 16pt</a:t>
            </a:r>
          </a:p>
          <a:p>
            <a:pPr marR="0" lvl="3" defTabSz="457200" fontAlgn="auto">
              <a:spcAft>
                <a:spcPts val="0"/>
              </a:spcAft>
              <a:buSzTx/>
              <a:tabLst/>
            </a:pPr>
            <a:r>
              <a:rPr lang="en-US"/>
              <a:t>Fourth level 14pt</a:t>
            </a:r>
          </a:p>
        </p:txBody>
      </p:sp>
    </p:spTree>
    <p:custDataLst>
      <p:tags r:id="rId1"/>
    </p:custDataLst>
    <p:extLst>
      <p:ext uri="{BB962C8B-B14F-4D97-AF65-F5344CB8AC3E}">
        <p14:creationId xmlns:p14="http://schemas.microsoft.com/office/powerpoint/2010/main" val="41165131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rror Box">
    <p:spTree>
      <p:nvGrpSpPr>
        <p:cNvPr id="1" name=""/>
        <p:cNvGrpSpPr/>
        <p:nvPr/>
      </p:nvGrpSpPr>
      <p:grpSpPr>
        <a:xfrm>
          <a:off x="0" y="0"/>
          <a:ext cx="0" cy="0"/>
          <a:chOff x="0" y="0"/>
          <a:chExt cx="0" cy="0"/>
        </a:xfrm>
      </p:grpSpPr>
      <p:sp>
        <p:nvSpPr>
          <p:cNvPr id="14" name="Content Placeholder 4">
            <a:extLst>
              <a:ext uri="{FF2B5EF4-FFF2-40B4-BE49-F238E27FC236}">
                <a16:creationId xmlns:a16="http://schemas.microsoft.com/office/drawing/2014/main" id="{DF84C0E8-A906-441E-92E6-9B935620E63F}"/>
              </a:ext>
            </a:extLst>
          </p:cNvPr>
          <p:cNvSpPr>
            <a:spLocks noGrp="1"/>
          </p:cNvSpPr>
          <p:nvPr>
            <p:ph idx="1" hasCustomPrompt="1"/>
          </p:nvPr>
        </p:nvSpPr>
        <p:spPr>
          <a:xfrm>
            <a:off x="5943600" y="1009356"/>
            <a:ext cx="5943600" cy="5486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stStyle>
          <a:p>
            <a:pPr lvl="0"/>
            <a:r>
              <a:rPr lang="en-US"/>
              <a:t>First level 20pt (insert either: static image, table, video – For videos, or when it doesn’t fit here, add a separate Title Only slide)</a:t>
            </a:r>
          </a:p>
          <a:p>
            <a:pPr lvl="1"/>
            <a:r>
              <a:rPr lang="en-US"/>
              <a:t>Second level 18pt</a:t>
            </a:r>
          </a:p>
          <a:p>
            <a:pPr lvl="2"/>
            <a:r>
              <a:rPr lang="en-US"/>
              <a:t>Third level 16pt</a:t>
            </a:r>
          </a:p>
          <a:p>
            <a:pPr lvl="3"/>
            <a:r>
              <a:rPr lang="en-US"/>
              <a:t>Fourth level 14pt</a:t>
            </a:r>
          </a:p>
        </p:txBody>
      </p:sp>
      <p:sp>
        <p:nvSpPr>
          <p:cNvPr id="15" name="Content Placeholder 3">
            <a:extLst>
              <a:ext uri="{FF2B5EF4-FFF2-40B4-BE49-F238E27FC236}">
                <a16:creationId xmlns:a16="http://schemas.microsoft.com/office/drawing/2014/main" id="{A731B7C3-130F-46CD-8A0C-EF412D94C096}"/>
              </a:ext>
            </a:extLst>
          </p:cNvPr>
          <p:cNvSpPr>
            <a:spLocks noGrp="1"/>
          </p:cNvSpPr>
          <p:nvPr>
            <p:ph idx="11" hasCustomPrompt="1"/>
          </p:nvPr>
        </p:nvSpPr>
        <p:spPr>
          <a:xfrm>
            <a:off x="274320" y="2468880"/>
            <a:ext cx="5577840" cy="201168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stStyle>
          <a:p>
            <a:pPr lvl="0"/>
            <a:r>
              <a:rPr lang="en-US"/>
              <a:t>First level 20pt (insert definition: include a brief explanation of the error)</a:t>
            </a:r>
          </a:p>
          <a:p>
            <a:pPr lvl="1"/>
            <a:r>
              <a:rPr lang="en-US"/>
              <a:t>Second level 18pt</a:t>
            </a:r>
          </a:p>
          <a:p>
            <a:pPr lvl="2"/>
            <a:r>
              <a:rPr lang="en-US"/>
              <a:t>Third level 16pt</a:t>
            </a:r>
          </a:p>
        </p:txBody>
      </p:sp>
      <p:sp>
        <p:nvSpPr>
          <p:cNvPr id="16" name="Content Placeholder 2">
            <a:extLst>
              <a:ext uri="{FF2B5EF4-FFF2-40B4-BE49-F238E27FC236}">
                <a16:creationId xmlns:a16="http://schemas.microsoft.com/office/drawing/2014/main" id="{E191D080-9783-4FA7-8BF7-A18F4AFB21C0}"/>
              </a:ext>
            </a:extLst>
          </p:cNvPr>
          <p:cNvSpPr>
            <a:spLocks noGrp="1"/>
          </p:cNvSpPr>
          <p:nvPr>
            <p:ph idx="10" hasCustomPrompt="1"/>
          </p:nvPr>
        </p:nvSpPr>
        <p:spPr>
          <a:xfrm>
            <a:off x="640080" y="1005840"/>
            <a:ext cx="521208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marL="182880" indent="-182880">
              <a:spcBef>
                <a:spcPts val="600"/>
              </a:spcBef>
              <a:defRPr lang="en-US" baseline="0" dirty="0">
                <a:solidFill>
                  <a:srgbClr val="333333"/>
                </a:solidFill>
              </a:defRPr>
            </a:lvl2pPr>
            <a:lvl3pPr>
              <a:defRPr lang="en-US" baseline="0" dirty="0">
                <a:solidFill>
                  <a:srgbClr val="333333"/>
                </a:solidFill>
              </a:defRPr>
            </a:lvl3pPr>
          </a:lstStyle>
          <a:p>
            <a:pPr lvl="0"/>
            <a:r>
              <a:rPr lang="en-US"/>
              <a:t>First level 20pt (insert: Error Code and Message)</a:t>
            </a:r>
          </a:p>
          <a:p>
            <a:pPr marL="365760" lvl="1" indent="-274320"/>
            <a:r>
              <a:rPr lang="en-US"/>
              <a:t>Second level 18pt</a:t>
            </a:r>
          </a:p>
        </p:txBody>
      </p:sp>
      <p:sp>
        <p:nvSpPr>
          <p:cNvPr id="19" name="Title 3">
            <a:extLst>
              <a:ext uri="{FF2B5EF4-FFF2-40B4-BE49-F238E27FC236}">
                <a16:creationId xmlns:a16="http://schemas.microsoft.com/office/drawing/2014/main" id="{7B8C9E1D-196B-4CA2-9A61-1678C01CA0E2}"/>
              </a:ext>
            </a:extLst>
          </p:cNvPr>
          <p:cNvSpPr>
            <a:spLocks noGrp="1"/>
          </p:cNvSpPr>
          <p:nvPr>
            <p:ph type="title"/>
          </p:nvPr>
        </p:nvSpPr>
        <p:spPr>
          <a:xfrm>
            <a:off x="274320" y="91440"/>
            <a:ext cx="11612880" cy="868680"/>
          </a:xfrm>
        </p:spPr>
        <p:txBody>
          <a:bodyPr/>
          <a:lstStyle/>
          <a:p>
            <a:r>
              <a:rPr lang="en-US"/>
              <a:t>Click to edit Master title style</a:t>
            </a:r>
          </a:p>
        </p:txBody>
      </p:sp>
      <p:sp>
        <p:nvSpPr>
          <p:cNvPr id="2" name="Footer Placeholder 1">
            <a:extLst>
              <a:ext uri="{FF2B5EF4-FFF2-40B4-BE49-F238E27FC236}">
                <a16:creationId xmlns:a16="http://schemas.microsoft.com/office/drawing/2014/main" id="{1EE7643B-8695-405A-BF19-FEC0A2ED9259}"/>
              </a:ext>
            </a:extLst>
          </p:cNvPr>
          <p:cNvSpPr>
            <a:spLocks noGrp="1"/>
          </p:cNvSpPr>
          <p:nvPr>
            <p:ph type="ftr" sz="quarter" idx="12"/>
          </p:nvPr>
        </p:nvSpPr>
        <p:spPr/>
        <p:txBody>
          <a:bodyPr/>
          <a:lstStyle/>
          <a:p>
            <a:r>
              <a:rPr lang="en-US">
                <a:solidFill>
                  <a:schemeClr val="tx1"/>
                </a:solidFill>
                <a:cs typeface="Arial" panose="020B0604020202020204" pitchFamily="34" charset="0"/>
              </a:rPr>
              <a:t>© Cadence Design Systems, Inc. All rights reserved.</a:t>
            </a:r>
          </a:p>
        </p:txBody>
      </p:sp>
      <p:sp>
        <p:nvSpPr>
          <p:cNvPr id="3" name="Slide Number Placeholder 2">
            <a:extLst>
              <a:ext uri="{FF2B5EF4-FFF2-40B4-BE49-F238E27FC236}">
                <a16:creationId xmlns:a16="http://schemas.microsoft.com/office/drawing/2014/main" id="{11177E20-32E7-4629-9984-E538F6962752}"/>
              </a:ext>
            </a:extLst>
          </p:cNvPr>
          <p:cNvSpPr>
            <a:spLocks noGrp="1"/>
          </p:cNvSpPr>
          <p:nvPr>
            <p:ph type="sldNum" sz="quarter" idx="13"/>
          </p:nvPr>
        </p:nvSpPr>
        <p:spPr/>
        <p:txBody>
          <a:bodyPr/>
          <a:lstStyle/>
          <a:p>
            <a:fld id="{B6FA71F5-8E13-46C5-A63A-9121BEB3B8A9}" type="slidenum">
              <a:rPr lang="en-US" smtClean="0"/>
              <a:pPr/>
              <a:t>‹#›</a:t>
            </a:fld>
            <a:endParaRPr lang="en-US"/>
          </a:p>
        </p:txBody>
      </p:sp>
      <p:sp>
        <p:nvSpPr>
          <p:cNvPr id="8" name="Content Placeholder 3">
            <a:extLst>
              <a:ext uri="{FF2B5EF4-FFF2-40B4-BE49-F238E27FC236}">
                <a16:creationId xmlns:a16="http://schemas.microsoft.com/office/drawing/2014/main" id="{589F5270-B94D-40C3-B58D-85081985EDC9}"/>
              </a:ext>
            </a:extLst>
          </p:cNvPr>
          <p:cNvSpPr>
            <a:spLocks noGrp="1"/>
          </p:cNvSpPr>
          <p:nvPr>
            <p:ph idx="14" hasCustomPrompt="1"/>
          </p:nvPr>
        </p:nvSpPr>
        <p:spPr>
          <a:xfrm>
            <a:off x="274320" y="4480560"/>
            <a:ext cx="5577840" cy="201168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stStyle>
          <a:p>
            <a:pPr lvl="0"/>
            <a:r>
              <a:rPr lang="en-US"/>
              <a:t>First level 20pt (insert: solution: provide a means for solving the error)</a:t>
            </a:r>
          </a:p>
          <a:p>
            <a:pPr lvl="1"/>
            <a:r>
              <a:rPr lang="en-US"/>
              <a:t>Second level 18pt</a:t>
            </a:r>
          </a:p>
          <a:p>
            <a:pPr lvl="2"/>
            <a:r>
              <a:rPr lang="en-US"/>
              <a:t>Third level 16pt</a:t>
            </a:r>
          </a:p>
        </p:txBody>
      </p:sp>
    </p:spTree>
    <p:custDataLst>
      <p:tags r:id="rId1"/>
    </p:custDataLst>
    <p:extLst>
      <p:ext uri="{BB962C8B-B14F-4D97-AF65-F5344CB8AC3E}">
        <p14:creationId xmlns:p14="http://schemas.microsoft.com/office/powerpoint/2010/main" val="5697577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ab List">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274320" y="1028268"/>
            <a:ext cx="11612880" cy="5486400"/>
          </a:xfrm>
          <a:prstGeom prst="rect">
            <a:avLst/>
          </a:prstGeom>
        </p:spPr>
        <p:txBody>
          <a:bodyPr vert="horz" lIns="91440" tIns="45720" rIns="91440" bIns="45720" rtlCol="0">
            <a:normAutofit/>
          </a:bodyPr>
          <a:lstStyle>
            <a:lvl1pPr marL="1097280" indent="-1097280">
              <a:defRPr lang="en-US" dirty="0"/>
            </a:lvl1pPr>
            <a:lvl2pPr>
              <a:defRPr lang="en-US" dirty="0"/>
            </a:lvl2pPr>
            <a:lvl3pPr>
              <a:defRPr lang="en-US" dirty="0"/>
            </a:lvl3pPr>
          </a:lstStyle>
          <a:p>
            <a:pPr lvl="0"/>
            <a:r>
              <a:rPr lang="en-US"/>
              <a:t>Lab X-X		This lab slide has only one thing different from the main Title and Content layout, i.e.,</a:t>
            </a:r>
            <a:br>
              <a:rPr lang="en-US"/>
            </a:br>
            <a:r>
              <a:rPr lang="en-US"/>
              <a:t>wrapping on the second line.</a:t>
            </a:r>
          </a:p>
          <a:p>
            <a:pPr marL="365760" marR="0" lvl="1" indent="-273050" defTabSz="457200" fontAlgn="auto">
              <a:spcAft>
                <a:spcPts val="0"/>
              </a:spcAft>
              <a:buClr>
                <a:srgbClr val="147BD1"/>
              </a:buClr>
              <a:buSzTx/>
              <a:tabLst/>
            </a:pPr>
            <a:r>
              <a:rPr lang="en-US"/>
              <a:t>Second level will look like this and then wrap-around like this in this bulleted fashion, different from the main Title and Content layout, i.e. wrapping on the second line.</a:t>
            </a:r>
          </a:p>
          <a:p>
            <a:pPr marR="0" lvl="2" defTabSz="457200" fontAlgn="auto">
              <a:spcAft>
                <a:spcPts val="0"/>
              </a:spcAft>
              <a:buClr>
                <a:srgbClr val="147BD1"/>
              </a:buClr>
              <a:buSzPct val="100000"/>
              <a:tabLst/>
            </a:pPr>
            <a:r>
              <a:rPr lang="en-US"/>
              <a:t>Third level will look like this and then wrap-around like this in this bulleted fashion different from the main Title and Content layout, i.e. wrapping on the second line.</a:t>
            </a:r>
          </a:p>
        </p:txBody>
      </p:sp>
      <p:sp>
        <p:nvSpPr>
          <p:cNvPr id="4" name="Title 3"/>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E4B8B318-256B-47A9-80BB-69BF164CF993}"/>
              </a:ext>
            </a:extLst>
          </p:cNvPr>
          <p:cNvSpPr>
            <a:spLocks noGrp="1"/>
          </p:cNvSpPr>
          <p:nvPr>
            <p:ph type="ftr" sz="quarter" idx="13"/>
          </p:nvPr>
        </p:nvSpPr>
        <p:spPr/>
        <p:txBody>
          <a:bodyPr/>
          <a:lstStyle/>
          <a:p>
            <a:r>
              <a:rPr lang="en-US">
                <a:solidFill>
                  <a:schemeClr val="tx1"/>
                </a:solidFill>
                <a:cs typeface="Arial" panose="020B0604020202020204" pitchFamily="34" charset="0"/>
              </a:rPr>
              <a:t>© Cadence Design Systems, Inc. All rights reserved.</a:t>
            </a:r>
          </a:p>
        </p:txBody>
      </p:sp>
      <p:sp>
        <p:nvSpPr>
          <p:cNvPr id="8" name="Slide Number Placeholder 7">
            <a:extLst>
              <a:ext uri="{FF2B5EF4-FFF2-40B4-BE49-F238E27FC236}">
                <a16:creationId xmlns:a16="http://schemas.microsoft.com/office/drawing/2014/main" id="{24018B07-A88F-4210-8EEF-10F77815B41F}"/>
              </a:ext>
            </a:extLst>
          </p:cNvPr>
          <p:cNvSpPr>
            <a:spLocks noGrp="1"/>
          </p:cNvSpPr>
          <p:nvPr>
            <p:ph type="sldNum" sz="quarter" idx="14"/>
          </p:nvPr>
        </p:nvSpPr>
        <p:spPr/>
        <p:txBody>
          <a:bodyPr/>
          <a:lstStyle/>
          <a:p>
            <a:fld id="{B6FA71F5-8E13-46C5-A63A-9121BEB3B8A9}" type="slidenum">
              <a:rPr lang="en-US" smtClean="0"/>
              <a:pPr/>
              <a:t>‹#›</a:t>
            </a:fld>
            <a:endParaRPr lang="en-US"/>
          </a:p>
        </p:txBody>
      </p:sp>
    </p:spTree>
    <p:custDataLst>
      <p:tags r:id="rId1"/>
    </p:custDataLst>
    <p:extLst>
      <p:ext uri="{BB962C8B-B14F-4D97-AF65-F5344CB8AC3E}">
        <p14:creationId xmlns:p14="http://schemas.microsoft.com/office/powerpoint/2010/main" val="3016392163"/>
      </p:ext>
    </p:extLst>
  </p:cSld>
  <p:clrMapOvr>
    <a:masterClrMapping/>
  </p:clrMapOvr>
  <p:transition>
    <p:wipe dir="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En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32256AA-4400-4EFA-B0DD-71A3D9FD214B}"/>
              </a:ext>
            </a:extLst>
          </p:cNvPr>
          <p:cNvSpPr/>
          <p:nvPr userDrawn="1"/>
        </p:nvSpPr>
        <p:spPr>
          <a:xfrm>
            <a:off x="671906" y="5693163"/>
            <a:ext cx="10835488" cy="461665"/>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00" i="1" kern="1200">
                <a:solidFill>
                  <a:srgbClr val="BFBFBF"/>
                </a:solidFill>
                <a:effectLst/>
                <a:latin typeface="+mn-lt"/>
                <a:ea typeface="+mn-ea"/>
                <a:cs typeface="+mn-cs"/>
              </a:rPr>
              <a:t>© Cadence Design Systems, Inc. All rights reserved worldwide. Cadence, the Cadence logo, and the other Cadence marks found at </a:t>
            </a:r>
            <a:r>
              <a:rPr lang="en-US" sz="800" i="1" kern="1200">
                <a:solidFill>
                  <a:srgbClr val="BFBFBF"/>
                </a:solidFill>
                <a:effectLst/>
                <a:latin typeface="+mn-lt"/>
                <a:ea typeface="+mn-ea"/>
                <a:cs typeface="+mn-cs"/>
                <a:hlinkClick r:id="rId4">
                  <a:extLst>
                    <a:ext uri="{A12FA001-AC4F-418D-AE19-62706E023703}">
                      <ahyp:hlinkClr xmlns:ahyp="http://schemas.microsoft.com/office/drawing/2018/hyperlinkcolor" val="tx"/>
                    </a:ext>
                  </a:extLst>
                </a:hlinkClick>
              </a:rPr>
              <a:t>https://</a:t>
            </a:r>
            <a:r>
              <a:rPr lang="en-US" sz="800" i="1" u="sng" kern="1200">
                <a:solidFill>
                  <a:srgbClr val="BFBFBF"/>
                </a:solidFill>
                <a:effectLst/>
                <a:latin typeface="+mn-lt"/>
                <a:ea typeface="+mn-ea"/>
                <a:cs typeface="+mn-cs"/>
                <a:hlinkClick r:id="rId4">
                  <a:extLst>
                    <a:ext uri="{A12FA001-AC4F-418D-AE19-62706E023703}">
                      <ahyp:hlinkClr xmlns:ahyp="http://schemas.microsoft.com/office/drawing/2018/hyperlinkcolor" val="tx"/>
                    </a:ext>
                  </a:extLst>
                </a:hlinkClick>
              </a:rPr>
              <a:t>www.cadence.com/go/trademarks</a:t>
            </a:r>
            <a:r>
              <a:rPr lang="en-US" sz="800" i="1" kern="1200">
                <a:solidFill>
                  <a:srgbClr val="BFBFBF"/>
                </a:solidFill>
                <a:effectLst/>
                <a:latin typeface="+mn-lt"/>
                <a:ea typeface="+mn-ea"/>
                <a:cs typeface="+mn-cs"/>
                <a:hlinkClick r:id="rId4">
                  <a:extLst>
                    <a:ext uri="{A12FA001-AC4F-418D-AE19-62706E023703}">
                      <ahyp:hlinkClr xmlns:ahyp="http://schemas.microsoft.com/office/drawing/2018/hyperlinkcolor" val="tx"/>
                    </a:ext>
                  </a:extLst>
                </a:hlinkClick>
              </a:rPr>
              <a:t> </a:t>
            </a:r>
            <a:r>
              <a:rPr lang="en-US" sz="800" i="1" kern="1200">
                <a:solidFill>
                  <a:srgbClr val="BFBFBF"/>
                </a:solidFill>
                <a:effectLst/>
                <a:latin typeface="+mn-lt"/>
                <a:ea typeface="+mn-ea"/>
                <a:cs typeface="+mn-cs"/>
              </a:rPr>
              <a:t>are trademarks or registered trademarks of Cadence Design Systems, Inc. Accellera and SystemC are trademarks of Accellera Systems Initiative Inc. All Arm products are registered trademarks or trademarks of Arm Limited (or its subsidiaries) in the US and/or elsewhere. All MIPI specifications are registered trademarks or service marks owned by MIPI Alliance. All PCI-SIG specifications are registered trademarks or trademarks of PCI-SIG. All other trademarks are the property of their respective owners.</a:t>
            </a:r>
            <a:endParaRPr lang="en-US" sz="800">
              <a:solidFill>
                <a:srgbClr val="BFBFBF"/>
              </a:solidFill>
              <a:effectLst/>
            </a:endParaRPr>
          </a:p>
        </p:txBody>
      </p:sp>
      <p:grpSp>
        <p:nvGrpSpPr>
          <p:cNvPr id="12" name="Group 11">
            <a:extLst>
              <a:ext uri="{FF2B5EF4-FFF2-40B4-BE49-F238E27FC236}">
                <a16:creationId xmlns:a16="http://schemas.microsoft.com/office/drawing/2014/main" id="{780D4BA0-6772-4FBA-B460-E804789A3210}"/>
              </a:ext>
            </a:extLst>
          </p:cNvPr>
          <p:cNvGrpSpPr/>
          <p:nvPr userDrawn="1"/>
        </p:nvGrpSpPr>
        <p:grpSpPr>
          <a:xfrm>
            <a:off x="0" y="368"/>
            <a:ext cx="12192000" cy="43178"/>
            <a:chOff x="0" y="368"/>
            <a:chExt cx="12192000" cy="43178"/>
          </a:xfrm>
        </p:grpSpPr>
        <p:sp>
          <p:nvSpPr>
            <p:cNvPr id="13" name="Rectangle 12">
              <a:extLst>
                <a:ext uri="{FF2B5EF4-FFF2-40B4-BE49-F238E27FC236}">
                  <a16:creationId xmlns:a16="http://schemas.microsoft.com/office/drawing/2014/main" id="{B9719461-98B7-4C5A-A3AC-61AB9402C8B4}"/>
                </a:ext>
              </a:extLst>
            </p:cNvPr>
            <p:cNvSpPr/>
            <p:nvPr userDrawn="1"/>
          </p:nvSpPr>
          <p:spPr>
            <a:xfrm>
              <a:off x="4064000" y="368"/>
              <a:ext cx="4064000" cy="43178"/>
            </a:xfrm>
            <a:prstGeom prst="rect">
              <a:avLst/>
            </a:prstGeom>
            <a:gradFill>
              <a:gsLst>
                <a:gs pos="100000">
                  <a:srgbClr val="2DCCD3"/>
                </a:gs>
                <a:gs pos="0">
                  <a:srgbClr val="147BD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0ACE8DE-FC80-4063-9136-1BF658FEBD90}"/>
                </a:ext>
              </a:extLst>
            </p:cNvPr>
            <p:cNvSpPr/>
            <p:nvPr userDrawn="1"/>
          </p:nvSpPr>
          <p:spPr>
            <a:xfrm>
              <a:off x="8128000" y="368"/>
              <a:ext cx="4064000" cy="43178"/>
            </a:xfrm>
            <a:prstGeom prst="rect">
              <a:avLst/>
            </a:prstGeom>
            <a:gradFill>
              <a:gsLst>
                <a:gs pos="100000">
                  <a:srgbClr val="FFB81C"/>
                </a:gs>
                <a:gs pos="0">
                  <a:srgbClr val="84DB0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435138A-D5BA-4BD0-A12A-531F0C834E70}"/>
                </a:ext>
              </a:extLst>
            </p:cNvPr>
            <p:cNvSpPr/>
            <p:nvPr userDrawn="1"/>
          </p:nvSpPr>
          <p:spPr>
            <a:xfrm>
              <a:off x="0" y="368"/>
              <a:ext cx="4064000" cy="43178"/>
            </a:xfrm>
            <a:prstGeom prst="rect">
              <a:avLst/>
            </a:prstGeom>
            <a:gradFill>
              <a:gsLst>
                <a:gs pos="50000">
                  <a:srgbClr val="E4002B"/>
                </a:gs>
                <a:gs pos="100000">
                  <a:srgbClr val="CE0058"/>
                </a:gs>
                <a:gs pos="0">
                  <a:srgbClr val="FF902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2" name="Picture 21" descr="A picture containing television, dark, monitor, drawing&#10;&#10;Description automatically generated">
            <a:extLst>
              <a:ext uri="{FF2B5EF4-FFF2-40B4-BE49-F238E27FC236}">
                <a16:creationId xmlns:a16="http://schemas.microsoft.com/office/drawing/2014/main" id="{6F9E7CED-A756-44CB-87D4-5966CA81915D}"/>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023808" y="2679232"/>
            <a:ext cx="4348449" cy="822960"/>
          </a:xfrm>
          <a:prstGeom prst="rect">
            <a:avLst/>
          </a:prstGeom>
        </p:spPr>
      </p:pic>
    </p:spTree>
    <p:custDataLst>
      <p:tags r:id="rId1"/>
    </p:custDataLst>
    <p:extLst>
      <p:ext uri="{BB962C8B-B14F-4D97-AF65-F5344CB8AC3E}">
        <p14:creationId xmlns:p14="http://schemas.microsoft.com/office/powerpoint/2010/main" val="526984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320" y="91440"/>
            <a:ext cx="11612880" cy="868680"/>
          </a:xfrm>
          <a:prstGeom prst="rect">
            <a:avLst/>
          </a:prstGeom>
        </p:spPr>
        <p:txBody>
          <a:bodyPr vert="horz" lIns="91440" tIns="45720" rIns="91440" bIns="45720" rtlCol="0" anchor="ctr">
            <a:normAutofit/>
          </a:bodyPr>
          <a:lstStyle/>
          <a:p>
            <a:r>
              <a:rPr lang="en-US"/>
              <a:t>Click to edit Master title style</a:t>
            </a:r>
          </a:p>
        </p:txBody>
      </p:sp>
      <p:sp>
        <p:nvSpPr>
          <p:cNvPr id="6" name="Rectangle 5">
            <a:extLst>
              <a:ext uri="{FF2B5EF4-FFF2-40B4-BE49-F238E27FC236}">
                <a16:creationId xmlns:a16="http://schemas.microsoft.com/office/drawing/2014/main" id="{DBBEF982-CF46-4DC8-B0F6-EA3566D25B88}"/>
              </a:ext>
            </a:extLst>
          </p:cNvPr>
          <p:cNvSpPr/>
          <p:nvPr/>
        </p:nvSpPr>
        <p:spPr>
          <a:xfrm>
            <a:off x="0" y="368"/>
            <a:ext cx="4064000" cy="43178"/>
          </a:xfrm>
          <a:prstGeom prst="rect">
            <a:avLst/>
          </a:prstGeom>
          <a:gradFill>
            <a:gsLst>
              <a:gs pos="50000">
                <a:srgbClr val="E4002B"/>
              </a:gs>
              <a:gs pos="100000">
                <a:srgbClr val="CE0058"/>
              </a:gs>
              <a:gs pos="0">
                <a:srgbClr val="FF902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C7A2DC3-D96E-4723-BAEC-8249B7145452}"/>
              </a:ext>
            </a:extLst>
          </p:cNvPr>
          <p:cNvSpPr/>
          <p:nvPr/>
        </p:nvSpPr>
        <p:spPr>
          <a:xfrm>
            <a:off x="4064000" y="368"/>
            <a:ext cx="4064000" cy="43178"/>
          </a:xfrm>
          <a:prstGeom prst="rect">
            <a:avLst/>
          </a:prstGeom>
          <a:gradFill>
            <a:gsLst>
              <a:gs pos="100000">
                <a:srgbClr val="2DCCD3"/>
              </a:gs>
              <a:gs pos="0">
                <a:srgbClr val="147BD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12BC2F7-6B19-4242-8565-0FDA0A8A395B}"/>
              </a:ext>
            </a:extLst>
          </p:cNvPr>
          <p:cNvSpPr/>
          <p:nvPr/>
        </p:nvSpPr>
        <p:spPr>
          <a:xfrm>
            <a:off x="8128000" y="368"/>
            <a:ext cx="4064000" cy="43178"/>
          </a:xfrm>
          <a:prstGeom prst="rect">
            <a:avLst/>
          </a:prstGeom>
          <a:gradFill>
            <a:gsLst>
              <a:gs pos="100000">
                <a:srgbClr val="FFB81C"/>
              </a:gs>
              <a:gs pos="0">
                <a:srgbClr val="84DB0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ooter Placeholder 14">
            <a:extLst>
              <a:ext uri="{FF2B5EF4-FFF2-40B4-BE49-F238E27FC236}">
                <a16:creationId xmlns:a16="http://schemas.microsoft.com/office/drawing/2014/main" id="{AA73B2F4-06BE-466E-81F0-2572D3EA6206}"/>
              </a:ext>
            </a:extLst>
          </p:cNvPr>
          <p:cNvSpPr>
            <a:spLocks noGrp="1"/>
          </p:cNvSpPr>
          <p:nvPr>
            <p:ph type="ftr" sz="quarter" idx="3"/>
          </p:nvPr>
        </p:nvSpPr>
        <p:spPr>
          <a:xfrm>
            <a:off x="640080" y="6537960"/>
            <a:ext cx="2743200" cy="228600"/>
          </a:xfrm>
          <a:prstGeom prst="rect">
            <a:avLst/>
          </a:prstGeom>
        </p:spPr>
        <p:txBody>
          <a:bodyPr vert="horz" lIns="91440" tIns="45720" rIns="91440" bIns="45720" rtlCol="0" anchor="ctr"/>
          <a:lstStyle>
            <a:lvl1pPr algn="l">
              <a:defRPr sz="800">
                <a:solidFill>
                  <a:schemeClr val="tx1"/>
                </a:solidFill>
              </a:defRPr>
            </a:lvl1pPr>
          </a:lstStyle>
          <a:p>
            <a:r>
              <a:rPr lang="en-US">
                <a:cs typeface="Arial" panose="020B0604020202020204" pitchFamily="34" charset="0"/>
              </a:rPr>
              <a:t>© Cadence Design Systems, Inc. All rights reserved.</a:t>
            </a:r>
          </a:p>
        </p:txBody>
      </p:sp>
      <p:sp>
        <p:nvSpPr>
          <p:cNvPr id="16" name="Slide Number Placeholder 15">
            <a:extLst>
              <a:ext uri="{FF2B5EF4-FFF2-40B4-BE49-F238E27FC236}">
                <a16:creationId xmlns:a16="http://schemas.microsoft.com/office/drawing/2014/main" id="{00E72EAB-9DB1-45A3-887A-6AB5721F2F51}"/>
              </a:ext>
            </a:extLst>
          </p:cNvPr>
          <p:cNvSpPr>
            <a:spLocks noGrp="1"/>
          </p:cNvSpPr>
          <p:nvPr>
            <p:ph type="sldNum" sz="quarter" idx="4"/>
          </p:nvPr>
        </p:nvSpPr>
        <p:spPr>
          <a:xfrm>
            <a:off x="274320" y="6537960"/>
            <a:ext cx="365760" cy="228600"/>
          </a:xfrm>
          <a:prstGeom prst="rect">
            <a:avLst/>
          </a:prstGeom>
        </p:spPr>
        <p:txBody>
          <a:bodyPr vert="horz" lIns="91440" tIns="45720" rIns="91440" bIns="45720" rtlCol="0" anchor="ctr"/>
          <a:lstStyle>
            <a:lvl1pPr marL="0" algn="l" defTabSz="914400" rtl="0" eaLnBrk="1" latinLnBrk="0" hangingPunct="1">
              <a:defRPr lang="en-US" sz="800" kern="1200" smtClean="0">
                <a:solidFill>
                  <a:schemeClr val="tx1"/>
                </a:solidFill>
                <a:latin typeface="+mn-lt"/>
                <a:ea typeface="+mn-ea"/>
                <a:cs typeface="Arial" panose="020B0604020202020204" pitchFamily="34" charset="0"/>
              </a:defRPr>
            </a:lvl1pPr>
          </a:lstStyle>
          <a:p>
            <a:fld id="{B6FA71F5-8E13-46C5-A63A-9121BEB3B8A9}" type="slidenum">
              <a:rPr lang="en-US" smtClean="0"/>
              <a:pPr/>
              <a:t>‹#›</a:t>
            </a:fld>
            <a:endParaRPr lang="en-US"/>
          </a:p>
        </p:txBody>
      </p:sp>
      <p:pic>
        <p:nvPicPr>
          <p:cNvPr id="17" name="Picture 16">
            <a:extLst>
              <a:ext uri="{FF2B5EF4-FFF2-40B4-BE49-F238E27FC236}">
                <a16:creationId xmlns:a16="http://schemas.microsoft.com/office/drawing/2014/main" id="{AC0AC7A5-0F82-47FF-B536-40EABB6EEC9C}"/>
              </a:ext>
            </a:extLst>
          </p:cNvPr>
          <p:cNvPicPr>
            <a:picLocks noChangeAspect="1" noChangeArrowheads="1"/>
          </p:cNvPicPr>
          <p:nvPr/>
        </p:nvPicPr>
        <p:blipFill>
          <a:blip r:embed="rId34"/>
          <a:srcRect/>
          <a:stretch/>
        </p:blipFill>
        <p:spPr bwMode="auto">
          <a:xfrm>
            <a:off x="10972800" y="6583680"/>
            <a:ext cx="969264" cy="182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 Placeholder 3">
            <a:extLst>
              <a:ext uri="{FF2B5EF4-FFF2-40B4-BE49-F238E27FC236}">
                <a16:creationId xmlns:a16="http://schemas.microsoft.com/office/drawing/2014/main" id="{FF25BA6F-7638-47EA-BFE2-FADEC3DDD112}"/>
              </a:ext>
            </a:extLst>
          </p:cNvPr>
          <p:cNvSpPr>
            <a:spLocks noGrp="1"/>
          </p:cNvSpPr>
          <p:nvPr>
            <p:ph type="body" idx="1"/>
          </p:nvPr>
        </p:nvSpPr>
        <p:spPr>
          <a:xfrm>
            <a:off x="274320" y="1005840"/>
            <a:ext cx="11612880" cy="5486400"/>
          </a:xfrm>
          <a:prstGeom prst="rect">
            <a:avLst/>
          </a:prstGeom>
        </p:spPr>
        <p:txBody>
          <a:bodyPr vert="horz" lIns="91440" tIns="91440" rIns="91440" bIns="91440" rtlCol="0">
            <a:normAutofit/>
          </a:bodyPr>
          <a:lstStyle/>
          <a:p>
            <a:pPr lvl="0"/>
            <a:r>
              <a:rPr lang="en-US"/>
              <a:t>Click to add text</a:t>
            </a:r>
          </a:p>
          <a:p>
            <a:pPr lvl="1"/>
            <a:r>
              <a:rPr lang="en-US"/>
              <a:t>Second level</a:t>
            </a:r>
          </a:p>
          <a:p>
            <a:pPr lvl="2"/>
            <a:r>
              <a:rPr lang="en-US"/>
              <a:t>Third level</a:t>
            </a:r>
          </a:p>
          <a:p>
            <a:pPr lvl="3"/>
            <a:r>
              <a:rPr lang="en-US"/>
              <a:t>Fourth level</a:t>
            </a:r>
          </a:p>
        </p:txBody>
      </p:sp>
      <p:sp>
        <p:nvSpPr>
          <p:cNvPr id="3" name="TextBox 2">
            <a:extLst>
              <a:ext uri="{FF2B5EF4-FFF2-40B4-BE49-F238E27FC236}">
                <a16:creationId xmlns:a16="http://schemas.microsoft.com/office/drawing/2014/main" id="{A2DDC82A-BE06-1353-6911-83D7B9356BC0}"/>
              </a:ext>
            </a:extLst>
          </p:cNvPr>
          <p:cNvSpPr txBox="1"/>
          <p:nvPr userDrawn="1"/>
        </p:nvSpPr>
        <p:spPr>
          <a:xfrm>
            <a:off x="3383280" y="609600"/>
            <a:ext cx="7165744" cy="461665"/>
          </a:xfrm>
          <a:prstGeom prst="rect">
            <a:avLst/>
          </a:prstGeom>
          <a:noFill/>
        </p:spPr>
        <p:txBody>
          <a:bodyPr wrap="none" rtlCol="0">
            <a:spAutoFit/>
          </a:bodyPr>
          <a:lstStyle/>
          <a:p>
            <a:r>
              <a:rPr lang="en-US" sz="2400" dirty="0">
                <a:solidFill>
                  <a:schemeClr val="bg2">
                    <a:lumMod val="75000"/>
                  </a:schemeClr>
                </a:solidFill>
              </a:rPr>
              <a:t>(c) Cadence Design Systems Inc. Do not distribute.</a:t>
            </a:r>
          </a:p>
        </p:txBody>
      </p:sp>
    </p:spTree>
    <p:custDataLst>
      <p:tags r:id="rId32"/>
    </p:custDataLst>
    <p:extLst>
      <p:ext uri="{BB962C8B-B14F-4D97-AF65-F5344CB8AC3E}">
        <p14:creationId xmlns:p14="http://schemas.microsoft.com/office/powerpoint/2010/main" val="2600374248"/>
      </p:ext>
    </p:extLst>
  </p:cSld>
  <p:clrMap bg1="lt1" tx1="dk1" bg2="lt2" tx2="dk2" accent1="accent1" accent2="accent2" accent3="accent3" accent4="accent4" accent5="accent5" accent6="accent6" hlink="hlink" folHlink="folHlink"/>
  <p:sldLayoutIdLst>
    <p:sldLayoutId id="2147484239" r:id="rId1"/>
    <p:sldLayoutId id="2147484240" r:id="rId2"/>
    <p:sldLayoutId id="2147484241" r:id="rId3"/>
    <p:sldLayoutId id="2147484242" r:id="rId4"/>
    <p:sldLayoutId id="2147484243" r:id="rId5"/>
    <p:sldLayoutId id="2147484244" r:id="rId6"/>
    <p:sldLayoutId id="2147484245" r:id="rId7"/>
    <p:sldLayoutId id="2147484246" r:id="rId8"/>
    <p:sldLayoutId id="2147484247" r:id="rId9"/>
    <p:sldLayoutId id="2147484248" r:id="rId10"/>
    <p:sldLayoutId id="2147484249" r:id="rId11"/>
    <p:sldLayoutId id="2147484250" r:id="rId12"/>
    <p:sldLayoutId id="2147484251" r:id="rId13"/>
    <p:sldLayoutId id="2147484252" r:id="rId14"/>
    <p:sldLayoutId id="2147484253" r:id="rId15"/>
    <p:sldLayoutId id="2147484254" r:id="rId16"/>
    <p:sldLayoutId id="2147484255" r:id="rId17"/>
    <p:sldLayoutId id="2147484256" r:id="rId18"/>
    <p:sldLayoutId id="2147484257" r:id="rId19"/>
    <p:sldLayoutId id="2147484258" r:id="rId20"/>
    <p:sldLayoutId id="2147484259" r:id="rId21"/>
    <p:sldLayoutId id="2147484260" r:id="rId22"/>
    <p:sldLayoutId id="2147484261" r:id="rId23"/>
    <p:sldLayoutId id="2147484262" r:id="rId24"/>
    <p:sldLayoutId id="2147484263" r:id="rId25"/>
    <p:sldLayoutId id="2147484264" r:id="rId26"/>
    <p:sldLayoutId id="2147484265" r:id="rId27"/>
    <p:sldLayoutId id="2147484266" r:id="rId28"/>
    <p:sldLayoutId id="2147484267" r:id="rId29"/>
    <p:sldLayoutId id="2147484268" r:id="rId30"/>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Arial" panose="020B0604020202020204" pitchFamily="34" charset="0"/>
        </a:defRPr>
      </a:lvl1pPr>
    </p:titleStyle>
    <p:bodyStyle>
      <a:lvl1pPr marL="0" indent="0" algn="l" defTabSz="914400" rtl="0" eaLnBrk="1" latinLnBrk="0" hangingPunct="1">
        <a:lnSpc>
          <a:spcPct val="100000"/>
        </a:lnSpc>
        <a:spcBef>
          <a:spcPts val="1000"/>
        </a:spcBef>
        <a:buFontTx/>
        <a:buNone/>
        <a:defRPr sz="2000" kern="1200">
          <a:solidFill>
            <a:schemeClr val="tx1"/>
          </a:solidFill>
          <a:latin typeface="+mn-lt"/>
          <a:ea typeface="+mn-ea"/>
          <a:cs typeface="+mn-cs"/>
        </a:defRPr>
      </a:lvl1pPr>
      <a:lvl2pPr marL="365760" indent="-274320" algn="l" defTabSz="914400" rtl="0" eaLnBrk="1" latinLnBrk="0" hangingPunct="1">
        <a:lnSpc>
          <a:spcPct val="100000"/>
        </a:lnSpc>
        <a:spcBef>
          <a:spcPts val="1200"/>
        </a:spcBef>
        <a:buClr>
          <a:srgbClr val="147BD1"/>
        </a:buClr>
        <a:buSzPct val="100000"/>
        <a:buFont typeface="Arial" panose="020B0604020202020204" pitchFamily="34" charset="0"/>
        <a:buChar char="●"/>
        <a:defRPr lang="en-US" sz="1800" kern="1200" dirty="0">
          <a:solidFill>
            <a:schemeClr val="tx1"/>
          </a:solidFill>
          <a:latin typeface="+mn-lt"/>
          <a:ea typeface="+mn-ea"/>
          <a:cs typeface="+mn-cs"/>
        </a:defRPr>
      </a:lvl2pPr>
      <a:lvl3pPr marL="640080" indent="-274320" algn="l" defTabSz="914400" rtl="0" eaLnBrk="1" latinLnBrk="0" hangingPunct="1">
        <a:lnSpc>
          <a:spcPct val="100000"/>
        </a:lnSpc>
        <a:spcBef>
          <a:spcPts val="600"/>
        </a:spcBef>
        <a:buClr>
          <a:srgbClr val="147BD1"/>
        </a:buClr>
        <a:buFont typeface="Wingdings" panose="05000000000000000000" pitchFamily="2" charset="2"/>
        <a:buChar char="§"/>
        <a:defRPr lang="en-US" sz="1600" kern="1200" dirty="0">
          <a:solidFill>
            <a:schemeClr val="tx1"/>
          </a:solidFill>
          <a:latin typeface="+mn-lt"/>
          <a:ea typeface="+mn-ea"/>
          <a:cs typeface="+mn-cs"/>
        </a:defRPr>
      </a:lvl3pPr>
      <a:lvl4pPr marL="914400" indent="-274320" algn="l" defTabSz="914400" rtl="0" eaLnBrk="1" latinLnBrk="0" hangingPunct="1">
        <a:lnSpc>
          <a:spcPct val="100000"/>
        </a:lnSpc>
        <a:spcBef>
          <a:spcPts val="600"/>
        </a:spcBef>
        <a:buClr>
          <a:srgbClr val="147BD1"/>
        </a:buClr>
        <a:buFont typeface="Courier New" panose="02070309020205020404" pitchFamily="49" charset="0"/>
        <a:buChar char="o"/>
        <a:defRPr lang="en-US" sz="1400" kern="1200" dirty="0">
          <a:solidFill>
            <a:schemeClr val="tx1"/>
          </a:solidFill>
          <a:latin typeface="+mn-lt"/>
          <a:ea typeface="+mn-ea"/>
          <a:cs typeface="+mn-cs"/>
        </a:defRPr>
      </a:lvl4pPr>
      <a:lvl5pPr marL="1188720" indent="-274320" algn="l" defTabSz="914400" rtl="0" eaLnBrk="1" latinLnBrk="0" hangingPunct="1">
        <a:lnSpc>
          <a:spcPct val="100000"/>
        </a:lnSpc>
        <a:spcBef>
          <a:spcPts val="600"/>
        </a:spcBef>
        <a:buClr>
          <a:srgbClr val="147BD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media1.mp3"/><Relationship Id="rId7" Type="http://schemas.openxmlformats.org/officeDocument/2006/relationships/image" Target="../media/image10.png"/><Relationship Id="rId2" Type="http://schemas.microsoft.com/office/2007/relationships/media" Target="../media/media1.mp3"/><Relationship Id="rId1" Type="http://schemas.openxmlformats.org/officeDocument/2006/relationships/tags" Target="../tags/tag33.xml"/><Relationship Id="rId6" Type="http://schemas.openxmlformats.org/officeDocument/2006/relationships/image" Target="../media/image9.jpe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audio" Target="../media/media2.mp3"/><Relationship Id="rId2" Type="http://schemas.microsoft.com/office/2007/relationships/media" Target="../media/media2.mp3"/><Relationship Id="rId1" Type="http://schemas.openxmlformats.org/officeDocument/2006/relationships/tags" Target="../tags/tag34.xml"/><Relationship Id="rId6" Type="http://schemas.openxmlformats.org/officeDocument/2006/relationships/image" Target="../media/image10.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audio" Target="../media/media3.mp3"/><Relationship Id="rId2" Type="http://schemas.microsoft.com/office/2007/relationships/media" Target="../media/media3.mp3"/><Relationship Id="rId1" Type="http://schemas.openxmlformats.org/officeDocument/2006/relationships/tags" Target="../tags/tag35.xml"/><Relationship Id="rId6" Type="http://schemas.openxmlformats.org/officeDocument/2006/relationships/image" Target="../media/image10.png"/><Relationship Id="rId5" Type="http://schemas.openxmlformats.org/officeDocument/2006/relationships/notesSlide" Target="../notesSlides/notesSlide3.xml"/><Relationship Id="rId4"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audio" Target="../media/media4.mp3"/><Relationship Id="rId2" Type="http://schemas.microsoft.com/office/2007/relationships/media" Target="../media/media4.mp3"/><Relationship Id="rId1" Type="http://schemas.openxmlformats.org/officeDocument/2006/relationships/tags" Target="../tags/tag36.xml"/><Relationship Id="rId6" Type="http://schemas.openxmlformats.org/officeDocument/2006/relationships/image" Target="../media/image10.png"/><Relationship Id="rId5" Type="http://schemas.openxmlformats.org/officeDocument/2006/relationships/notesSlide" Target="../notesSlides/notesSlide4.xml"/><Relationship Id="rId4"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audio" Target="../media/media5.mp3"/><Relationship Id="rId2" Type="http://schemas.microsoft.com/office/2007/relationships/media" Target="../media/media5.mp3"/><Relationship Id="rId1" Type="http://schemas.openxmlformats.org/officeDocument/2006/relationships/tags" Target="../tags/tag37.xml"/><Relationship Id="rId6" Type="http://schemas.openxmlformats.org/officeDocument/2006/relationships/image" Target="../media/image10.png"/><Relationship Id="rId5" Type="http://schemas.openxmlformats.org/officeDocument/2006/relationships/notesSlide" Target="../notesSlides/notesSlide5.xml"/><Relationship Id="rId4"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audio" Target="../media/media6.mp3"/><Relationship Id="rId2" Type="http://schemas.microsoft.com/office/2007/relationships/media" Target="../media/media6.mp3"/><Relationship Id="rId1" Type="http://schemas.openxmlformats.org/officeDocument/2006/relationships/tags" Target="../tags/tag38.xml"/><Relationship Id="rId6" Type="http://schemas.openxmlformats.org/officeDocument/2006/relationships/image" Target="../media/image10.png"/><Relationship Id="rId5" Type="http://schemas.openxmlformats.org/officeDocument/2006/relationships/notesSlide" Target="../notesSlides/notesSlide6.xml"/><Relationship Id="rId4"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audio" Target="../media/media7.mp3"/><Relationship Id="rId2" Type="http://schemas.microsoft.com/office/2007/relationships/media" Target="../media/media7.mp3"/><Relationship Id="rId1" Type="http://schemas.openxmlformats.org/officeDocument/2006/relationships/tags" Target="../tags/tag39.xml"/><Relationship Id="rId6" Type="http://schemas.openxmlformats.org/officeDocument/2006/relationships/image" Target="../media/image10.png"/><Relationship Id="rId5" Type="http://schemas.openxmlformats.org/officeDocument/2006/relationships/notesSlide" Target="../notesSlides/notesSlide7.xml"/><Relationship Id="rId4"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14" name="Title 13"/>
          <p:cNvSpPr>
            <a:spLocks noGrp="1"/>
          </p:cNvSpPr>
          <p:nvPr>
            <p:ph type="ctrTitle"/>
          </p:nvPr>
        </p:nvSpPr>
        <p:spPr/>
        <p:txBody>
          <a:bodyPr/>
          <a:lstStyle/>
          <a:p>
            <a:r>
              <a:rPr lang="en-US"/>
              <a:t>Digital Design and Verification Academic Curriculum</a:t>
            </a:r>
          </a:p>
        </p:txBody>
      </p:sp>
      <p:sp>
        <p:nvSpPr>
          <p:cNvPr id="6" name="Subtitle 5">
            <a:extLst>
              <a:ext uri="{FF2B5EF4-FFF2-40B4-BE49-F238E27FC236}">
                <a16:creationId xmlns:a16="http://schemas.microsoft.com/office/drawing/2014/main" id="{944C77B1-3E1B-4B1E-A667-F1EC4972AF17}"/>
              </a:ext>
            </a:extLst>
          </p:cNvPr>
          <p:cNvSpPr>
            <a:spLocks noGrp="1"/>
          </p:cNvSpPr>
          <p:nvPr>
            <p:ph type="subTitle" idx="1"/>
          </p:nvPr>
        </p:nvSpPr>
        <p:spPr/>
        <p:txBody>
          <a:bodyPr/>
          <a:lstStyle/>
          <a:p>
            <a:r>
              <a:rPr lang="en-US"/>
              <a:t>1.0</a:t>
            </a:r>
          </a:p>
        </p:txBody>
      </p:sp>
      <p:sp>
        <p:nvSpPr>
          <p:cNvPr id="10" name="Text Placeholder 9">
            <a:extLst>
              <a:ext uri="{FF2B5EF4-FFF2-40B4-BE49-F238E27FC236}">
                <a16:creationId xmlns:a16="http://schemas.microsoft.com/office/drawing/2014/main" id="{97D67299-DDBF-4AED-BCAC-EDB29652D552}"/>
              </a:ext>
            </a:extLst>
          </p:cNvPr>
          <p:cNvSpPr>
            <a:spLocks noGrp="1"/>
          </p:cNvSpPr>
          <p:nvPr>
            <p:ph type="body" sz="quarter" idx="14"/>
          </p:nvPr>
        </p:nvSpPr>
        <p:spPr/>
        <p:txBody>
          <a:bodyPr/>
          <a:lstStyle/>
          <a:p>
            <a:r>
              <a:rPr lang="en-US"/>
              <a:t>45 hours</a:t>
            </a:r>
          </a:p>
        </p:txBody>
      </p:sp>
      <p:sp>
        <p:nvSpPr>
          <p:cNvPr id="11" name="Text Placeholder 10">
            <a:extLst>
              <a:ext uri="{FF2B5EF4-FFF2-40B4-BE49-F238E27FC236}">
                <a16:creationId xmlns:a16="http://schemas.microsoft.com/office/drawing/2014/main" id="{7C10F68C-1C6A-4B66-97A8-AA893DCAB156}"/>
              </a:ext>
            </a:extLst>
          </p:cNvPr>
          <p:cNvSpPr>
            <a:spLocks noGrp="1"/>
          </p:cNvSpPr>
          <p:nvPr>
            <p:ph type="body" sz="quarter" idx="15"/>
          </p:nvPr>
        </p:nvSpPr>
        <p:spPr/>
        <p:txBody>
          <a:bodyPr/>
          <a:lstStyle/>
          <a:p>
            <a:r>
              <a:rPr lang="en-US"/>
              <a:t>1.0</a:t>
            </a:r>
          </a:p>
        </p:txBody>
      </p:sp>
      <p:pic>
        <p:nvPicPr>
          <p:cNvPr id="3" name="synthesis (5)">
            <a:hlinkClick r:id="" action="ppaction://media"/>
            <a:extLst>
              <a:ext uri="{FF2B5EF4-FFF2-40B4-BE49-F238E27FC236}">
                <a16:creationId xmlns:a16="http://schemas.microsoft.com/office/drawing/2014/main" id="{525A0712-7D7A-DF94-8C27-B0018DF2EC04}"/>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582400" y="162169"/>
            <a:ext cx="609600" cy="609600"/>
          </a:xfrm>
          <a:prstGeom prst="rect">
            <a:avLst/>
          </a:prstGeom>
        </p:spPr>
      </p:pic>
    </p:spTree>
    <p:custDataLst>
      <p:tags r:id="rId1"/>
    </p:custDataLst>
    <p:extLst>
      <p:ext uri="{BB962C8B-B14F-4D97-AF65-F5344CB8AC3E}">
        <p14:creationId xmlns:p14="http://schemas.microsoft.com/office/powerpoint/2010/main" val="716287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016"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About This Course</a:t>
            </a:r>
          </a:p>
        </p:txBody>
      </p:sp>
      <p:sp>
        <p:nvSpPr>
          <p:cNvPr id="37" name="Text Placeholder 36">
            <a:extLst>
              <a:ext uri="{FF2B5EF4-FFF2-40B4-BE49-F238E27FC236}">
                <a16:creationId xmlns:a16="http://schemas.microsoft.com/office/drawing/2014/main" id="{130BBC24-9994-48AD-B3AC-E2B3D920B250}"/>
              </a:ext>
            </a:extLst>
          </p:cNvPr>
          <p:cNvSpPr>
            <a:spLocks noGrp="1"/>
          </p:cNvSpPr>
          <p:nvPr>
            <p:ph type="body" sz="quarter" idx="10"/>
          </p:nvPr>
        </p:nvSpPr>
        <p:spPr/>
        <p:txBody>
          <a:bodyPr/>
          <a:lstStyle/>
          <a:p>
            <a:r>
              <a:rPr lang="en-US"/>
              <a:t>1</a:t>
            </a:r>
          </a:p>
        </p:txBody>
      </p:sp>
      <p:pic>
        <p:nvPicPr>
          <p:cNvPr id="4" name="synthesis (6)">
            <a:hlinkClick r:id="" action="ppaction://media"/>
            <a:extLst>
              <a:ext uri="{FF2B5EF4-FFF2-40B4-BE49-F238E27FC236}">
                <a16:creationId xmlns:a16="http://schemas.microsoft.com/office/drawing/2014/main" id="{DD66B24A-3E2B-E574-5784-7EFDBE3B4B87}"/>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355754" y="295031"/>
            <a:ext cx="609600" cy="609600"/>
          </a:xfrm>
          <a:prstGeom prst="rect">
            <a:avLst/>
          </a:prstGeom>
        </p:spPr>
      </p:pic>
    </p:spTree>
    <p:custDataLst>
      <p:tags r:id="rId1"/>
    </p:custDataLst>
    <p:extLst>
      <p:ext uri="{BB962C8B-B14F-4D97-AF65-F5344CB8AC3E}">
        <p14:creationId xmlns:p14="http://schemas.microsoft.com/office/powerpoint/2010/main" val="2070004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44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Course Prerequisites</a:t>
            </a:r>
          </a:p>
        </p:txBody>
      </p:sp>
      <p:sp>
        <p:nvSpPr>
          <p:cNvPr id="3" name="Footer Placeholder 2">
            <a:extLst>
              <a:ext uri="{FF2B5EF4-FFF2-40B4-BE49-F238E27FC236}">
                <a16:creationId xmlns:a16="http://schemas.microsoft.com/office/drawing/2014/main" id="{A061FC11-3278-40C7-A5C6-1C0473B4F7B0}"/>
              </a:ext>
            </a:extLst>
          </p:cNvPr>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p>
        </p:txBody>
      </p:sp>
      <p:sp>
        <p:nvSpPr>
          <p:cNvPr id="4" name="Slide Number Placeholder 3">
            <a:extLst>
              <a:ext uri="{FF2B5EF4-FFF2-40B4-BE49-F238E27FC236}">
                <a16:creationId xmlns:a16="http://schemas.microsoft.com/office/drawing/2014/main" id="{2EBE2363-31D8-4D2B-B1BE-A024418311D6}"/>
              </a:ext>
            </a:extLst>
          </p:cNvPr>
          <p:cNvSpPr>
            <a:spLocks noGrp="1"/>
          </p:cNvSpPr>
          <p:nvPr>
            <p:ph type="sldNum"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endParaRPr>
          </a:p>
        </p:txBody>
      </p:sp>
      <p:sp>
        <p:nvSpPr>
          <p:cNvPr id="2" name="Content Placeholder 1"/>
          <p:cNvSpPr>
            <a:spLocks noGrp="1"/>
          </p:cNvSpPr>
          <p:nvPr>
            <p:ph sz="quarter" idx="12"/>
          </p:nvPr>
        </p:nvSpPr>
        <p:spPr/>
        <p:txBody>
          <a:bodyPr vert="horz" lIns="91440" tIns="91440" rIns="91440" bIns="91440" rtlCol="0" anchor="t">
            <a:normAutofit/>
          </a:bodyPr>
          <a:lstStyle/>
          <a:p>
            <a:r>
              <a:rPr lang="en-US"/>
              <a:t>Before taking this course, </a:t>
            </a:r>
          </a:p>
          <a:p>
            <a:pPr lvl="1"/>
            <a:r>
              <a:rPr lang="en-US">
                <a:cs typeface="Arial"/>
              </a:rPr>
              <a:t>You must have completed a Bachelor’s or Master's degree in Electronics Engineering</a:t>
            </a:r>
            <a:endParaRPr lang="en-US"/>
          </a:p>
          <a:p>
            <a:pPr lvl="1"/>
            <a:r>
              <a:rPr lang="en-US">
                <a:cs typeface="Arial"/>
              </a:rPr>
              <a:t>You must have experience and  knowledge of Basic Programming</a:t>
            </a:r>
          </a:p>
          <a:p>
            <a:pPr lvl="1"/>
            <a:r>
              <a:rPr lang="en-US">
                <a:solidFill>
                  <a:srgbClr val="333333"/>
                </a:solidFill>
                <a:latin typeface="Arial"/>
                <a:cs typeface="Arial"/>
              </a:rPr>
              <a:t>You must have experience and knowledge of Basic </a:t>
            </a:r>
            <a:r>
              <a:rPr lang="en-US" b="0" i="0">
                <a:solidFill>
                  <a:srgbClr val="333333"/>
                </a:solidFill>
                <a:effectLst/>
                <a:latin typeface="Arial"/>
                <a:cs typeface="Arial"/>
              </a:rPr>
              <a:t>UNIX/LINUX Usage</a:t>
            </a:r>
          </a:p>
        </p:txBody>
      </p:sp>
      <p:pic>
        <p:nvPicPr>
          <p:cNvPr id="7" name="synthesis (7)">
            <a:hlinkClick r:id="" action="ppaction://media"/>
            <a:extLst>
              <a:ext uri="{FF2B5EF4-FFF2-40B4-BE49-F238E27FC236}">
                <a16:creationId xmlns:a16="http://schemas.microsoft.com/office/drawing/2014/main" id="{EBF9F270-5F6D-8C42-9068-8E5495B711BF}"/>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152553" y="279400"/>
            <a:ext cx="609600" cy="609600"/>
          </a:xfrm>
          <a:prstGeom prst="rect">
            <a:avLst/>
          </a:prstGeom>
        </p:spPr>
      </p:pic>
    </p:spTree>
    <p:custDataLst>
      <p:tags r:id="rId1"/>
    </p:custDataLst>
    <p:extLst>
      <p:ext uri="{BB962C8B-B14F-4D97-AF65-F5344CB8AC3E}">
        <p14:creationId xmlns:p14="http://schemas.microsoft.com/office/powerpoint/2010/main" val="9894315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512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7"/>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lstStyle/>
          <a:p>
            <a:r>
              <a:rPr lang="en-US"/>
              <a:t>This course covers:</a:t>
            </a:r>
          </a:p>
          <a:p>
            <a:pPr marL="365760" lvl="1" indent="-274320"/>
            <a:r>
              <a:rPr lang="en-US" b="0" i="0">
                <a:solidFill>
                  <a:srgbClr val="333333"/>
                </a:solidFill>
                <a:effectLst/>
                <a:latin typeface="Arial" panose="020B0604020202020204" pitchFamily="34" charset="0"/>
              </a:rPr>
              <a:t>An overview of the digital design and verification methodology, including challenges and opportunities</a:t>
            </a:r>
          </a:p>
          <a:p>
            <a:pPr marL="365760" lvl="1" indent="-274320"/>
            <a:r>
              <a:rPr lang="en-US" b="0" i="0">
                <a:solidFill>
                  <a:srgbClr val="333333"/>
                </a:solidFill>
                <a:effectLst/>
                <a:latin typeface="Arial" panose="020B0604020202020204" pitchFamily="34" charset="0"/>
              </a:rPr>
              <a:t>Fundamental digital </a:t>
            </a:r>
            <a:r>
              <a:rPr lang="en-US">
                <a:solidFill>
                  <a:srgbClr val="333333"/>
                </a:solidFill>
                <a:latin typeface="Arial" panose="020B0604020202020204" pitchFamily="34" charset="0"/>
              </a:rPr>
              <a:t>Hardware implementation Basics</a:t>
            </a:r>
            <a:r>
              <a:rPr lang="en-US" b="0" i="0">
                <a:solidFill>
                  <a:srgbClr val="333333"/>
                </a:solidFill>
                <a:effectLst/>
                <a:latin typeface="Arial" panose="020B0604020202020204" pitchFamily="34" charset="0"/>
              </a:rPr>
              <a:t>, Hardware building blocks, and design techniques</a:t>
            </a:r>
          </a:p>
          <a:p>
            <a:pPr marL="365760" lvl="1" indent="-274320"/>
            <a:r>
              <a:rPr lang="en-US" b="0" i="0">
                <a:solidFill>
                  <a:srgbClr val="333333"/>
                </a:solidFill>
                <a:effectLst/>
                <a:latin typeface="Arial" panose="020B0604020202020204" pitchFamily="34" charset="0"/>
              </a:rPr>
              <a:t>Verilog language and application concepts for design, synthesis, and verification</a:t>
            </a:r>
          </a:p>
          <a:p>
            <a:pPr marL="365760" lvl="1" indent="-274320"/>
            <a:r>
              <a:rPr lang="en-US">
                <a:solidFill>
                  <a:srgbClr val="333333"/>
                </a:solidFill>
                <a:latin typeface="Arial" panose="020B0604020202020204" pitchFamily="34" charset="0"/>
              </a:rPr>
              <a:t>K</a:t>
            </a:r>
            <a:r>
              <a:rPr lang="en-US" b="0" i="0">
                <a:solidFill>
                  <a:srgbClr val="333333"/>
                </a:solidFill>
                <a:effectLst/>
                <a:latin typeface="Arial" panose="020B0604020202020204" pitchFamily="34" charset="0"/>
              </a:rPr>
              <a:t>ey design challenges for low power</a:t>
            </a:r>
          </a:p>
          <a:p>
            <a:pPr marL="365760" lvl="1" indent="-274320"/>
            <a:r>
              <a:rPr lang="en-US" b="0" i="0">
                <a:solidFill>
                  <a:srgbClr val="333333"/>
                </a:solidFill>
                <a:effectLst/>
                <a:latin typeface="Arial" panose="020B0604020202020204" pitchFamily="34" charset="0"/>
              </a:rPr>
              <a:t>Modern verification flow based on Metric Driven Verification.</a:t>
            </a:r>
          </a:p>
          <a:p>
            <a:pPr marL="365760" lvl="1" indent="-274320"/>
            <a:r>
              <a:rPr lang="en-US">
                <a:solidFill>
                  <a:srgbClr val="333333"/>
                </a:solidFill>
                <a:latin typeface="Arial" panose="020B0604020202020204" pitchFamily="34" charset="0"/>
              </a:rPr>
              <a:t>Introduction to </a:t>
            </a:r>
            <a:r>
              <a:rPr lang="en-US" b="0" i="0">
                <a:solidFill>
                  <a:srgbClr val="333333"/>
                </a:solidFill>
                <a:effectLst/>
                <a:latin typeface="Arial" panose="020B0604020202020204" pitchFamily="34" charset="0"/>
              </a:rPr>
              <a:t> SystemVerilog and selected language enhancements such as randomization</a:t>
            </a:r>
          </a:p>
          <a:p>
            <a:pPr marL="365760" lvl="1" indent="-274320"/>
            <a:r>
              <a:rPr lang="en-US">
                <a:solidFill>
                  <a:srgbClr val="333333"/>
                </a:solidFill>
                <a:latin typeface="Arial" panose="020B0604020202020204" pitchFamily="34" charset="0"/>
              </a:rPr>
              <a:t>O</a:t>
            </a:r>
            <a:r>
              <a:rPr lang="en-US" b="0" i="0">
                <a:solidFill>
                  <a:srgbClr val="333333"/>
                </a:solidFill>
                <a:effectLst/>
                <a:latin typeface="Arial" panose="020B0604020202020204" pitchFamily="34" charset="0"/>
              </a:rPr>
              <a:t>verview of the Universal Verification Methodology (UVM), a class-based verification library based on SystemVerilog.</a:t>
            </a:r>
          </a:p>
          <a:p>
            <a:pPr marL="365760" lvl="1" indent="-274320"/>
            <a:r>
              <a:rPr lang="en-US">
                <a:solidFill>
                  <a:srgbClr val="333333"/>
                </a:solidFill>
                <a:latin typeface="Arial" panose="020B0604020202020204" pitchFamily="34" charset="0"/>
              </a:rPr>
              <a:t>O</a:t>
            </a:r>
            <a:r>
              <a:rPr lang="en-US" b="0" i="0">
                <a:solidFill>
                  <a:srgbClr val="333333"/>
                </a:solidFill>
                <a:effectLst/>
                <a:latin typeface="Arial" panose="020B0604020202020204" pitchFamily="34" charset="0"/>
              </a:rPr>
              <a:t>verview of key verification technologies, such as Coverage, Assertions, simulation acceleration, and formal analysis.</a:t>
            </a:r>
            <a:endParaRPr lang="en-US">
              <a:solidFill>
                <a:srgbClr val="333333"/>
              </a:solidFill>
              <a:latin typeface="Arial" panose="020B0604020202020204" pitchFamily="34" charset="0"/>
            </a:endParaRPr>
          </a:p>
          <a:p>
            <a:pPr marL="365760" lvl="1" indent="-274320"/>
            <a:r>
              <a:rPr lang="en-US" b="0" i="0">
                <a:solidFill>
                  <a:srgbClr val="333333"/>
                </a:solidFill>
                <a:effectLst/>
                <a:latin typeface="Arial" panose="020B0604020202020204" pitchFamily="34" charset="0"/>
              </a:rPr>
              <a:t>A Detailed </a:t>
            </a:r>
            <a:r>
              <a:rPr lang="en-US" b="0" i="0" err="1">
                <a:solidFill>
                  <a:srgbClr val="333333"/>
                </a:solidFill>
                <a:effectLst/>
                <a:latin typeface="Arial" panose="020B0604020202020204" pitchFamily="34" charset="0"/>
              </a:rPr>
              <a:t>highlevel</a:t>
            </a:r>
            <a:r>
              <a:rPr lang="en-US" b="0" i="0">
                <a:solidFill>
                  <a:srgbClr val="333333"/>
                </a:solidFill>
                <a:effectLst/>
                <a:latin typeface="Arial" panose="020B0604020202020204" pitchFamily="34" charset="0"/>
              </a:rPr>
              <a:t> plan of, how to achieve verification closure in an Industry IC Project cycle.</a:t>
            </a:r>
          </a:p>
          <a:p>
            <a:pPr marL="365760" lvl="1" indent="-274320"/>
            <a:endParaRPr lang="en-US" b="0" i="0">
              <a:solidFill>
                <a:srgbClr val="333333"/>
              </a:solidFill>
              <a:effectLst/>
              <a:latin typeface="Arial" panose="020B0604020202020204" pitchFamily="34" charset="0"/>
            </a:endParaRPr>
          </a:p>
          <a:p>
            <a:pPr marL="365760" lvl="1" indent="-274320">
              <a:buClr>
                <a:srgbClr val="147BD1"/>
              </a:buClr>
            </a:pPr>
            <a:endParaRPr lang="en-US" b="0" i="0">
              <a:solidFill>
                <a:srgbClr val="333333"/>
              </a:solidFill>
              <a:effectLst/>
              <a:latin typeface="Arial" panose="020B0604020202020204" pitchFamily="34" charset="0"/>
            </a:endParaRPr>
          </a:p>
          <a:p>
            <a:pPr marL="365760" lvl="1" indent="-274320">
              <a:buClr>
                <a:srgbClr val="147BD1"/>
              </a:buClr>
            </a:pPr>
            <a:endParaRPr lang="en-US"/>
          </a:p>
          <a:p>
            <a:endParaRPr lang="en-US"/>
          </a:p>
        </p:txBody>
      </p:sp>
      <p:sp>
        <p:nvSpPr>
          <p:cNvPr id="5" name="Title 4"/>
          <p:cNvSpPr>
            <a:spLocks noGrp="1"/>
          </p:cNvSpPr>
          <p:nvPr>
            <p:ph type="title"/>
          </p:nvPr>
        </p:nvSpPr>
        <p:spPr/>
        <p:txBody>
          <a:bodyPr/>
          <a:lstStyle/>
          <a:p>
            <a:r>
              <a:rPr lang="en-US"/>
              <a:t>Course Objectives</a:t>
            </a:r>
          </a:p>
        </p:txBody>
      </p:sp>
      <p:sp>
        <p:nvSpPr>
          <p:cNvPr id="3" name="Footer Placeholder 2">
            <a:extLst>
              <a:ext uri="{FF2B5EF4-FFF2-40B4-BE49-F238E27FC236}">
                <a16:creationId xmlns:a16="http://schemas.microsoft.com/office/drawing/2014/main" id="{199AC682-29CA-4366-AF5A-BE6C5E11DFB8}"/>
              </a:ext>
            </a:extLst>
          </p:cNvPr>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p>
        </p:txBody>
      </p:sp>
      <p:sp>
        <p:nvSpPr>
          <p:cNvPr id="4" name="Slide Number Placeholder 3">
            <a:extLst>
              <a:ext uri="{FF2B5EF4-FFF2-40B4-BE49-F238E27FC236}">
                <a16:creationId xmlns:a16="http://schemas.microsoft.com/office/drawing/2014/main" id="{001A7EB4-92FC-42FD-93B6-16EB2EBE6AE4}"/>
              </a:ext>
            </a:extLst>
          </p:cNvPr>
          <p:cNvSpPr>
            <a:spLocks noGrp="1"/>
          </p:cNvSpPr>
          <p:nvPr>
            <p:ph type="sldNum"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endParaRPr>
          </a:p>
        </p:txBody>
      </p:sp>
      <p:pic>
        <p:nvPicPr>
          <p:cNvPr id="6" name="synthesis (8)">
            <a:hlinkClick r:id="" action="ppaction://media"/>
            <a:extLst>
              <a:ext uri="{FF2B5EF4-FFF2-40B4-BE49-F238E27FC236}">
                <a16:creationId xmlns:a16="http://schemas.microsoft.com/office/drawing/2014/main" id="{E23FC766-CFCC-12AC-32A1-6CF9726DF20E}"/>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376025" y="220980"/>
            <a:ext cx="609600" cy="609600"/>
          </a:xfrm>
          <a:prstGeom prst="rect">
            <a:avLst/>
          </a:prstGeom>
        </p:spPr>
      </p:pic>
    </p:spTree>
    <p:custDataLst>
      <p:tags r:id="rId1"/>
    </p:custDataLst>
    <p:extLst>
      <p:ext uri="{BB962C8B-B14F-4D97-AF65-F5344CB8AC3E}">
        <p14:creationId xmlns:p14="http://schemas.microsoft.com/office/powerpoint/2010/main" val="18650630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153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AF88E267-49B9-3529-8E37-188B725A51E2}"/>
              </a:ext>
            </a:extLst>
          </p:cNvPr>
          <p:cNvSpPr>
            <a:spLocks noGrp="1"/>
          </p:cNvSpPr>
          <p:nvPr>
            <p:ph sz="quarter" idx="12"/>
          </p:nvPr>
        </p:nvSpPr>
        <p:spPr/>
        <p:txBody>
          <a:bodyPr/>
          <a:lstStyle/>
          <a:p>
            <a:pPr lvl="1"/>
            <a:r>
              <a:rPr lang="en-US">
                <a:latin typeface="+mj-lt"/>
              </a:rPr>
              <a:t>This course contains material to a 15-week class on Basic Front-End Design and Verification concepts</a:t>
            </a:r>
          </a:p>
          <a:p>
            <a:pPr lvl="1"/>
            <a:r>
              <a:rPr lang="en-US" sz="1800">
                <a:effectLst/>
                <a:latin typeface="+mj-lt"/>
                <a:ea typeface="Calibri" panose="020F0502020204030204" pitchFamily="34" charset="0"/>
                <a:cs typeface="Times New Roman" panose="02020603050405020304" pitchFamily="18" charset="0"/>
              </a:rPr>
              <a:t>The curriculum aims to bridge the knowledge gap between undergraduate education and industry practices, ensuring that fresh graduates are well-equipped to excel in their initial roles as Digital Design Engineers or Front-End Verification Engineers.</a:t>
            </a:r>
          </a:p>
          <a:p>
            <a:pPr lvl="1"/>
            <a:r>
              <a:rPr lang="en-US">
                <a:latin typeface="+mj-lt"/>
              </a:rPr>
              <a:t>Professors who wish to teach an entire semester of 15-week program on Basic front-end digital design and verification will find this material extremely apt and useful.</a:t>
            </a:r>
          </a:p>
          <a:p>
            <a:pPr lvl="2"/>
            <a:r>
              <a:rPr lang="en-US">
                <a:latin typeface="+mj-lt"/>
              </a:rPr>
              <a:t>They may utilize the entire material or choose to pick parts of it as necessary to accommodate into their University Curriculum.</a:t>
            </a:r>
          </a:p>
          <a:p>
            <a:pPr lvl="1"/>
            <a:r>
              <a:rPr lang="en-US">
                <a:latin typeface="+mj-lt"/>
              </a:rPr>
              <a:t>Students who wish to upskill themselves on the basic Front-end digital flow</a:t>
            </a:r>
            <a:r>
              <a:rPr lang="en-US" sz="1800">
                <a:effectLst/>
                <a:latin typeface="+mj-lt"/>
                <a:ea typeface="Calibri" panose="020F0502020204030204" pitchFamily="34" charset="0"/>
                <a:cs typeface="Times New Roman" panose="02020603050405020304" pitchFamily="18" charset="0"/>
              </a:rPr>
              <a:t> concepts, especially in relation to their practical applications within the Semiconductor Industry, will greatly benefit from this course.</a:t>
            </a:r>
            <a:endParaRPr lang="en-US">
              <a:latin typeface="+mj-lt"/>
            </a:endParaRPr>
          </a:p>
          <a:p>
            <a:endParaRPr lang="en-US">
              <a:latin typeface="+mj-lt"/>
            </a:endParaRPr>
          </a:p>
        </p:txBody>
      </p:sp>
      <p:sp>
        <p:nvSpPr>
          <p:cNvPr id="6" name="Title 5"/>
          <p:cNvSpPr>
            <a:spLocks noGrp="1"/>
          </p:cNvSpPr>
          <p:nvPr>
            <p:ph type="title"/>
          </p:nvPr>
        </p:nvSpPr>
        <p:spPr/>
        <p:txBody>
          <a:bodyPr/>
          <a:lstStyle/>
          <a:p>
            <a:r>
              <a:rPr lang="en-US"/>
              <a:t>Who Should Take This Course?</a:t>
            </a:r>
          </a:p>
        </p:txBody>
      </p:sp>
      <p:sp>
        <p:nvSpPr>
          <p:cNvPr id="4" name="Footer Placeholder 3">
            <a:extLst>
              <a:ext uri="{FF2B5EF4-FFF2-40B4-BE49-F238E27FC236}">
                <a16:creationId xmlns:a16="http://schemas.microsoft.com/office/drawing/2014/main" id="{E11172CB-19A0-4CD7-9AF5-F545A989FC30}"/>
              </a:ext>
            </a:extLst>
          </p:cNvPr>
          <p:cNvSpPr>
            <a:spLocks noGrp="1"/>
          </p:cNvSpPr>
          <p:nvPr>
            <p:ph type="ftr" sz="quarter" idx="13"/>
          </p:nvPr>
        </p:nvSpPr>
        <p:spPr/>
        <p:txBody>
          <a:bodyPr/>
          <a:lstStyle/>
          <a:p>
            <a:r>
              <a:rPr lang="en-US">
                <a:solidFill>
                  <a:schemeClr val="tx1"/>
                </a:solidFill>
                <a:cs typeface="Arial" panose="020B0604020202020204" pitchFamily="34" charset="0"/>
              </a:rPr>
              <a:t>© Cadence Design Systems, Inc. All rights reserved.</a:t>
            </a:r>
          </a:p>
        </p:txBody>
      </p:sp>
      <p:sp>
        <p:nvSpPr>
          <p:cNvPr id="5" name="Slide Number Placeholder 4">
            <a:extLst>
              <a:ext uri="{FF2B5EF4-FFF2-40B4-BE49-F238E27FC236}">
                <a16:creationId xmlns:a16="http://schemas.microsoft.com/office/drawing/2014/main" id="{D2C119DE-ACAD-4663-ACBF-E15B60D6E677}"/>
              </a:ext>
            </a:extLst>
          </p:cNvPr>
          <p:cNvSpPr>
            <a:spLocks noGrp="1"/>
          </p:cNvSpPr>
          <p:nvPr>
            <p:ph type="sldNum" sz="quarter" idx="14"/>
          </p:nvPr>
        </p:nvSpPr>
        <p:spPr/>
        <p:txBody>
          <a:bodyPr/>
          <a:lstStyle/>
          <a:p>
            <a:fld id="{B6FA71F5-8E13-46C5-A63A-9121BEB3B8A9}" type="slidenum">
              <a:rPr lang="en-US" smtClean="0"/>
              <a:pPr/>
              <a:t>5</a:t>
            </a:fld>
            <a:endParaRPr lang="en-US"/>
          </a:p>
        </p:txBody>
      </p:sp>
      <p:pic>
        <p:nvPicPr>
          <p:cNvPr id="3" name="synthesis (9)">
            <a:hlinkClick r:id="" action="ppaction://media"/>
            <a:extLst>
              <a:ext uri="{FF2B5EF4-FFF2-40B4-BE49-F238E27FC236}">
                <a16:creationId xmlns:a16="http://schemas.microsoft.com/office/drawing/2014/main" id="{5623BECA-B437-143B-F684-BA65C852CF3D}"/>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277600" y="220980"/>
            <a:ext cx="609600" cy="609600"/>
          </a:xfrm>
          <a:prstGeom prst="rect">
            <a:avLst/>
          </a:prstGeom>
        </p:spPr>
      </p:pic>
    </p:spTree>
    <p:custDataLst>
      <p:tags r:id="rId1"/>
    </p:custDataLst>
    <p:extLst>
      <p:ext uri="{BB962C8B-B14F-4D97-AF65-F5344CB8AC3E}">
        <p14:creationId xmlns:p14="http://schemas.microsoft.com/office/powerpoint/2010/main" val="282791709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656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A1F5064-F7B1-A1F7-077B-9D956DA487C1}"/>
              </a:ext>
            </a:extLst>
          </p:cNvPr>
          <p:cNvSpPr>
            <a:spLocks noGrp="1"/>
          </p:cNvSpPr>
          <p:nvPr>
            <p:ph sz="quarter" idx="12"/>
          </p:nvPr>
        </p:nvSpPr>
        <p:spPr>
          <a:xfrm>
            <a:off x="289560" y="993763"/>
            <a:ext cx="11612880" cy="5486400"/>
          </a:xfrm>
        </p:spPr>
        <p:txBody>
          <a:bodyPr/>
          <a:lstStyle/>
          <a:p>
            <a:pPr lvl="1">
              <a:lnSpc>
                <a:spcPct val="107000"/>
              </a:lnSpc>
              <a:spcBef>
                <a:spcPts val="0"/>
              </a:spcBef>
              <a:spcAft>
                <a:spcPts val="800"/>
              </a:spcAft>
            </a:pPr>
            <a:r>
              <a:rPr lang="en-US">
                <a:effectLst/>
                <a:latin typeface="+mj-lt"/>
                <a:ea typeface="Calibri" panose="020F0502020204030204" pitchFamily="34" charset="0"/>
                <a:cs typeface="Times New Roman" panose="02020603050405020304" pitchFamily="18" charset="0"/>
              </a:rPr>
              <a:t>The course includes 15 folders for 15 weeks program, each week folder containing the lecture PDFs corresponding to the week, along with lab PDFs and lab databases as applicable.</a:t>
            </a:r>
          </a:p>
          <a:p>
            <a:pPr lvl="1">
              <a:lnSpc>
                <a:spcPct val="107000"/>
              </a:lnSpc>
              <a:spcBef>
                <a:spcPts val="0"/>
              </a:spcBef>
              <a:spcAft>
                <a:spcPts val="800"/>
              </a:spcAft>
            </a:pPr>
            <a:r>
              <a:rPr lang="en-US">
                <a:effectLst/>
                <a:latin typeface="+mj-lt"/>
                <a:ea typeface="Calibri" panose="020F0502020204030204" pitchFamily="34" charset="0"/>
                <a:cs typeface="Times New Roman" panose="02020603050405020304" pitchFamily="18" charset="0"/>
              </a:rPr>
              <a:t>It features a comprehensive week-by-week curriculum Excel sheet that outlines the topics taught each week and includes lab details.</a:t>
            </a:r>
          </a:p>
          <a:p>
            <a:pPr lvl="2">
              <a:lnSpc>
                <a:spcPct val="107000"/>
              </a:lnSpc>
              <a:spcBef>
                <a:spcPts val="0"/>
              </a:spcBef>
              <a:spcAft>
                <a:spcPts val="800"/>
              </a:spcAft>
            </a:pPr>
            <a:r>
              <a:rPr lang="en-US">
                <a:latin typeface="+mj-lt"/>
                <a:ea typeface="Calibri" panose="020F0502020204030204" pitchFamily="34" charset="0"/>
                <a:cs typeface="Times New Roman" panose="02020603050405020304" pitchFamily="18" charset="0"/>
              </a:rPr>
              <a:t>The excel sheet also provides </a:t>
            </a:r>
            <a:r>
              <a:rPr lang="en-US">
                <a:effectLst/>
                <a:latin typeface="+mj-lt"/>
                <a:ea typeface="Calibri" panose="020F0502020204030204" pitchFamily="34" charset="0"/>
                <a:cs typeface="Times New Roman" panose="02020603050405020304" pitchFamily="18" charset="0"/>
              </a:rPr>
              <a:t>links to the complete Docebo Cadence online courses relevant to the weekly content.</a:t>
            </a:r>
          </a:p>
          <a:p>
            <a:pPr lvl="1">
              <a:lnSpc>
                <a:spcPct val="107000"/>
              </a:lnSpc>
              <a:spcBef>
                <a:spcPts val="0"/>
              </a:spcBef>
              <a:spcAft>
                <a:spcPts val="800"/>
              </a:spcAft>
            </a:pPr>
            <a:r>
              <a:rPr lang="en-US">
                <a:effectLst/>
                <a:latin typeface="+mj-lt"/>
                <a:ea typeface="Calibri" panose="020F0502020204030204" pitchFamily="34" charset="0"/>
                <a:cs typeface="Times New Roman" panose="02020603050405020304" pitchFamily="18" charset="0"/>
              </a:rPr>
              <a:t>Upon unpacking/</a:t>
            </a:r>
            <a:r>
              <a:rPr lang="en-US" err="1">
                <a:effectLst/>
                <a:latin typeface="+mj-lt"/>
                <a:ea typeface="Calibri" panose="020F0502020204030204" pitchFamily="34" charset="0"/>
                <a:cs typeface="Times New Roman" panose="02020603050405020304" pitchFamily="18" charset="0"/>
              </a:rPr>
              <a:t>untarring</a:t>
            </a:r>
            <a:r>
              <a:rPr lang="en-US">
                <a:effectLst/>
                <a:latin typeface="+mj-lt"/>
                <a:ea typeface="Calibri" panose="020F0502020204030204" pitchFamily="34" charset="0"/>
                <a:cs typeface="Times New Roman" panose="02020603050405020304" pitchFamily="18" charset="0"/>
              </a:rPr>
              <a:t> the tarred </a:t>
            </a:r>
            <a:r>
              <a:rPr lang="en-US">
                <a:latin typeface="+mj-lt"/>
                <a:ea typeface="Calibri" panose="020F0502020204030204" pitchFamily="34" charset="0"/>
                <a:cs typeface="Times New Roman" panose="02020603050405020304" pitchFamily="18" charset="0"/>
              </a:rPr>
              <a:t>package</a:t>
            </a:r>
            <a:r>
              <a:rPr lang="en-US" b="1">
                <a:latin typeface="+mj-lt"/>
                <a:ea typeface="Calibri" panose="020F0502020204030204" pitchFamily="34" charset="0"/>
                <a:cs typeface="Times New Roman" panose="02020603050405020304" pitchFamily="18" charset="0"/>
              </a:rPr>
              <a:t> </a:t>
            </a:r>
            <a:r>
              <a:rPr lang="en-US" b="1" err="1">
                <a:effectLst/>
                <a:latin typeface="+mj-lt"/>
                <a:ea typeface="Calibri" panose="020F0502020204030204" pitchFamily="34" charset="0"/>
                <a:cs typeface="Times New Roman" panose="02020603050405020304" pitchFamily="18" charset="0"/>
              </a:rPr>
              <a:t>DigitalDesignVerification</a:t>
            </a:r>
            <a:r>
              <a:rPr lang="en-US" b="1">
                <a:effectLst/>
                <a:latin typeface="+mj-lt"/>
                <a:ea typeface="Calibri" panose="020F0502020204030204" pitchFamily="34" charset="0"/>
                <a:cs typeface="Times New Roman" panose="02020603050405020304" pitchFamily="18" charset="0"/>
              </a:rPr>
              <a:t>-Academic-Curriculum</a:t>
            </a:r>
            <a:r>
              <a:rPr lang="en-US">
                <a:effectLst/>
                <a:latin typeface="+mj-lt"/>
                <a:ea typeface="Calibri" panose="020F0502020204030204" pitchFamily="34" charset="0"/>
                <a:cs typeface="Times New Roman" panose="02020603050405020304" pitchFamily="18" charset="0"/>
              </a:rPr>
              <a:t>, you should find the following:</a:t>
            </a:r>
          </a:p>
          <a:p>
            <a:pPr lvl="2">
              <a:lnSpc>
                <a:spcPct val="107000"/>
              </a:lnSpc>
              <a:spcBef>
                <a:spcPts val="0"/>
              </a:spcBef>
              <a:spcAft>
                <a:spcPts val="800"/>
              </a:spcAft>
            </a:pPr>
            <a:r>
              <a:rPr lang="en-US">
                <a:latin typeface="+mj-lt"/>
                <a:ea typeface="Calibri" panose="020F0502020204030204" pitchFamily="34" charset="0"/>
                <a:cs typeface="Times New Roman" panose="02020603050405020304" pitchFamily="18" charset="0"/>
              </a:rPr>
              <a:t>1</a:t>
            </a:r>
            <a:r>
              <a:rPr lang="en-US">
                <a:effectLst/>
                <a:latin typeface="+mj-lt"/>
                <a:ea typeface="Calibri" panose="020F0502020204030204" pitchFamily="34" charset="0"/>
                <a:cs typeface="Times New Roman" panose="02020603050405020304" pitchFamily="18" charset="0"/>
              </a:rPr>
              <a:t>5 folders, each named after the week of the curriculum.</a:t>
            </a:r>
          </a:p>
          <a:p>
            <a:pPr lvl="2">
              <a:lnSpc>
                <a:spcPct val="107000"/>
              </a:lnSpc>
              <a:spcBef>
                <a:spcPts val="0"/>
              </a:spcBef>
              <a:spcAft>
                <a:spcPts val="800"/>
              </a:spcAft>
            </a:pPr>
            <a:r>
              <a:rPr lang="en-US">
                <a:effectLst/>
                <a:latin typeface="+mj-lt"/>
                <a:ea typeface="Calibri" panose="020F0502020204030204" pitchFamily="34" charset="0"/>
                <a:cs typeface="Times New Roman" panose="02020603050405020304" pitchFamily="18" charset="0"/>
              </a:rPr>
              <a:t>Lecture PDFs for the specific week named after the week and the lecture of the week whether lecture A or B</a:t>
            </a:r>
          </a:p>
          <a:p>
            <a:pPr lvl="2">
              <a:lnSpc>
                <a:spcPct val="107000"/>
              </a:lnSpc>
              <a:spcBef>
                <a:spcPts val="0"/>
              </a:spcBef>
              <a:spcAft>
                <a:spcPts val="800"/>
              </a:spcAft>
            </a:pPr>
            <a:r>
              <a:rPr lang="en-US">
                <a:latin typeface="+mj-lt"/>
                <a:ea typeface="Calibri" panose="020F0502020204030204" pitchFamily="34" charset="0"/>
                <a:cs typeface="Times New Roman" panose="02020603050405020304" pitchFamily="18" charset="0"/>
              </a:rPr>
              <a:t>L</a:t>
            </a:r>
            <a:r>
              <a:rPr lang="en-US">
                <a:effectLst/>
                <a:latin typeface="+mj-lt"/>
                <a:ea typeface="Calibri" panose="020F0502020204030204" pitchFamily="34" charset="0"/>
                <a:cs typeface="Times New Roman" panose="02020603050405020304" pitchFamily="18" charset="0"/>
              </a:rPr>
              <a:t>ab PDFs and the relevant lab database in each folder as applicable.</a:t>
            </a:r>
          </a:p>
          <a:p>
            <a:pPr lvl="2">
              <a:lnSpc>
                <a:spcPct val="107000"/>
              </a:lnSpc>
              <a:spcBef>
                <a:spcPts val="0"/>
              </a:spcBef>
              <a:spcAft>
                <a:spcPts val="800"/>
              </a:spcAft>
            </a:pPr>
            <a:r>
              <a:rPr lang="en-US">
                <a:effectLst/>
                <a:latin typeface="+mj-lt"/>
                <a:ea typeface="Calibri" panose="020F0502020204030204" pitchFamily="34" charset="0"/>
                <a:cs typeface="Times New Roman" panose="02020603050405020304" pitchFamily="18" charset="0"/>
              </a:rPr>
              <a:t>An Excel sheet “Digital Design and Verification Syllabus.xlsx” detailing weekly contents and teaching plan, topics, and specific Cadence Online Courses links.</a:t>
            </a:r>
            <a:endParaRPr lang="en-US"/>
          </a:p>
        </p:txBody>
      </p:sp>
      <p:sp>
        <p:nvSpPr>
          <p:cNvPr id="3" name="Title 2">
            <a:extLst>
              <a:ext uri="{FF2B5EF4-FFF2-40B4-BE49-F238E27FC236}">
                <a16:creationId xmlns:a16="http://schemas.microsoft.com/office/drawing/2014/main" id="{864C808F-08E3-60D8-70DA-C7845262589B}"/>
              </a:ext>
            </a:extLst>
          </p:cNvPr>
          <p:cNvSpPr>
            <a:spLocks noGrp="1"/>
          </p:cNvSpPr>
          <p:nvPr>
            <p:ph type="title"/>
          </p:nvPr>
        </p:nvSpPr>
        <p:spPr/>
        <p:txBody>
          <a:bodyPr/>
          <a:lstStyle/>
          <a:p>
            <a:r>
              <a:rPr lang="en-US"/>
              <a:t>Course Contents</a:t>
            </a:r>
          </a:p>
        </p:txBody>
      </p:sp>
      <p:sp>
        <p:nvSpPr>
          <p:cNvPr id="4" name="Footer Placeholder 3">
            <a:extLst>
              <a:ext uri="{FF2B5EF4-FFF2-40B4-BE49-F238E27FC236}">
                <a16:creationId xmlns:a16="http://schemas.microsoft.com/office/drawing/2014/main" id="{E4F5B5AB-7260-DED3-C7F9-F0002613EDD3}"/>
              </a:ext>
            </a:extLst>
          </p:cNvPr>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p>
        </p:txBody>
      </p:sp>
      <p:sp>
        <p:nvSpPr>
          <p:cNvPr id="5" name="Slide Number Placeholder 4">
            <a:extLst>
              <a:ext uri="{FF2B5EF4-FFF2-40B4-BE49-F238E27FC236}">
                <a16:creationId xmlns:a16="http://schemas.microsoft.com/office/drawing/2014/main" id="{CDBAD903-167D-17EE-C0E8-3B13516E4376}"/>
              </a:ext>
            </a:extLst>
          </p:cNvPr>
          <p:cNvSpPr>
            <a:spLocks noGrp="1"/>
          </p:cNvSpPr>
          <p:nvPr>
            <p:ph type="sldNum"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endParaRPr>
          </a:p>
        </p:txBody>
      </p:sp>
      <p:pic>
        <p:nvPicPr>
          <p:cNvPr id="7" name="synthesis (10)">
            <a:hlinkClick r:id="" action="ppaction://media"/>
            <a:extLst>
              <a:ext uri="{FF2B5EF4-FFF2-40B4-BE49-F238E27FC236}">
                <a16:creationId xmlns:a16="http://schemas.microsoft.com/office/drawing/2014/main" id="{06878C4F-CC46-4C0C-0CDC-0ED0B85F3351}"/>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387015" y="91440"/>
            <a:ext cx="609600" cy="609600"/>
          </a:xfrm>
          <a:prstGeom prst="rect">
            <a:avLst/>
          </a:prstGeom>
        </p:spPr>
      </p:pic>
    </p:spTree>
    <p:custDataLst>
      <p:tags r:id="rId1"/>
    </p:custDataLst>
    <p:extLst>
      <p:ext uri="{BB962C8B-B14F-4D97-AF65-F5344CB8AC3E}">
        <p14:creationId xmlns:p14="http://schemas.microsoft.com/office/powerpoint/2010/main" val="409254201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720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7"/>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E9A966B-7095-98E3-146C-C386D3E4C723}"/>
              </a:ext>
            </a:extLst>
          </p:cNvPr>
          <p:cNvSpPr>
            <a:spLocks noGrp="1"/>
          </p:cNvSpPr>
          <p:nvPr>
            <p:ph type="title"/>
          </p:nvPr>
        </p:nvSpPr>
        <p:spPr>
          <a:xfrm>
            <a:off x="194061" y="2847579"/>
            <a:ext cx="2474919" cy="1162841"/>
          </a:xfrm>
        </p:spPr>
        <p:txBody>
          <a:bodyPr>
            <a:normAutofit/>
          </a:bodyPr>
          <a:lstStyle/>
          <a:p>
            <a:pPr algn="ctr"/>
            <a:r>
              <a:rPr lang="en-US" sz="2400"/>
              <a:t>Course Agenda and </a:t>
            </a:r>
            <a:br>
              <a:rPr lang="en-US" sz="2400"/>
            </a:br>
            <a:r>
              <a:rPr lang="en-US" sz="2400"/>
              <a:t>Schedule Plan</a:t>
            </a:r>
          </a:p>
        </p:txBody>
      </p:sp>
      <p:sp>
        <p:nvSpPr>
          <p:cNvPr id="5" name="Footer Placeholder 4">
            <a:extLst>
              <a:ext uri="{FF2B5EF4-FFF2-40B4-BE49-F238E27FC236}">
                <a16:creationId xmlns:a16="http://schemas.microsoft.com/office/drawing/2014/main" id="{1AA2D8BF-3B07-37AB-FF7D-F1F83CD59C6A}"/>
              </a:ext>
            </a:extLst>
          </p:cNvPr>
          <p:cNvSpPr>
            <a:spLocks noGrp="1"/>
          </p:cNvSpPr>
          <p:nvPr>
            <p:ph type="ftr" sz="quarter" idx="13"/>
          </p:nvPr>
        </p:nvSpPr>
        <p:spPr/>
        <p:txBody>
          <a:bodyPr/>
          <a:lstStyle/>
          <a:p>
            <a:r>
              <a:rPr lang="en-US">
                <a:solidFill>
                  <a:schemeClr val="tx1"/>
                </a:solidFill>
                <a:cs typeface="Arial" panose="020B0604020202020204" pitchFamily="34" charset="0"/>
              </a:rPr>
              <a:t>© Cadence Design Systems, Inc. All rights reserved.</a:t>
            </a:r>
          </a:p>
        </p:txBody>
      </p:sp>
      <p:sp>
        <p:nvSpPr>
          <p:cNvPr id="6" name="Slide Number Placeholder 5">
            <a:extLst>
              <a:ext uri="{FF2B5EF4-FFF2-40B4-BE49-F238E27FC236}">
                <a16:creationId xmlns:a16="http://schemas.microsoft.com/office/drawing/2014/main" id="{D18C50FA-EAAC-8AF6-56A3-7B77141527BD}"/>
              </a:ext>
            </a:extLst>
          </p:cNvPr>
          <p:cNvSpPr>
            <a:spLocks noGrp="1"/>
          </p:cNvSpPr>
          <p:nvPr>
            <p:ph type="sldNum" sz="quarter" idx="14"/>
          </p:nvPr>
        </p:nvSpPr>
        <p:spPr/>
        <p:txBody>
          <a:bodyPr/>
          <a:lstStyle/>
          <a:p>
            <a:fld id="{B6FA71F5-8E13-46C5-A63A-9121BEB3B8A9}" type="slidenum">
              <a:rPr lang="en-US" smtClean="0"/>
              <a:pPr/>
              <a:t>7</a:t>
            </a:fld>
            <a:endParaRPr lang="en-US"/>
          </a:p>
        </p:txBody>
      </p:sp>
      <p:graphicFrame>
        <p:nvGraphicFramePr>
          <p:cNvPr id="12" name="Table 12">
            <a:extLst>
              <a:ext uri="{FF2B5EF4-FFF2-40B4-BE49-F238E27FC236}">
                <a16:creationId xmlns:a16="http://schemas.microsoft.com/office/drawing/2014/main" id="{2265D2F9-2AF1-1FB1-B8C2-FEE209A4DDD4}"/>
              </a:ext>
            </a:extLst>
          </p:cNvPr>
          <p:cNvGraphicFramePr>
            <a:graphicFrameLocks noGrp="1"/>
          </p:cNvGraphicFramePr>
          <p:nvPr>
            <p:extLst>
              <p:ext uri="{D42A27DB-BD31-4B8C-83A1-F6EECF244321}">
                <p14:modId xmlns:p14="http://schemas.microsoft.com/office/powerpoint/2010/main" val="700910076"/>
              </p:ext>
            </p:extLst>
          </p:nvPr>
        </p:nvGraphicFramePr>
        <p:xfrm>
          <a:off x="2821381" y="258232"/>
          <a:ext cx="8981152" cy="6234006"/>
        </p:xfrm>
        <a:graphic>
          <a:graphicData uri="http://schemas.openxmlformats.org/drawingml/2006/table">
            <a:tbl>
              <a:tblPr firstRow="1" bandRow="1">
                <a:tableStyleId>{00A15C55-8517-42AA-B614-E9B94910E393}</a:tableStyleId>
              </a:tblPr>
              <a:tblGrid>
                <a:gridCol w="751552">
                  <a:extLst>
                    <a:ext uri="{9D8B030D-6E8A-4147-A177-3AD203B41FA5}">
                      <a16:colId xmlns:a16="http://schemas.microsoft.com/office/drawing/2014/main" val="2232682041"/>
                    </a:ext>
                  </a:extLst>
                </a:gridCol>
                <a:gridCol w="3247762">
                  <a:extLst>
                    <a:ext uri="{9D8B030D-6E8A-4147-A177-3AD203B41FA5}">
                      <a16:colId xmlns:a16="http://schemas.microsoft.com/office/drawing/2014/main" val="3911571519"/>
                    </a:ext>
                  </a:extLst>
                </a:gridCol>
                <a:gridCol w="2712771">
                  <a:extLst>
                    <a:ext uri="{9D8B030D-6E8A-4147-A177-3AD203B41FA5}">
                      <a16:colId xmlns:a16="http://schemas.microsoft.com/office/drawing/2014/main" val="2677717226"/>
                    </a:ext>
                  </a:extLst>
                </a:gridCol>
                <a:gridCol w="2269067">
                  <a:extLst>
                    <a:ext uri="{9D8B030D-6E8A-4147-A177-3AD203B41FA5}">
                      <a16:colId xmlns:a16="http://schemas.microsoft.com/office/drawing/2014/main" val="1429963884"/>
                    </a:ext>
                  </a:extLst>
                </a:gridCol>
              </a:tblGrid>
              <a:tr h="224072">
                <a:tc>
                  <a:txBody>
                    <a:bodyPr/>
                    <a:lstStyle/>
                    <a:p>
                      <a:pPr algn="ctr"/>
                      <a:r>
                        <a:rPr lang="en-US" sz="800"/>
                        <a:t>Week</a:t>
                      </a:r>
                      <a:endParaRPr lang="en-US" sz="800">
                        <a:latin typeface="+mn-lt"/>
                      </a:endParaRPr>
                    </a:p>
                  </a:txBody>
                  <a:tcPr/>
                </a:tc>
                <a:tc>
                  <a:txBody>
                    <a:bodyPr/>
                    <a:lstStyle/>
                    <a:p>
                      <a:r>
                        <a:rPr lang="en-US" sz="800"/>
                        <a:t>Lecture A  (1.5 hours)</a:t>
                      </a:r>
                      <a:endParaRPr lang="en-US" sz="800">
                        <a:latin typeface="+mn-lt"/>
                      </a:endParaRPr>
                    </a:p>
                  </a:txBody>
                  <a:tcPr/>
                </a:tc>
                <a:tc>
                  <a:txBody>
                    <a:bodyPr/>
                    <a:lstStyle/>
                    <a:p>
                      <a:r>
                        <a:rPr lang="en-US" sz="800"/>
                        <a:t>Lecture B (1.5 hours)</a:t>
                      </a:r>
                      <a:endParaRPr lang="en-US" sz="800">
                        <a:latin typeface="+mn-lt"/>
                      </a:endParaRPr>
                    </a:p>
                  </a:txBody>
                  <a:tcPr/>
                </a:tc>
                <a:tc>
                  <a:txBody>
                    <a:bodyPr/>
                    <a:lstStyle/>
                    <a:p>
                      <a:r>
                        <a:rPr lang="en-US" sz="800"/>
                        <a:t>Labs 1.5 hours</a:t>
                      </a:r>
                      <a:endParaRPr lang="en-US" sz="800">
                        <a:latin typeface="+mn-lt"/>
                      </a:endParaRPr>
                    </a:p>
                  </a:txBody>
                  <a:tcPr/>
                </a:tc>
                <a:extLst>
                  <a:ext uri="{0D108BD9-81ED-4DB2-BD59-A6C34878D82A}">
                    <a16:rowId xmlns:a16="http://schemas.microsoft.com/office/drawing/2014/main" val="1597161517"/>
                  </a:ext>
                </a:extLst>
              </a:tr>
              <a:tr h="232075">
                <a:tc>
                  <a:txBody>
                    <a:bodyPr/>
                    <a:lstStyle/>
                    <a:p>
                      <a:pPr algn="ctr"/>
                      <a:r>
                        <a:rPr lang="en-US" sz="800"/>
                        <a:t>1</a:t>
                      </a:r>
                      <a:endParaRPr lang="en-US" sz="800">
                        <a:latin typeface="+mn-lt"/>
                      </a:endParaRPr>
                    </a:p>
                  </a:txBody>
                  <a:tcPr/>
                </a:tc>
                <a:tc>
                  <a:txBody>
                    <a:bodyPr/>
                    <a:lstStyle/>
                    <a:p>
                      <a:pPr fontAlgn="t"/>
                      <a:r>
                        <a:rPr lang="en-US" sz="800">
                          <a:effectLst/>
                        </a:rPr>
                        <a:t>​Digital IC Design Flow Overview (part 1)</a:t>
                      </a:r>
                      <a:endParaRPr lang="en-US" sz="800">
                        <a:effectLst/>
                        <a:latin typeface="+mn-lt"/>
                      </a:endParaRPr>
                    </a:p>
                  </a:txBody>
                  <a:tcPr marL="38100" marR="38100" marT="53340"/>
                </a:tc>
                <a:tc>
                  <a:txBody>
                    <a:bodyPr/>
                    <a:lstStyle/>
                    <a:p>
                      <a:pPr fontAlgn="t"/>
                      <a:r>
                        <a:rPr lang="en-US" sz="800">
                          <a:effectLst/>
                        </a:rPr>
                        <a:t>​Digital IC Design Flow Overview (part 2)</a:t>
                      </a:r>
                      <a:endParaRPr lang="en-US" sz="800">
                        <a:effectLst/>
                        <a:latin typeface="+mn-lt"/>
                      </a:endParaRPr>
                    </a:p>
                  </a:txBody>
                  <a:tcPr marL="38100" marR="38100" marT="53340"/>
                </a:tc>
                <a:tc>
                  <a:txBody>
                    <a:bodyPr/>
                    <a:lstStyle/>
                    <a:p>
                      <a:endParaRPr lang="en-US" sz="800">
                        <a:latin typeface="+mn-lt"/>
                      </a:endParaRPr>
                    </a:p>
                  </a:txBody>
                  <a:tcPr/>
                </a:tc>
                <a:extLst>
                  <a:ext uri="{0D108BD9-81ED-4DB2-BD59-A6C34878D82A}">
                    <a16:rowId xmlns:a16="http://schemas.microsoft.com/office/drawing/2014/main" val="2633860133"/>
                  </a:ext>
                </a:extLst>
              </a:tr>
              <a:tr h="232075">
                <a:tc>
                  <a:txBody>
                    <a:bodyPr/>
                    <a:lstStyle/>
                    <a:p>
                      <a:pPr algn="ctr"/>
                      <a:r>
                        <a:rPr lang="en-US" sz="800"/>
                        <a:t>2</a:t>
                      </a:r>
                      <a:endParaRPr lang="en-US" sz="800">
                        <a:latin typeface="+mn-lt"/>
                      </a:endParaRPr>
                    </a:p>
                  </a:txBody>
                  <a:tcPr/>
                </a:tc>
                <a:tc>
                  <a:txBody>
                    <a:bodyPr/>
                    <a:lstStyle/>
                    <a:p>
                      <a:pPr fontAlgn="t"/>
                      <a:r>
                        <a:rPr lang="en-US" sz="800">
                          <a:effectLst/>
                        </a:rPr>
                        <a:t>Basics of Semiconductors </a:t>
                      </a:r>
                      <a:endParaRPr lang="en-US" sz="800">
                        <a:effectLst/>
                        <a:latin typeface="+mn-lt"/>
                      </a:endParaRPr>
                    </a:p>
                  </a:txBody>
                  <a:tcPr marL="38100" marR="38100" marT="53340"/>
                </a:tc>
                <a:tc>
                  <a:txBody>
                    <a:bodyPr/>
                    <a:lstStyle/>
                    <a:p>
                      <a:pPr fontAlgn="t"/>
                      <a:r>
                        <a:rPr lang="en-US" sz="800">
                          <a:effectLst/>
                        </a:rPr>
                        <a:t>​The Scale of the IC Challenge</a:t>
                      </a:r>
                      <a:endParaRPr lang="en-US" sz="800">
                        <a:effectLst/>
                        <a:latin typeface="+mn-lt"/>
                      </a:endParaRPr>
                    </a:p>
                  </a:txBody>
                  <a:tcPr marL="38100" marR="38100" marT="53340"/>
                </a:tc>
                <a:tc>
                  <a:txBody>
                    <a:bodyPr/>
                    <a:lstStyle/>
                    <a:p>
                      <a:endParaRPr lang="en-US" sz="800">
                        <a:latin typeface="+mn-lt"/>
                      </a:endParaRPr>
                    </a:p>
                  </a:txBody>
                  <a:tcPr/>
                </a:tc>
                <a:extLst>
                  <a:ext uri="{0D108BD9-81ED-4DB2-BD59-A6C34878D82A}">
                    <a16:rowId xmlns:a16="http://schemas.microsoft.com/office/drawing/2014/main" val="2620607279"/>
                  </a:ext>
                </a:extLst>
              </a:tr>
              <a:tr h="488157">
                <a:tc>
                  <a:txBody>
                    <a:bodyPr/>
                    <a:lstStyle/>
                    <a:p>
                      <a:pPr algn="ctr"/>
                      <a:r>
                        <a:rPr lang="en-US" sz="800"/>
                        <a:t>3</a:t>
                      </a:r>
                      <a:endParaRPr lang="en-US" sz="800">
                        <a:latin typeface="+mn-lt"/>
                      </a:endParaRPr>
                    </a:p>
                  </a:txBody>
                  <a:tcPr/>
                </a:tc>
                <a:tc>
                  <a:txBody>
                    <a:bodyPr/>
                    <a:lstStyle/>
                    <a:p>
                      <a:pPr fontAlgn="t"/>
                      <a:r>
                        <a:rPr lang="en-US" sz="800">
                          <a:effectLst/>
                        </a:rPr>
                        <a:t>​Digital IC Functional Design Overview</a:t>
                      </a:r>
                      <a:br>
                        <a:rPr lang="en-US" sz="800">
                          <a:effectLst/>
                        </a:rPr>
                      </a:br>
                      <a:br>
                        <a:rPr lang="en-US" sz="800">
                          <a:effectLst/>
                        </a:rPr>
                      </a:br>
                      <a:r>
                        <a:rPr lang="en-US" sz="800">
                          <a:effectLst/>
                        </a:rPr>
                        <a:t>Hardware Implementation: Data Representation</a:t>
                      </a:r>
                    </a:p>
                  </a:txBody>
                  <a:tcPr marL="38100" marR="38100" marT="53340"/>
                </a:tc>
                <a:tc>
                  <a:txBody>
                    <a:bodyPr/>
                    <a:lstStyle/>
                    <a:p>
                      <a:pPr fontAlgn="t"/>
                      <a:r>
                        <a:rPr lang="en-US" sz="800">
                          <a:effectLst/>
                        </a:rPr>
                        <a:t>​HW Imp: Combinatorial Building Blocks</a:t>
                      </a:r>
                      <a:br>
                        <a:rPr lang="en-US" sz="800">
                          <a:effectLst/>
                        </a:rPr>
                      </a:br>
                      <a:br>
                        <a:rPr lang="en-US" sz="800">
                          <a:effectLst/>
                        </a:rPr>
                      </a:br>
                      <a:r>
                        <a:rPr lang="en-US" sz="800">
                          <a:effectLst/>
                        </a:rPr>
                        <a:t>HW Imp: Clocked Building Blocks; Synchronous Design</a:t>
                      </a:r>
                    </a:p>
                  </a:txBody>
                  <a:tcPr marL="38100" marR="38100" marT="53340"/>
                </a:tc>
                <a:tc>
                  <a:txBody>
                    <a:bodyPr/>
                    <a:lstStyle/>
                    <a:p>
                      <a:r>
                        <a:rPr lang="en-US" sz="800" b="0" kern="1200">
                          <a:solidFill>
                            <a:schemeClr val="dk1"/>
                          </a:solidFill>
                          <a:effectLst/>
                        </a:rPr>
                        <a:t>Basic Exercises on HW Data Representation </a:t>
                      </a:r>
                      <a:endParaRPr lang="en-US" sz="800">
                        <a:latin typeface="+mn-lt"/>
                      </a:endParaRPr>
                    </a:p>
                  </a:txBody>
                  <a:tcPr/>
                </a:tc>
                <a:extLst>
                  <a:ext uri="{0D108BD9-81ED-4DB2-BD59-A6C34878D82A}">
                    <a16:rowId xmlns:a16="http://schemas.microsoft.com/office/drawing/2014/main" val="957140859"/>
                  </a:ext>
                </a:extLst>
              </a:tr>
              <a:tr h="488157">
                <a:tc>
                  <a:txBody>
                    <a:bodyPr/>
                    <a:lstStyle/>
                    <a:p>
                      <a:pPr algn="ctr"/>
                      <a:r>
                        <a:rPr lang="en-US" sz="800"/>
                        <a:t>4</a:t>
                      </a:r>
                      <a:endParaRPr lang="en-US" sz="800">
                        <a:latin typeface="+mn-lt"/>
                      </a:endParaRPr>
                    </a:p>
                  </a:txBody>
                  <a:tcPr/>
                </a:tc>
                <a:tc>
                  <a:txBody>
                    <a:bodyPr/>
                    <a:lstStyle/>
                    <a:p>
                      <a:pPr fontAlgn="t"/>
                      <a:r>
                        <a:rPr lang="en-US" sz="800">
                          <a:effectLst/>
                        </a:rPr>
                        <a:t>​HW Imp: Arithmetic Building Blocks</a:t>
                      </a:r>
                      <a:br>
                        <a:rPr lang="en-US" sz="800">
                          <a:effectLst/>
                        </a:rPr>
                      </a:br>
                      <a:br>
                        <a:rPr lang="en-US" sz="800">
                          <a:effectLst/>
                        </a:rPr>
                      </a:br>
                      <a:r>
                        <a:rPr lang="en-US" sz="800">
                          <a:effectLst/>
                        </a:rPr>
                        <a:t>HW Imp: Arithmetic Implementation and Optimization</a:t>
                      </a:r>
                    </a:p>
                  </a:txBody>
                  <a:tcPr marL="38100" marR="38100" marT="53340"/>
                </a:tc>
                <a:tc>
                  <a:txBody>
                    <a:bodyPr/>
                    <a:lstStyle/>
                    <a:p>
                      <a:pPr fontAlgn="t"/>
                      <a:r>
                        <a:rPr lang="en-US" sz="800">
                          <a:effectLst/>
                        </a:rPr>
                        <a:t>​HW Imp: Finite State Machines</a:t>
                      </a:r>
                      <a:br>
                        <a:rPr lang="en-US" sz="800">
                          <a:effectLst/>
                        </a:rPr>
                      </a:br>
                      <a:br>
                        <a:rPr lang="en-US" sz="800">
                          <a:effectLst/>
                        </a:rPr>
                      </a:br>
                      <a:r>
                        <a:rPr lang="en-US" sz="800">
                          <a:effectLst/>
                        </a:rPr>
                        <a:t>HW Imp: Memory Structures</a:t>
                      </a:r>
                    </a:p>
                  </a:txBody>
                  <a:tcPr marL="38100" marR="38100" marT="53340"/>
                </a:tc>
                <a:tc>
                  <a:txBody>
                    <a:bodyPr/>
                    <a:lstStyle/>
                    <a:p>
                      <a:endParaRPr lang="en-US" sz="800">
                        <a:latin typeface="+mn-lt"/>
                      </a:endParaRPr>
                    </a:p>
                  </a:txBody>
                  <a:tcPr/>
                </a:tc>
                <a:extLst>
                  <a:ext uri="{0D108BD9-81ED-4DB2-BD59-A6C34878D82A}">
                    <a16:rowId xmlns:a16="http://schemas.microsoft.com/office/drawing/2014/main" val="1727619331"/>
                  </a:ext>
                </a:extLst>
              </a:tr>
              <a:tr h="488157">
                <a:tc>
                  <a:txBody>
                    <a:bodyPr/>
                    <a:lstStyle/>
                    <a:p>
                      <a:pPr algn="ctr"/>
                      <a:r>
                        <a:rPr lang="en-US" sz="800"/>
                        <a:t>5</a:t>
                      </a:r>
                      <a:endParaRPr lang="en-US" sz="800">
                        <a:latin typeface="+mn-lt"/>
                      </a:endParaRPr>
                    </a:p>
                  </a:txBody>
                  <a:tcPr/>
                </a:tc>
                <a:tc>
                  <a:txBody>
                    <a:bodyPr/>
                    <a:lstStyle/>
                    <a:p>
                      <a:pPr fontAlgn="t"/>
                      <a:r>
                        <a:rPr lang="en-US" sz="800">
                          <a:effectLst/>
                        </a:rPr>
                        <a:t>Functional Verification Overview</a:t>
                      </a:r>
                      <a:br>
                        <a:rPr lang="en-US" sz="800">
                          <a:effectLst/>
                        </a:rPr>
                      </a:br>
                      <a:br>
                        <a:rPr lang="en-US" sz="800">
                          <a:effectLst/>
                        </a:rPr>
                      </a:br>
                      <a:r>
                        <a:rPr lang="en-US" sz="800">
                          <a:effectLst/>
                        </a:rPr>
                        <a:t>Simple Interactive Debug Techniques with Xcelium</a:t>
                      </a:r>
                    </a:p>
                  </a:txBody>
                  <a:tcPr marL="38100" marR="38100" marT="53340"/>
                </a:tc>
                <a:tc>
                  <a:txBody>
                    <a:bodyPr/>
                    <a:lstStyle/>
                    <a:p>
                      <a:pPr fontAlgn="t"/>
                      <a:r>
                        <a:rPr lang="en-US" sz="800">
                          <a:effectLst/>
                        </a:rPr>
                        <a:t>​Verilog 1: Verilog Introduction</a:t>
                      </a:r>
                      <a:br>
                        <a:rPr lang="en-US" sz="800">
                          <a:effectLst/>
                        </a:rPr>
                      </a:br>
                      <a:br>
                        <a:rPr lang="en-US" sz="800">
                          <a:effectLst/>
                        </a:rPr>
                      </a:br>
                      <a:r>
                        <a:rPr lang="en-US" sz="800">
                          <a:effectLst/>
                        </a:rPr>
                        <a:t>Verilog  1: Choosing Datatypes</a:t>
                      </a:r>
                    </a:p>
                  </a:txBody>
                  <a:tcPr marL="38100" marR="38100" marT="53340"/>
                </a:tc>
                <a:tc>
                  <a:txBody>
                    <a:bodyPr/>
                    <a:lstStyle/>
                    <a:p>
                      <a:r>
                        <a:rPr lang="en-US" sz="800"/>
                        <a:t>3 Verilog Labs</a:t>
                      </a:r>
                      <a:endParaRPr lang="en-US" sz="800">
                        <a:latin typeface="+mn-lt"/>
                      </a:endParaRPr>
                    </a:p>
                  </a:txBody>
                  <a:tcPr/>
                </a:tc>
                <a:extLst>
                  <a:ext uri="{0D108BD9-81ED-4DB2-BD59-A6C34878D82A}">
                    <a16:rowId xmlns:a16="http://schemas.microsoft.com/office/drawing/2014/main" val="1075919187"/>
                  </a:ext>
                </a:extLst>
              </a:tr>
              <a:tr h="488157">
                <a:tc>
                  <a:txBody>
                    <a:bodyPr/>
                    <a:lstStyle/>
                    <a:p>
                      <a:pPr algn="ctr"/>
                      <a:r>
                        <a:rPr lang="en-US" sz="800"/>
                        <a:t>6</a:t>
                      </a:r>
                      <a:endParaRPr lang="en-US" sz="800">
                        <a:latin typeface="+mn-lt"/>
                      </a:endParaRPr>
                    </a:p>
                  </a:txBody>
                  <a:tcPr/>
                </a:tc>
                <a:tc>
                  <a:txBody>
                    <a:bodyPr/>
                    <a:lstStyle/>
                    <a:p>
                      <a:pPr fontAlgn="t"/>
                      <a:r>
                        <a:rPr lang="sv-SE" sz="800">
                          <a:effectLst/>
                        </a:rPr>
                        <a:t>​Verilog 2: Operators</a:t>
                      </a:r>
                      <a:br>
                        <a:rPr lang="sv-SE" sz="800">
                          <a:effectLst/>
                        </a:rPr>
                      </a:br>
                      <a:br>
                        <a:rPr lang="sv-SE" sz="800">
                          <a:effectLst/>
                        </a:rPr>
                      </a:br>
                      <a:r>
                        <a:rPr lang="sv-SE" sz="800">
                          <a:effectLst/>
                        </a:rPr>
                        <a:t>Verilog 2: Procedural Statements</a:t>
                      </a:r>
                    </a:p>
                  </a:txBody>
                  <a:tcPr marL="38100" marR="38100" marT="53340"/>
                </a:tc>
                <a:tc>
                  <a:txBody>
                    <a:bodyPr/>
                    <a:lstStyle/>
                    <a:p>
                      <a:pPr fontAlgn="t"/>
                      <a:r>
                        <a:rPr lang="en-US" sz="800">
                          <a:effectLst/>
                        </a:rPr>
                        <a:t>​Verilog 3: Blocking and Nonblocking Assignment</a:t>
                      </a:r>
                      <a:br>
                        <a:rPr lang="en-US" sz="800">
                          <a:effectLst/>
                        </a:rPr>
                      </a:br>
                      <a:br>
                        <a:rPr lang="en-US" sz="800">
                          <a:effectLst/>
                        </a:rPr>
                      </a:br>
                      <a:r>
                        <a:rPr lang="en-US" sz="800">
                          <a:effectLst/>
                        </a:rPr>
                        <a:t>Verilog 3: Understanding the Simulation Cycle</a:t>
                      </a:r>
                    </a:p>
                  </a:txBody>
                  <a:tcPr marL="38100" marR="38100" marT="53340"/>
                </a:tc>
                <a:tc>
                  <a:txBody>
                    <a:bodyPr/>
                    <a:lstStyle/>
                    <a:p>
                      <a:r>
                        <a:rPr lang="en-US" sz="800"/>
                        <a:t>9 Verilog Labs </a:t>
                      </a:r>
                      <a:endParaRPr lang="en-US" sz="800">
                        <a:latin typeface="+mn-lt"/>
                      </a:endParaRPr>
                    </a:p>
                  </a:txBody>
                  <a:tcPr/>
                </a:tc>
                <a:extLst>
                  <a:ext uri="{0D108BD9-81ED-4DB2-BD59-A6C34878D82A}">
                    <a16:rowId xmlns:a16="http://schemas.microsoft.com/office/drawing/2014/main" val="1691173790"/>
                  </a:ext>
                </a:extLst>
              </a:tr>
              <a:tr h="488157">
                <a:tc>
                  <a:txBody>
                    <a:bodyPr/>
                    <a:lstStyle/>
                    <a:p>
                      <a:pPr algn="ctr"/>
                      <a:r>
                        <a:rPr lang="en-US" sz="800"/>
                        <a:t>7</a:t>
                      </a:r>
                      <a:endParaRPr lang="en-US" sz="800">
                        <a:latin typeface="+mn-lt"/>
                      </a:endParaRPr>
                    </a:p>
                  </a:txBody>
                  <a:tcPr/>
                </a:tc>
                <a:tc>
                  <a:txBody>
                    <a:bodyPr/>
                    <a:lstStyle/>
                    <a:p>
                      <a:pPr fontAlgn="t"/>
                      <a:r>
                        <a:rPr lang="en-US" sz="800">
                          <a:effectLst/>
                        </a:rPr>
                        <a:t>​Verilog 4: Functions and Tasks</a:t>
                      </a:r>
                      <a:br>
                        <a:rPr lang="en-US" sz="800">
                          <a:effectLst/>
                        </a:rPr>
                      </a:br>
                      <a:br>
                        <a:rPr lang="en-US" sz="800">
                          <a:effectLst/>
                        </a:rPr>
                      </a:br>
                      <a:r>
                        <a:rPr lang="en-US" sz="800">
                          <a:effectLst/>
                        </a:rPr>
                        <a:t>Verilog 4: Directing the Compiler</a:t>
                      </a:r>
                    </a:p>
                  </a:txBody>
                  <a:tcPr marL="38100" marR="38100" marT="53340"/>
                </a:tc>
                <a:tc>
                  <a:txBody>
                    <a:bodyPr/>
                    <a:lstStyle/>
                    <a:p>
                      <a:pPr fontAlgn="t"/>
                      <a:r>
                        <a:rPr lang="en-US" sz="800">
                          <a:effectLst/>
                        </a:rPr>
                        <a:t>​Verilog 5: The Synthesis Process</a:t>
                      </a:r>
                      <a:br>
                        <a:rPr lang="en-US" sz="800">
                          <a:effectLst/>
                        </a:rPr>
                      </a:br>
                      <a:br>
                        <a:rPr lang="en-US" sz="800">
                          <a:effectLst/>
                        </a:rPr>
                      </a:br>
                      <a:r>
                        <a:rPr lang="en-US" sz="800">
                          <a:effectLst/>
                        </a:rPr>
                        <a:t>Verilog 5: Coding RTL for Synthesis </a:t>
                      </a:r>
                    </a:p>
                  </a:txBody>
                  <a:tcPr marL="38100" marR="38100" marT="53340"/>
                </a:tc>
                <a:tc>
                  <a:txBody>
                    <a:bodyPr/>
                    <a:lstStyle/>
                    <a:p>
                      <a:r>
                        <a:rPr lang="en-US" sz="800"/>
                        <a:t>4 Verilog Labs</a:t>
                      </a:r>
                      <a:endParaRPr lang="en-US" sz="800">
                        <a:latin typeface="+mn-lt"/>
                      </a:endParaRPr>
                    </a:p>
                  </a:txBody>
                  <a:tcPr/>
                </a:tc>
                <a:extLst>
                  <a:ext uri="{0D108BD9-81ED-4DB2-BD59-A6C34878D82A}">
                    <a16:rowId xmlns:a16="http://schemas.microsoft.com/office/drawing/2014/main" val="2562515025"/>
                  </a:ext>
                </a:extLst>
              </a:tr>
              <a:tr h="488157">
                <a:tc>
                  <a:txBody>
                    <a:bodyPr/>
                    <a:lstStyle/>
                    <a:p>
                      <a:pPr algn="ctr"/>
                      <a:r>
                        <a:rPr lang="en-US" sz="800"/>
                        <a:t>8</a:t>
                      </a:r>
                      <a:endParaRPr lang="en-US" sz="800">
                        <a:latin typeface="+mn-lt"/>
                      </a:endParaRPr>
                    </a:p>
                  </a:txBody>
                  <a:tcPr/>
                </a:tc>
                <a:tc>
                  <a:txBody>
                    <a:bodyPr/>
                    <a:lstStyle/>
                    <a:p>
                      <a:pPr fontAlgn="t"/>
                      <a:r>
                        <a:rPr lang="en-US" sz="800">
                          <a:effectLst/>
                        </a:rPr>
                        <a:t>​Verilog 6: Designing FSMs</a:t>
                      </a:r>
                      <a:br>
                        <a:rPr lang="en-US" sz="800">
                          <a:effectLst/>
                        </a:rPr>
                      </a:br>
                      <a:br>
                        <a:rPr lang="en-US" sz="800">
                          <a:effectLst/>
                        </a:rPr>
                      </a:br>
                      <a:r>
                        <a:rPr lang="en-US" sz="800">
                          <a:effectLst/>
                        </a:rPr>
                        <a:t>Verilog 6: Avoid Simulation Mismatches</a:t>
                      </a:r>
                    </a:p>
                  </a:txBody>
                  <a:tcPr marL="38100" marR="38100" marT="53340"/>
                </a:tc>
                <a:tc>
                  <a:txBody>
                    <a:bodyPr/>
                    <a:lstStyle/>
                    <a:p>
                      <a:pPr fontAlgn="t"/>
                      <a:r>
                        <a:rPr lang="en-US" sz="800">
                          <a:effectLst/>
                        </a:rPr>
                        <a:t>​Verilog 7: Verilog Design Example</a:t>
                      </a:r>
                      <a:br>
                        <a:rPr lang="en-US" sz="800">
                          <a:effectLst/>
                        </a:rPr>
                      </a:br>
                      <a:br>
                        <a:rPr lang="en-US" sz="800">
                          <a:effectLst/>
                        </a:rPr>
                      </a:br>
                      <a:r>
                        <a:rPr lang="en-US" sz="800">
                          <a:effectLst/>
                        </a:rPr>
                        <a:t>Verilog 7: Selected System Tasks and Functions</a:t>
                      </a:r>
                    </a:p>
                  </a:txBody>
                  <a:tcPr marL="38100" marR="38100" marT="53340"/>
                </a:tc>
                <a:tc>
                  <a:txBody>
                    <a:bodyPr/>
                    <a:lstStyle/>
                    <a:p>
                      <a:r>
                        <a:rPr lang="en-US" sz="800"/>
                        <a:t>6 Verilog Labs</a:t>
                      </a:r>
                      <a:endParaRPr lang="en-US" sz="800">
                        <a:latin typeface="+mn-lt"/>
                      </a:endParaRPr>
                    </a:p>
                  </a:txBody>
                  <a:tcPr/>
                </a:tc>
                <a:extLst>
                  <a:ext uri="{0D108BD9-81ED-4DB2-BD59-A6C34878D82A}">
                    <a16:rowId xmlns:a16="http://schemas.microsoft.com/office/drawing/2014/main" val="4195949476"/>
                  </a:ext>
                </a:extLst>
              </a:tr>
              <a:tr h="488157">
                <a:tc>
                  <a:txBody>
                    <a:bodyPr/>
                    <a:lstStyle/>
                    <a:p>
                      <a:pPr algn="ctr"/>
                      <a:r>
                        <a:rPr lang="en-US" sz="800"/>
                        <a:t>9</a:t>
                      </a:r>
                      <a:endParaRPr lang="en-US" sz="800">
                        <a:latin typeface="+mn-lt"/>
                      </a:endParaRPr>
                    </a:p>
                  </a:txBody>
                  <a:tcPr/>
                </a:tc>
                <a:tc>
                  <a:txBody>
                    <a:bodyPr/>
                    <a:lstStyle/>
                    <a:p>
                      <a:pPr fontAlgn="t"/>
                      <a:r>
                        <a:rPr lang="en-US" sz="800">
                          <a:effectLst/>
                        </a:rPr>
                        <a:t>Test Stimulus</a:t>
                      </a:r>
                      <a:br>
                        <a:rPr lang="en-US" sz="800">
                          <a:effectLst/>
                        </a:rPr>
                      </a:br>
                      <a:br>
                        <a:rPr lang="en-US" sz="800">
                          <a:effectLst/>
                        </a:rPr>
                      </a:br>
                      <a:r>
                        <a:rPr lang="en-US" sz="800">
                          <a:effectLst/>
                        </a:rPr>
                        <a:t>Verilog 8: Developing a Testbench</a:t>
                      </a:r>
                    </a:p>
                  </a:txBody>
                  <a:tcPr marL="38100" marR="38100" marT="53340"/>
                </a:tc>
                <a:tc>
                  <a:txBody>
                    <a:bodyPr/>
                    <a:lstStyle/>
                    <a:p>
                      <a:pPr fontAlgn="t"/>
                      <a:r>
                        <a:rPr lang="en-US" sz="800">
                          <a:effectLst/>
                        </a:rPr>
                        <a:t>​Simulation Automation and Scripting</a:t>
                      </a:r>
                    </a:p>
                  </a:txBody>
                  <a:tcPr marL="38100" marR="38100" marT="53340"/>
                </a:tc>
                <a:tc>
                  <a:txBody>
                    <a:bodyPr/>
                    <a:lstStyle/>
                    <a:p>
                      <a:r>
                        <a:rPr lang="en-US" sz="800"/>
                        <a:t>1 Verilog Lab</a:t>
                      </a:r>
                    </a:p>
                    <a:p>
                      <a:r>
                        <a:rPr lang="en-US" sz="800"/>
                        <a:t>1 Tcl Script Lab</a:t>
                      </a:r>
                      <a:endParaRPr lang="en-US" sz="800">
                        <a:latin typeface="+mn-lt"/>
                      </a:endParaRPr>
                    </a:p>
                  </a:txBody>
                  <a:tcPr/>
                </a:tc>
                <a:extLst>
                  <a:ext uri="{0D108BD9-81ED-4DB2-BD59-A6C34878D82A}">
                    <a16:rowId xmlns:a16="http://schemas.microsoft.com/office/drawing/2014/main" val="323331626"/>
                  </a:ext>
                </a:extLst>
              </a:tr>
              <a:tr h="488157">
                <a:tc>
                  <a:txBody>
                    <a:bodyPr/>
                    <a:lstStyle/>
                    <a:p>
                      <a:pPr algn="ctr"/>
                      <a:r>
                        <a:rPr lang="en-US" sz="800"/>
                        <a:t>10</a:t>
                      </a:r>
                      <a:endParaRPr lang="en-US" sz="800">
                        <a:latin typeface="+mn-lt"/>
                      </a:endParaRPr>
                    </a:p>
                  </a:txBody>
                  <a:tcPr/>
                </a:tc>
                <a:tc>
                  <a:txBody>
                    <a:bodyPr/>
                    <a:lstStyle/>
                    <a:p>
                      <a:pPr fontAlgn="t"/>
                      <a:r>
                        <a:rPr lang="en-US" sz="800">
                          <a:effectLst/>
                        </a:rPr>
                        <a:t>​Functional Design Challenges part 1:  X_propagation,</a:t>
                      </a:r>
                      <a:br>
                        <a:rPr lang="en-US" sz="800">
                          <a:effectLst/>
                        </a:rPr>
                      </a:br>
                      <a:br>
                        <a:rPr lang="en-US" sz="800">
                          <a:effectLst/>
                        </a:rPr>
                      </a:br>
                      <a:r>
                        <a:rPr lang="en-US" sz="800">
                          <a:effectLst/>
                        </a:rPr>
                        <a:t> Clock Domain Crossing, Reset Domain Crossing</a:t>
                      </a:r>
                    </a:p>
                  </a:txBody>
                  <a:tcPr marL="38100" marR="38100" marT="53340"/>
                </a:tc>
                <a:tc>
                  <a:txBody>
                    <a:bodyPr/>
                    <a:lstStyle/>
                    <a:p>
                      <a:pPr fontAlgn="t"/>
                      <a:r>
                        <a:rPr lang="en-US" sz="800">
                          <a:effectLst/>
                        </a:rPr>
                        <a:t>​Functional Design Challenges part 2: Clocking gating,</a:t>
                      </a:r>
                      <a:br>
                        <a:rPr lang="en-US" sz="800">
                          <a:effectLst/>
                        </a:rPr>
                      </a:br>
                      <a:br>
                        <a:rPr lang="en-US" sz="800">
                          <a:effectLst/>
                        </a:rPr>
                      </a:br>
                      <a:r>
                        <a:rPr lang="en-US" sz="800">
                          <a:effectLst/>
                        </a:rPr>
                        <a:t>Low Power Concepts; Intro to Low Power Simulation</a:t>
                      </a:r>
                    </a:p>
                  </a:txBody>
                  <a:tcPr marL="38100" marR="38100" marT="53340"/>
                </a:tc>
                <a:tc>
                  <a:txBody>
                    <a:bodyPr/>
                    <a:lstStyle/>
                    <a:p>
                      <a:r>
                        <a:rPr lang="en-US" sz="800"/>
                        <a:t>COS Demos</a:t>
                      </a:r>
                      <a:endParaRPr lang="en-US" sz="800">
                        <a:latin typeface="+mn-lt"/>
                      </a:endParaRPr>
                    </a:p>
                  </a:txBody>
                  <a:tcPr/>
                </a:tc>
                <a:extLst>
                  <a:ext uri="{0D108BD9-81ED-4DB2-BD59-A6C34878D82A}">
                    <a16:rowId xmlns:a16="http://schemas.microsoft.com/office/drawing/2014/main" val="962395949"/>
                  </a:ext>
                </a:extLst>
              </a:tr>
              <a:tr h="232075">
                <a:tc>
                  <a:txBody>
                    <a:bodyPr/>
                    <a:lstStyle/>
                    <a:p>
                      <a:pPr algn="ctr"/>
                      <a:r>
                        <a:rPr lang="en-US" sz="800"/>
                        <a:t>11</a:t>
                      </a:r>
                      <a:endParaRPr lang="en-US" sz="800">
                        <a:latin typeface="+mn-lt"/>
                      </a:endParaRPr>
                    </a:p>
                  </a:txBody>
                  <a:tcPr/>
                </a:tc>
                <a:tc>
                  <a:txBody>
                    <a:bodyPr/>
                    <a:lstStyle/>
                    <a:p>
                      <a:pPr fontAlgn="t"/>
                      <a:r>
                        <a:rPr lang="en-US" sz="800">
                          <a:effectLst/>
                        </a:rPr>
                        <a:t>​Introduction to a Modern Verification Flow</a:t>
                      </a:r>
                    </a:p>
                  </a:txBody>
                  <a:tcPr marL="38100" marR="38100" marT="53340"/>
                </a:tc>
                <a:tc>
                  <a:txBody>
                    <a:bodyPr/>
                    <a:lstStyle/>
                    <a:p>
                      <a:r>
                        <a:rPr lang="en-US" sz="800"/>
                        <a:t>Introduction to MDV and Planning</a:t>
                      </a:r>
                      <a:endParaRPr lang="en-US" sz="800">
                        <a:latin typeface="+mn-lt"/>
                      </a:endParaRPr>
                    </a:p>
                  </a:txBody>
                  <a:tcPr/>
                </a:tc>
                <a:tc>
                  <a:txBody>
                    <a:bodyPr/>
                    <a:lstStyle/>
                    <a:p>
                      <a:endParaRPr lang="en-US" sz="800">
                        <a:latin typeface="+mn-lt"/>
                      </a:endParaRPr>
                    </a:p>
                  </a:txBody>
                  <a:tcPr/>
                </a:tc>
                <a:extLst>
                  <a:ext uri="{0D108BD9-81ED-4DB2-BD59-A6C34878D82A}">
                    <a16:rowId xmlns:a16="http://schemas.microsoft.com/office/drawing/2014/main" val="4029777487"/>
                  </a:ext>
                </a:extLst>
              </a:tr>
              <a:tr h="224072">
                <a:tc>
                  <a:txBody>
                    <a:bodyPr/>
                    <a:lstStyle/>
                    <a:p>
                      <a:pPr algn="ctr"/>
                      <a:r>
                        <a:rPr lang="en-US" sz="800"/>
                        <a:t>12</a:t>
                      </a:r>
                      <a:endParaRPr lang="en-US" sz="800">
                        <a:latin typeface="+mn-lt"/>
                      </a:endParaRPr>
                    </a:p>
                  </a:txBody>
                  <a:tcPr/>
                </a:tc>
                <a:tc>
                  <a:txBody>
                    <a:bodyPr/>
                    <a:lstStyle/>
                    <a:p>
                      <a:r>
                        <a:rPr lang="en-US" sz="800"/>
                        <a:t>Overview of SystemVerilog  and selected Design enhancements</a:t>
                      </a:r>
                      <a:endParaRPr lang="en-US" sz="800">
                        <a:latin typeface="+mn-lt"/>
                      </a:endParaRPr>
                    </a:p>
                  </a:txBody>
                  <a:tcPr/>
                </a:tc>
                <a:tc>
                  <a:txBody>
                    <a:bodyPr/>
                    <a:lstStyle/>
                    <a:p>
                      <a:r>
                        <a:rPr lang="en-US" sz="800"/>
                        <a:t>Selected SV Verification enhancements</a:t>
                      </a:r>
                      <a:endParaRPr lang="en-US" sz="800">
                        <a:latin typeface="+mn-lt"/>
                      </a:endParaRPr>
                    </a:p>
                  </a:txBody>
                  <a:tcPr/>
                </a:tc>
                <a:tc>
                  <a:txBody>
                    <a:bodyPr/>
                    <a:lstStyle/>
                    <a:p>
                      <a:r>
                        <a:rPr lang="en-US" sz="800"/>
                        <a:t>4 SystemVerilog Labs</a:t>
                      </a:r>
                      <a:endParaRPr lang="en-US" sz="800">
                        <a:latin typeface="+mn-lt"/>
                      </a:endParaRPr>
                    </a:p>
                  </a:txBody>
                  <a:tcPr/>
                </a:tc>
                <a:extLst>
                  <a:ext uri="{0D108BD9-81ED-4DB2-BD59-A6C34878D82A}">
                    <a16:rowId xmlns:a16="http://schemas.microsoft.com/office/drawing/2014/main" val="141831386"/>
                  </a:ext>
                </a:extLst>
              </a:tr>
              <a:tr h="352113">
                <a:tc>
                  <a:txBody>
                    <a:bodyPr/>
                    <a:lstStyle/>
                    <a:p>
                      <a:pPr algn="ctr"/>
                      <a:r>
                        <a:rPr lang="en-US" sz="800"/>
                        <a:t>13</a:t>
                      </a:r>
                      <a:endParaRPr lang="en-US" sz="800">
                        <a:latin typeface="+mn-lt"/>
                      </a:endParaRPr>
                    </a:p>
                  </a:txBody>
                  <a:tcPr/>
                </a:tc>
                <a:tc>
                  <a:txBody>
                    <a:bodyPr/>
                    <a:lstStyle/>
                    <a:p>
                      <a:r>
                        <a:rPr lang="en-US" sz="800"/>
                        <a:t>Introduction to Coverage</a:t>
                      </a:r>
                      <a:endParaRPr lang="en-US" sz="800">
                        <a:latin typeface="+mn-lt"/>
                      </a:endParaRPr>
                    </a:p>
                  </a:txBody>
                  <a:tcPr/>
                </a:tc>
                <a:tc>
                  <a:txBody>
                    <a:bodyPr/>
                    <a:lstStyle/>
                    <a:p>
                      <a:r>
                        <a:rPr lang="en-US" sz="800"/>
                        <a:t>Assertion Based Verification (ABV)</a:t>
                      </a:r>
                    </a:p>
                    <a:p>
                      <a:r>
                        <a:rPr lang="en-US" sz="800"/>
                        <a:t>Introduction to SystemVerilog Assertions (SVA)</a:t>
                      </a:r>
                      <a:endParaRPr lang="en-US" sz="800">
                        <a:latin typeface="+mn-lt"/>
                      </a:endParaRPr>
                    </a:p>
                  </a:txBody>
                  <a:tcPr/>
                </a:tc>
                <a:tc>
                  <a:txBody>
                    <a:bodyPr/>
                    <a:lstStyle/>
                    <a:p>
                      <a:r>
                        <a:rPr lang="en-US" sz="800" b="0" kern="1200">
                          <a:solidFill>
                            <a:schemeClr val="dk1"/>
                          </a:solidFill>
                          <a:effectLst/>
                        </a:rPr>
                        <a:t>​2 XIC Coverage Labs</a:t>
                      </a:r>
                      <a:br>
                        <a:rPr lang="en-US" sz="800"/>
                      </a:br>
                      <a:r>
                        <a:rPr lang="en-US" sz="800" b="0" kern="1200">
                          <a:solidFill>
                            <a:schemeClr val="dk1"/>
                          </a:solidFill>
                          <a:effectLst/>
                        </a:rPr>
                        <a:t>1 SV Assertion Lab</a:t>
                      </a:r>
                      <a:endParaRPr lang="en-US" sz="800">
                        <a:latin typeface="+mn-lt"/>
                      </a:endParaRPr>
                    </a:p>
                  </a:txBody>
                  <a:tcPr/>
                </a:tc>
                <a:extLst>
                  <a:ext uri="{0D108BD9-81ED-4DB2-BD59-A6C34878D82A}">
                    <a16:rowId xmlns:a16="http://schemas.microsoft.com/office/drawing/2014/main" val="398963835"/>
                  </a:ext>
                </a:extLst>
              </a:tr>
              <a:tr h="352113">
                <a:tc>
                  <a:txBody>
                    <a:bodyPr/>
                    <a:lstStyle/>
                    <a:p>
                      <a:pPr algn="ctr"/>
                      <a:r>
                        <a:rPr lang="en-US" sz="800"/>
                        <a:t>14</a:t>
                      </a:r>
                      <a:endParaRPr lang="en-US" sz="800">
                        <a:latin typeface="+mn-lt"/>
                      </a:endParaRPr>
                    </a:p>
                  </a:txBody>
                  <a:tcPr/>
                </a:tc>
                <a:tc>
                  <a:txBody>
                    <a:bodyPr/>
                    <a:lstStyle/>
                    <a:p>
                      <a:r>
                        <a:rPr lang="en-US" sz="800"/>
                        <a:t>Overview of UVM</a:t>
                      </a:r>
                      <a:endParaRPr lang="en-US" sz="800">
                        <a:latin typeface="+mn-lt"/>
                      </a:endParaRPr>
                    </a:p>
                  </a:txBody>
                  <a:tcPr/>
                </a:tc>
                <a:tc>
                  <a:txBody>
                    <a:bodyPr/>
                    <a:lstStyle/>
                    <a:p>
                      <a:r>
                        <a:rPr lang="en-US" sz="800"/>
                        <a:t>Introduction to Emulation and Rapid Prototyping</a:t>
                      </a:r>
                    </a:p>
                    <a:p>
                      <a:r>
                        <a:rPr lang="en-US" sz="800"/>
                        <a:t>Hybrid and Rapid Prototyping</a:t>
                      </a:r>
                      <a:endParaRPr lang="en-US" sz="800">
                        <a:latin typeface="+mn-lt"/>
                      </a:endParaRPr>
                    </a:p>
                  </a:txBody>
                  <a:tcPr/>
                </a:tc>
                <a:tc>
                  <a:txBody>
                    <a:bodyPr/>
                    <a:lstStyle/>
                    <a:p>
                      <a:r>
                        <a:rPr lang="en-US" sz="800" b="0" kern="1200">
                          <a:solidFill>
                            <a:schemeClr val="dk1"/>
                          </a:solidFill>
                          <a:effectLst/>
                        </a:rPr>
                        <a:t>1 ​Simple UVM demo Lab and 2 UVM Labs</a:t>
                      </a:r>
                      <a:endParaRPr lang="en-US" sz="800">
                        <a:latin typeface="+mn-lt"/>
                      </a:endParaRPr>
                    </a:p>
                  </a:txBody>
                  <a:tcPr/>
                </a:tc>
                <a:extLst>
                  <a:ext uri="{0D108BD9-81ED-4DB2-BD59-A6C34878D82A}">
                    <a16:rowId xmlns:a16="http://schemas.microsoft.com/office/drawing/2014/main" val="1044017964"/>
                  </a:ext>
                </a:extLst>
              </a:tr>
              <a:tr h="480155">
                <a:tc>
                  <a:txBody>
                    <a:bodyPr/>
                    <a:lstStyle/>
                    <a:p>
                      <a:pPr algn="ctr"/>
                      <a:r>
                        <a:rPr lang="en-US" sz="800"/>
                        <a:t>15</a:t>
                      </a:r>
                      <a:endParaRPr lang="en-US" sz="800">
                        <a:latin typeface="+mn-lt"/>
                      </a:endParaRPr>
                    </a:p>
                  </a:txBody>
                  <a:tcPr/>
                </a:tc>
                <a:tc>
                  <a:txBody>
                    <a:bodyPr/>
                    <a:lstStyle/>
                    <a:p>
                      <a:r>
                        <a:rPr lang="en-US" sz="800"/>
                        <a:t>Overview of Formal Analysis</a:t>
                      </a:r>
                      <a:endParaRPr lang="en-US" sz="800">
                        <a:latin typeface="+mn-lt"/>
                      </a:endParaRPr>
                    </a:p>
                  </a:txBody>
                  <a:tcPr/>
                </a:tc>
                <a:tc>
                  <a:txBody>
                    <a:bodyPr/>
                    <a:lstStyle/>
                    <a:p>
                      <a:r>
                        <a:rPr lang="en-US" sz="800"/>
                        <a:t>Design &amp; Verification flow recap</a:t>
                      </a:r>
                    </a:p>
                    <a:p>
                      <a:r>
                        <a:rPr lang="en-US" sz="800"/>
                        <a:t>The Verification Completeness Problem</a:t>
                      </a:r>
                    </a:p>
                    <a:p>
                      <a:r>
                        <a:rPr lang="en-US" sz="800"/>
                        <a:t>Summary + links to further tool courses</a:t>
                      </a:r>
                      <a:endParaRPr lang="en-US" sz="800">
                        <a:latin typeface="+mn-lt"/>
                      </a:endParaRPr>
                    </a:p>
                  </a:txBody>
                  <a:tcPr/>
                </a:tc>
                <a:tc>
                  <a:txBody>
                    <a:bodyPr/>
                    <a:lstStyle/>
                    <a:p>
                      <a:r>
                        <a:rPr lang="en-US" sz="800"/>
                        <a:t>Demo video of Jasper use plus Q&amp;A?</a:t>
                      </a:r>
                      <a:endParaRPr lang="en-US" sz="800">
                        <a:latin typeface="+mn-lt"/>
                      </a:endParaRPr>
                    </a:p>
                  </a:txBody>
                  <a:tcPr/>
                </a:tc>
                <a:extLst>
                  <a:ext uri="{0D108BD9-81ED-4DB2-BD59-A6C34878D82A}">
                    <a16:rowId xmlns:a16="http://schemas.microsoft.com/office/drawing/2014/main" val="2104041459"/>
                  </a:ext>
                </a:extLst>
              </a:tr>
            </a:tbl>
          </a:graphicData>
        </a:graphic>
      </p:graphicFrame>
      <p:pic>
        <p:nvPicPr>
          <p:cNvPr id="3" name="synthesis (11)">
            <a:hlinkClick r:id="" action="ppaction://media"/>
            <a:extLst>
              <a:ext uri="{FF2B5EF4-FFF2-40B4-BE49-F238E27FC236}">
                <a16:creationId xmlns:a16="http://schemas.microsoft.com/office/drawing/2014/main" id="{F3F29A4F-125E-A2F0-A93F-24A38CEA1452}"/>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497733" y="129687"/>
            <a:ext cx="609600" cy="609600"/>
          </a:xfrm>
          <a:prstGeom prst="rect">
            <a:avLst/>
          </a:prstGeom>
        </p:spPr>
      </p:pic>
    </p:spTree>
    <p:custDataLst>
      <p:tags r:id="rId1"/>
    </p:custDataLst>
    <p:extLst>
      <p:ext uri="{BB962C8B-B14F-4D97-AF65-F5344CB8AC3E}">
        <p14:creationId xmlns:p14="http://schemas.microsoft.com/office/powerpoint/2010/main" val="173223296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52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DESIGN_ID_ES_ASSET_TEMPLATE_NONCONFIDENTIAL (20 APR 18)" val="IY8ikKjV"/>
  <p:tag name="ARTICULATE_DESIGN_ID_1_ES_ASSET_TEMPLATE_NONCONFIDENTIAL (20 APR 18)" val="uUyKVBjr"/>
  <p:tag name="ARTICULATE_SLIDE_THUMBNAIL_REFRESH" val="1"/>
  <p:tag name="ARTICULATE_DESIGN_ID_FEB_10_2023_CADENCE_ASSET_TEMPLATE" val="zx0PGO75"/>
  <p:tag name="ARTICULATE_SLIDE_COUNT" val="7"/>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UDIO_ID" val="256"/>
  <p:tag name="ARTICULATE_USED_LAYOUT" val="1"/>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Mar_8_2021_Cadence_Asset_Template">
  <a:themeElements>
    <a:clrScheme name="Jan_21_2021_Cadence_Asset_Template">
      <a:dk1>
        <a:srgbClr val="000000"/>
      </a:dk1>
      <a:lt1>
        <a:srgbClr val="FFFFFF"/>
      </a:lt1>
      <a:dk2>
        <a:srgbClr val="3C3C3C"/>
      </a:dk2>
      <a:lt2>
        <a:srgbClr val="FFFFFF"/>
      </a:lt2>
      <a:accent1>
        <a:srgbClr val="999999"/>
      </a:accent1>
      <a:accent2>
        <a:srgbClr val="6A6A6A"/>
      </a:accent2>
      <a:accent3>
        <a:srgbClr val="E31837"/>
      </a:accent3>
      <a:accent4>
        <a:srgbClr val="31A7DF"/>
      </a:accent4>
      <a:accent5>
        <a:srgbClr val="09698D"/>
      </a:accent5>
      <a:accent6>
        <a:srgbClr val="8FA836"/>
      </a:accent6>
      <a:hlink>
        <a:srgbClr val="099E9C"/>
      </a:hlink>
      <a:folHlink>
        <a:srgbClr val="99999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S_Lecture_Template_16x9.potm" id="{6905A120-060F-440D-87AC-2B6598EB5F67}" vid="{29DF2CBD-B4D8-4756-A7F8-905C1F58733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0DECA3085D4EC48A2ADADF14EC3A6E6" ma:contentTypeVersion="8" ma:contentTypeDescription="Create a new document." ma:contentTypeScope="" ma:versionID="3cc4013b6a08475ac580478fba9c77b6">
  <xsd:schema xmlns:xsd="http://www.w3.org/2001/XMLSchema" xmlns:xs="http://www.w3.org/2001/XMLSchema" xmlns:p="http://schemas.microsoft.com/office/2006/metadata/properties" xmlns:ns1="http://schemas.microsoft.com/sharepoint/v3" xmlns:ns2="c5fa549f-a11b-43ad-9fef-40329bb4ae63" targetNamespace="http://schemas.microsoft.com/office/2006/metadata/properties" ma:root="true" ma:fieldsID="3329b8e304625b48d79aa235c26c32c0" ns1:_="" ns2:_="">
    <xsd:import namespace="http://schemas.microsoft.com/sharepoint/v3"/>
    <xsd:import namespace="c5fa549f-a11b-43ad-9fef-40329bb4ae63"/>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ObjectDetectorVersions" minOccurs="0"/>
                <xsd:element ref="ns2: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4" nillable="true" ma:displayName="Unified Compliance Policy Properties" ma:hidden="true" ma:internalName="_ip_UnifiedCompliancePolicyProperties">
      <xsd:simpleType>
        <xsd:restriction base="dms:Note"/>
      </xsd:simpleType>
    </xsd:element>
    <xsd:element name="_ip_UnifiedCompliancePolicyUIAction" ma:index="1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5fa549f-a11b-43ad-9fef-40329bb4ae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5C96451-BD2F-4BBD-B714-E4804A46A69A}">
  <ds:schemaRefs>
    <ds:schemaRef ds:uri="http://purl.org/dc/dcmitype/"/>
    <ds:schemaRef ds:uri="http://schemas.microsoft.com/office/infopath/2007/PartnerControls"/>
    <ds:schemaRef ds:uri="http://purl.org/dc/elements/1.1/"/>
    <ds:schemaRef ds:uri="http://schemas.microsoft.com/office/2006/metadata/properties"/>
    <ds:schemaRef ds:uri="http://purl.org/dc/terms/"/>
    <ds:schemaRef ds:uri="http://schemas.microsoft.com/office/2006/documentManagement/types"/>
    <ds:schemaRef ds:uri="http://schemas.openxmlformats.org/package/2006/metadata/core-properties"/>
    <ds:schemaRef ds:uri="c5fa549f-a11b-43ad-9fef-40329bb4ae63"/>
    <ds:schemaRef ds:uri="http://schemas.microsoft.com/sharepoint/v3"/>
    <ds:schemaRef ds:uri="http://www.w3.org/XML/1998/namespace"/>
  </ds:schemaRefs>
</ds:datastoreItem>
</file>

<file path=customXml/itemProps2.xml><?xml version="1.0" encoding="utf-8"?>
<ds:datastoreItem xmlns:ds="http://schemas.openxmlformats.org/officeDocument/2006/customXml" ds:itemID="{F40E3DBF-04C8-4769-B017-E6958F8D880C}">
  <ds:schemaRefs>
    <ds:schemaRef ds:uri="c5fa549f-a11b-43ad-9fef-40329bb4ae6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747E701-0B28-4DEC-AAC2-57E19FC2D76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Cadence_16x9_NonConfidential_Template_2017_v01</Template>
  <TotalTime>0</TotalTime>
  <Words>1625</Words>
  <Application>Microsoft Office PowerPoint</Application>
  <PresentationFormat>Widescreen</PresentationFormat>
  <Paragraphs>158</Paragraphs>
  <Slides>7</Slides>
  <Notes>7</Notes>
  <HiddenSlides>0</HiddenSlides>
  <MMClips>7</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Courier New</vt:lpstr>
      <vt:lpstr>Times New Roman</vt:lpstr>
      <vt:lpstr>Wingdings</vt:lpstr>
      <vt:lpstr>Mar_8_2021_Cadence_Asset_Template</vt:lpstr>
      <vt:lpstr>Digital Design and Verification Academic Curriculum</vt:lpstr>
      <vt:lpstr>About This Course</vt:lpstr>
      <vt:lpstr>Course Prerequisites</vt:lpstr>
      <vt:lpstr>Course Objectives</vt:lpstr>
      <vt:lpstr>Who Should Take This Course?</vt:lpstr>
      <vt:lpstr>Course Contents</vt:lpstr>
      <vt:lpstr>Course Agenda and  Schedule Plan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2020-10-15T23:44:25Z</dcterms:created>
  <dcterms:modified xsi:type="dcterms:W3CDTF">2024-12-05T08:08:25Z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 Version">
    <vt:lpwstr>4.3 2023.03.15</vt:lpwstr>
  </property>
  <property fmtid="{D5CDD505-2E9C-101B-9397-08002B2CF9AE}" pid="3" name="CustomerTrainingCourseAndVersion">
    <vt:lpwstr/>
  </property>
  <property fmtid="{D5CDD505-2E9C-101B-9397-08002B2CF9AE}" pid="4" name="Technology">
    <vt:lpwstr/>
  </property>
  <property fmtid="{D5CDD505-2E9C-101B-9397-08002B2CF9AE}" pid="5" name="Asset Output Format">
    <vt:lpwstr>26;#Powerpoint Presentation|7188b83f-cb0c-4b15-811d-75b6487227cd</vt:lpwstr>
  </property>
  <property fmtid="{D5CDD505-2E9C-101B-9397-08002B2CF9AE}" pid="6" name="ContentTypeId">
    <vt:lpwstr>0x01010010DECA3085D4EC48A2ADADF14EC3A6E6</vt:lpwstr>
  </property>
  <property fmtid="{D5CDD505-2E9C-101B-9397-08002B2CF9AE}" pid="7" name="ProductAndVersion">
    <vt:lpwstr/>
  </property>
  <property fmtid="{D5CDD505-2E9C-101B-9397-08002B2CF9AE}" pid="8" name="CourseAbbreviation">
    <vt:lpwstr/>
  </property>
  <property fmtid="{D5CDD505-2E9C-101B-9397-08002B2CF9AE}" pid="9" name="ArticulateGUID">
    <vt:lpwstr>8896B456-F3C3-40D8-9FB5-886CED03BCCB</vt:lpwstr>
  </property>
  <property fmtid="{D5CDD505-2E9C-101B-9397-08002B2CF9AE}" pid="10" name="ArticulatePath">
    <vt:lpwstr>DigitalDesignVerificationAcademic About the Course</vt:lpwstr>
  </property>
</Properties>
</file>